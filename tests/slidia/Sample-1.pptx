
<file path=[Content_Types].xml><?xml version="1.0" encoding="utf-8"?>
<Types xmlns="http://schemas.openxmlformats.org/package/2006/content-types">
  <Default Extension="xml" ContentType="application/xml"/>
  <Default Extension="jpg" ContentType="image/jpeg"/>
  <Default Extension="svg" ContentType="image/svg+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3.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45.xml" ContentType="application/vnd.openxmlformats-officedocument.presentationml.notesSlide+xml"/>
  <Override PartName="/ppt/notesSlides/notesSlide39.xml" ContentType="application/vnd.openxmlformats-officedocument.presentationml.notesSlide+xml"/>
  <Override PartName="/ppt/notesSlides/notesSlide38.xml" ContentType="application/vnd.openxmlformats-officedocument.presentationml.notesSlide+xml"/>
  <Override PartName="/ppt/notesSlides/notesSlide36.xml" ContentType="application/vnd.openxmlformats-officedocument.presentationml.notesSlide+xml"/>
  <Override PartName="/ppt/notesSlides/notesSlide35.xml" ContentType="application/vnd.openxmlformats-officedocument.presentationml.notesSlide+xml"/>
  <Override PartName="/ppt/notesSlides/notesSlide34.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26.xml" ContentType="application/vnd.openxmlformats-officedocument.presentationml.notesSlide+xml"/>
  <Override PartName="/ppt/slides/slide23.xml" ContentType="application/vnd.openxmlformats-officedocument.presentationml.slide+xml"/>
  <Override PartName="/ppt/notesSlides/notesSlide30.xml" ContentType="application/vnd.openxmlformats-officedocument.presentationml.notesSlide+xml"/>
  <Override PartName="/ppt/slides/slide22.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slide27.xml" ContentType="application/vnd.openxmlformats-officedocument.presentationml.slide+xml"/>
  <Override PartName="/ppt/slides/slide16.xml" ContentType="application/vnd.openxmlformats-officedocument.presentationml.slide+xml"/>
  <Override PartName="/ppt/slides/slide15.xml" ContentType="application/vnd.openxmlformats-officedocument.presentationml.slide+xml"/>
  <Override PartName="/ppt/notesSlides/notesSlide28.xml" ContentType="application/vnd.openxmlformats-officedocument.presentationml.notesSlide+xml"/>
  <Override PartName="/ppt/slideLayouts/slideLayout7.xml" ContentType="application/vnd.openxmlformats-officedocument.presentationml.slideLayout+xml"/>
  <Override PartName="/ppt/slides/slide29.xml" ContentType="application/vnd.openxmlformats-officedocument.presentationml.slide+xml"/>
  <Override PartName="/ppt/slides/slide38.xml" ContentType="application/vnd.openxmlformats-officedocument.presentationml.slide+xml"/>
  <Override PartName="/ppt/slides/slide28.xml" ContentType="application/vnd.openxmlformats-officedocument.presentationml.slide+xml"/>
  <Override PartName="/ppt/notesSlides/notesSlide13.xml" ContentType="application/vnd.openxmlformats-officedocument.presentationml.notesSlide+xml"/>
  <Override PartName="/ppt/slides/slide43.xml" ContentType="application/vnd.openxmlformats-officedocument.presentationml.slide+xml"/>
  <Override PartName="/ppt/notesSlides/notesSlide46.xml" ContentType="application/vnd.openxmlformats-officedocument.presentationml.notesSlide+xml"/>
  <Override PartName="/ppt/slides/slide19.xml" ContentType="application/vnd.openxmlformats-officedocument.presentationml.slide+xml"/>
  <Override PartName="/ppt/slides/slide4.xml" ContentType="application/vnd.openxmlformats-officedocument.presentationml.slide+xml"/>
  <Override PartName="/ppt/notesSlides/notesSlide6.xml" ContentType="application/vnd.openxmlformats-officedocument.presentationml.notesSlide+xml"/>
  <Override PartName="/ppt/slides/slide2.xml" ContentType="application/vnd.openxmlformats-officedocument.presentationml.slide+xml"/>
  <Override PartName="/ppt/slides/slide14.xml" ContentType="application/vnd.openxmlformats-officedocument.presentationml.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6.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docProps/core.xml" ContentType="application/vnd.openxmlformats-package.core-properties+xml"/>
  <Override PartName="/ppt/slideLayouts/slideLayout8.xml" ContentType="application/vnd.openxmlformats-officedocument.presentationml.slideLayout+xml"/>
  <Override PartName="/ppt/notesSlides/notesSlide49.xml" ContentType="application/vnd.openxmlformats-officedocument.presentationml.notesSlide+xml"/>
  <Override PartName="/ppt/slides/slide20.xml" ContentType="application/vnd.openxmlformats-officedocument.presentationml.slide+xml"/>
  <Override PartName="/ppt/slides/slide47.xml" ContentType="application/vnd.openxmlformats-officedocument.presentationml.slide+xml"/>
  <Override PartName="/ppt/slideLayouts/slideLayout6.xml" ContentType="application/vnd.openxmlformats-officedocument.presentationml.slideLayout+xml"/>
  <Override PartName="/ppt/slideLayouts/slideLayout2.xml" ContentType="application/vnd.openxmlformats-officedocument.presentationml.slideLayout+xml"/>
  <Override PartName="/ppt/slides/slide32.xml" ContentType="application/vnd.openxmlformats-officedocument.presentationml.slide+xml"/>
  <Override PartName="/ppt/notesSlides/notesSlide37.xml" ContentType="application/vnd.openxmlformats-officedocument.presentationml.notesSlide+xml"/>
  <Override PartName="/ppt/notesSlides/notesSlide7.xml" ContentType="application/vnd.openxmlformats-officedocument.presentationml.notesSlide+xml"/>
  <Override PartName="/ppt/viewProps.xml" ContentType="application/vnd.openxmlformats-officedocument.presentationml.viewProps+xml"/>
  <Override PartName="/ppt/slides/slide17.xml" ContentType="application/vnd.openxmlformats-officedocument.presentationml.slide+xml"/>
  <Override PartName="/docProps/app.xml" ContentType="application/vnd.openxmlformats-officedocument.extended-properties+xml"/>
  <Override PartName="/ppt/tableStyles.xml" ContentType="application/vnd.openxmlformats-officedocument.presentationml.tableStyles+xml"/>
  <Override PartName="/ppt/notesSlides/notesSlide4.xml" ContentType="application/vnd.openxmlformats-officedocument.presentationml.notesSlide+xml"/>
  <Override PartName="/ppt/slides/slide7.xml" ContentType="application/vnd.openxmlformats-officedocument.presentationml.slide+xml"/>
  <Override PartName="/ppt/slides/slide41.xml" ContentType="application/vnd.openxmlformats-officedocument.presentationml.slide+xml"/>
  <Override PartName="/ppt/slideLayouts/slideLayout5.xml" ContentType="application/vnd.openxmlformats-officedocument.presentationml.slideLayout+xml"/>
  <Override PartName="/ppt/slides/slide12.xml" ContentType="application/vnd.openxmlformats-officedocument.presentationml.slide+xml"/>
  <Override PartName="/ppt/slideLayouts/slideLayout1.xml" ContentType="application/vnd.openxmlformats-officedocument.presentationml.slideLayout+xml"/>
  <Override PartName="/ppt/notesSlides/notesSlide27.xml" ContentType="application/vnd.openxmlformats-officedocument.presentationml.notesSlide+xml"/>
  <Override PartName="/ppt/presProps.xml" ContentType="application/vnd.openxmlformats-officedocument.presentationml.presProps+xml"/>
  <Override PartName="/ppt/slides/slide21.xml" ContentType="application/vnd.openxmlformats-officedocument.presentationml.slide+xml"/>
  <Override PartName="/ppt/notesSlides/notesSlide20.xml" ContentType="application/vnd.openxmlformats-officedocument.presentationml.notesSlide+xml"/>
  <Override PartName="/ppt/slideLayouts/slideLayout4.xml" ContentType="application/vnd.openxmlformats-officedocument.presentationml.slideLayout+xml"/>
  <Override PartName="/ppt/notesSlides/notesSlide22.xml" ContentType="application/vnd.openxmlformats-officedocument.presentationml.notesSlide+xml"/>
  <Override PartName="/ppt/slides/slide3.xml" ContentType="application/vnd.openxmlformats-officedocument.presentationml.slide+xml"/>
  <Override PartName="/ppt/theme/theme1.xml" ContentType="application/vnd.openxmlformats-officedocument.theme+xml"/>
  <Override PartName="/ppt/notesSlides/notesSlide15.xml" ContentType="application/vnd.openxmlformats-officedocument.presentationml.notesSlide+xml"/>
  <Override PartName="/ppt/slides/slide13.xml" ContentType="application/vnd.openxmlformats-officedocument.presentationml.slide+xml"/>
  <Override PartName="/ppt/slideLayouts/slideLayout9.xml" ContentType="application/vnd.openxmlformats-officedocument.presentationml.slideLayout+xml"/>
  <Override PartName="/ppt/slides/slide1.xml" ContentType="application/vnd.openxmlformats-officedocument.presentationml.slide+xml"/>
  <Override PartName="/ppt/slides/slide25.xml" ContentType="application/vnd.openxmlformats-officedocument.presentationml.slide+xml"/>
  <Override PartName="/ppt/notesSlides/notesSlide42.xml" ContentType="application/vnd.openxmlformats-officedocument.presentationml.notesSlide+xml"/>
  <Override PartName="/ppt/notesSlides/notesSlide14.xml" ContentType="application/vnd.openxmlformats-officedocument.presentationml.notesSlide+xml"/>
  <Override PartName="/ppt/notesSlides/notesSlide21.xml" ContentType="application/vnd.openxmlformats-officedocument.presentationml.notesSlide+xml"/>
  <Override PartName="/ppt/slideLayouts/slideLayout3.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s/slide26.xml" ContentType="application/vnd.openxmlformats-officedocument.presentationml.slide+xml"/>
  <Override PartName="/ppt/theme/theme2.xml" ContentType="application/vnd.openxmlformats-officedocument.them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24.xml" ContentType="application/vnd.openxmlformats-officedocument.presentationml.slide+xml"/>
  <Override PartName="/ppt/slides/slide40.xml" ContentType="application/vnd.openxmlformats-officedocument.presentationml.slide+xml"/>
  <Override PartName="/ppt/notesSlides/notesSlide47.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10.xml" ContentType="application/vnd.openxmlformats-officedocument.presentationml.notesSlide+xml"/>
  <Override PartName="/ppt/slides/slide49.xml" ContentType="application/vnd.openxmlformats-officedocument.presentationml.slide+xml"/>
  <Override PartName="/ppt/notesSlides/notesSlide33.xml" ContentType="application/vnd.openxmlformats-officedocument.presentationml.notesSlide+xml"/>
  <Override PartName="/ppt/notesSlides/notesSlide8.xml" ContentType="application/vnd.openxmlformats-officedocument.presentationml.notesSlide+xml"/>
  <Override PartName="/ppt/slides/slide36.xml" ContentType="application/vnd.openxmlformats-officedocument.presentationml.slide+xml"/>
  <Override PartName="/ppt/slides/slide37.xml" ContentType="application/vnd.openxmlformats-officedocument.presentationml.slide+xml"/>
  <Override PartName="/ppt/slides/slide39.xml" ContentType="application/vnd.openxmlformats-officedocument.presentationml.slide+xml"/>
  <Override PartName="/ppt/presentation.xml" ContentType="application/vnd.openxmlformats-officedocument.presentationml.presentation.main+xml"/>
  <Override PartName="/ppt/slides/slide42.xml" ContentType="application/vnd.openxmlformats-officedocument.presentationml.slide+xml"/>
  <Override PartName="/ppt/slides/slide44.xml" ContentType="application/vnd.openxmlformats-officedocument.presentationml.slide+xml"/>
  <Override PartName="/ppt/notesSlides/notesSlide48.xml" ContentType="application/vnd.openxmlformats-officedocument.presentationml.notesSlide+xml"/>
  <Override PartName="/ppt/slides/slide45.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46.xml" ContentType="application/vnd.openxmlformats-officedocument.presentationml.slide+xml"/>
  <Override PartName="/ppt/slides/slide48.xml" ContentType="application/vnd.openxmlformats-officedocument.presentationml.slide+xml"/>
  <Override PartName="/ppt/notesSlides/notesSlide24.xml" ContentType="application/vnd.openxmlformats-officedocument.presentationml.notesSlide+xml"/>
  <Override PartName="/ppt/slides/slide8.xml" ContentType="application/vnd.openxmlformats-officedocument.presentationml.slide+xml"/>
  <Override PartName="/ppt/slides/slide51.xml" ContentType="application/vnd.openxmlformats-officedocument.presentationml.slide+xml"/>
  <Override PartName="/ppt/notesSlides/notesSlide1.xml" ContentType="application/vnd.openxmlformats-officedocument.presentationml.notesSlide+xml"/>
  <Override PartName="/ppt/slides/slide5.xml" ContentType="application/vnd.openxmlformats-officedocument.presentationml.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44.xml" ContentType="application/vnd.openxmlformats-officedocument.presentationml.notesSlide+xml"/>
  <Override PartName="/ppt/slides/slide9.xml" ContentType="application/vnd.openxmlformats-officedocument.presentationml.slide+xml"/>
  <Override PartName="/ppt/notesSlides/notesSlide2.xml" ContentType="application/vnd.openxmlformats-officedocument.presentationml.notesSlide+xml"/>
  <Override PartName="/ppt/slides/slide50.xml" ContentType="application/vnd.openxmlformats-officedocument.presentationml.slide+xml"/>
  <Override PartName="/ppt/notesSlides/notesSlide9.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5.xml" ContentType="application/vnd.openxmlformats-officedocument.presentationml.notesSlide+xml"/>
  <Override PartName="/ppt/notesSlides/notesSlide23.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embedTrueTypeFonts="1" saveSubsetFonts="0">
  <p:sldMasterIdLst>
    <p:sldMasterId id="2147483648" r:id="rId1"/>
  </p:sldMasterIdLst>
  <p:notesMasterIdLst>
    <p:notesMasterId r:id="rId5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Lst>
  <p:sldSz cx="18288000" cy="10287000"/>
  <p:notesSz cx="6858000" cy="9144000"/>
  <p:defaultTextStyle>
    <a:lvl1pPr marL="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1pPr>
    <a:lvl2pPr marL="4572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2pPr>
    <a:lvl3pPr marL="9144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3pPr>
    <a:lvl4pPr marL="13716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4pPr>
    <a:lvl5pPr marL="18288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5pPr>
    <a:lvl6pPr marL="22860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6pPr>
    <a:lvl7pPr marL="27432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7pPr>
    <a:lvl8pPr marL="32004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8pPr>
    <a:lvl9pPr marL="36576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enClr>
      <a:srgbClr val="0000FF"/>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howGuides="1">
      <p:cViewPr varScale="1">
        <p:scale>
          <a:sx n="10" d="100"/>
          <a:sy n="10" d="100"/>
        </p:scale>
        <p:origin x="1707" y="-379"/>
      </p:cViewPr>
      <p:guideLst>
        <p:guide pos="2160" orient="horz"/>
        <p:guide pos="2880"/>
      </p:guideLst>
    </p:cSldViewPr>
  </p:slide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notesMaster" Target="notesMasters/notesMaster1.xml"/><Relationship Id="rId56" Type="http://schemas.openxmlformats.org/officeDocument/2006/relationships/presProps" Target="presProps.xml" /><Relationship Id="rId57" Type="http://schemas.openxmlformats.org/officeDocument/2006/relationships/tableStyles" Target="tableStyles.xml" /><Relationship Id="rId5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bg1"/>
        </a:solidFill>
      </p:bgPr>
    </p:bg>
    <p:spTree>
      <p:nvGrpSpPr>
        <p:cNvPr id="1" name=""/>
        <p:cNvGrpSpPr/>
        <p:nvPr/>
      </p:nvGrpSpPr>
      <p:grpSpPr bwMode="auto">
        <a:xfrm>
          <a:off x="0" y="0"/>
          <a:ext cx="0" cy="0"/>
          <a:chOff x="0" y="0"/>
          <a:chExt cx="0" cy="0"/>
        </a:xfrm>
      </p:grpSpPr>
      <p:sp>
        <p:nvSpPr>
          <p:cNvPr id="711777670" name="HeaderArea1"/>
          <p:cNvSpPr>
            <a:spLocks noChangeArrowheads="1" noGrp="1"/>
          </p:cNvSpPr>
          <p:nvPr>
            <p:ph type="hdr" sz="quarter"/>
          </p:nvPr>
        </p:nvSpPr>
        <p:spPr bwMode="auto">
          <a:xfrm>
            <a:off x="0" y="0"/>
            <a:ext cx="2971800" cy="457200"/>
          </a:xfrm>
          <a:prstGeom prst="rect">
            <a:avLst/>
          </a:prstGeom>
          <a:noFill/>
          <a:ln>
            <a:noFill/>
          </a:ln>
          <a:effectLst/>
        </p:spPr>
        <p:txBody>
          <a:bodyPr vert="horz" wrap="square" numCol="1" spcCol="215899" anchor="t">
            <a:prstTxWarp prst="textNoShape"/>
          </a:bodyPr>
          <a:lstStyle>
            <a:lvl1pPr algn="l">
              <a:defRPr sz="1200" cap="none"/>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endParaRPr/>
          </a:p>
        </p:txBody>
      </p:sp>
      <p:sp>
        <p:nvSpPr>
          <p:cNvPr id="402569249" name="DateTimeArea1"/>
          <p:cNvSpPr>
            <a:spLocks noChangeArrowheads="1" noGrp="1"/>
          </p:cNvSpPr>
          <p:nvPr>
            <p:ph type="dt" sz="quarter" idx="10"/>
          </p:nvPr>
        </p:nvSpPr>
        <p:spPr bwMode="auto">
          <a:xfrm>
            <a:off x="3886200" y="0"/>
            <a:ext cx="2971800" cy="457200"/>
          </a:xfrm>
          <a:prstGeom prst="rect">
            <a:avLst/>
          </a:prstGeom>
          <a:noFill/>
          <a:ln>
            <a:noFill/>
          </a:ln>
          <a:effectLst/>
        </p:spPr>
        <p:txBody>
          <a:bodyPr vert="horz" wrap="square" numCol="1" spcCol="215899" anchor="t">
            <a:prstTxWarp prst="textNoShape"/>
          </a:bodyPr>
          <a:lstStyle>
            <a:lvl1pPr algn="r">
              <a:defRPr sz="1200" cap="none"/>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fld id="{C095632D-15D5-ADA6-9B40-E3F31E0E6DB6}" type="datetime1">
              <a:rPr/>
              <a:t/>
            </a:fld>
            <a:endParaRPr/>
          </a:p>
        </p:txBody>
      </p:sp>
      <p:sp>
        <p:nvSpPr>
          <p:cNvPr id="1585197" name="SlidePicture1"/>
          <p:cNvSpPr>
            <a:spLocks noChangeArrowheads="1" noGrp="1"/>
          </p:cNvSpPr>
          <p:nvPr>
            <p:ph type="sldImg" idx="2"/>
          </p:nvPr>
        </p:nvSpPr>
        <p:spPr bwMode="auto">
          <a:xfrm>
            <a:off x="1143000" y="685800"/>
            <a:ext cx="4572000" cy="3429000"/>
          </a:xfrm>
          <a:prstGeom prst="rect">
            <a:avLst/>
          </a:prstGeom>
          <a:solidFill>
            <a:schemeClr val="accent1"/>
          </a:solidFill>
          <a:ln w="12700" cap="flat" cmpd="sng" algn="ctr">
            <a:solidFill>
              <a:schemeClr val="tx1"/>
            </a:solidFill>
            <a:prstDash val="solid"/>
            <a:headEnd type="none"/>
            <a:tailEnd type="none"/>
          </a:ln>
          <a:effectLst/>
        </p:spPr>
      </p:sp>
      <p:sp>
        <p:nvSpPr>
          <p:cNvPr id="297673369" name="SlideText1"/>
          <p:cNvSpPr>
            <a:spLocks noChangeArrowheads="1" noGrp="1"/>
          </p:cNvSpPr>
          <p:nvPr>
            <p:ph type="body" idx="3"/>
          </p:nvPr>
        </p:nvSpPr>
        <p:spPr bwMode="auto">
          <a:xfrm>
            <a:off x="685800" y="4343400"/>
            <a:ext cx="5486400" cy="4114800"/>
          </a:xfrm>
          <a:prstGeom prst="rect">
            <a:avLst/>
          </a:prstGeom>
          <a:noFill/>
          <a:ln>
            <a:noFill/>
          </a:ln>
          <a:effectLst/>
        </p:spPr>
        <p:txBody>
          <a:bodyPr vert="horz" wrap="square" numCol="1" spcCol="215899" anchor="t">
            <a:prstTxWarp prst="textNoShape"/>
          </a:body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056587484" name="FooterArea1"/>
          <p:cNvSpPr>
            <a:spLocks noChangeArrowheads="1" noGrp="1"/>
          </p:cNvSpPr>
          <p:nvPr>
            <p:ph type="ftr" sz="quarter" idx="11"/>
          </p:nvPr>
        </p:nvSpPr>
        <p:spPr bwMode="auto">
          <a:xfrm>
            <a:off x="0" y="8686800"/>
            <a:ext cx="2971800" cy="457200"/>
          </a:xfrm>
          <a:prstGeom prst="rect">
            <a:avLst/>
          </a:prstGeom>
          <a:noFill/>
          <a:ln>
            <a:noFill/>
          </a:ln>
          <a:effectLst/>
        </p:spPr>
        <p:txBody>
          <a:bodyPr vert="horz" wrap="square" numCol="1" spcCol="215899" anchor="b">
            <a:prstTxWarp prst="textNoShape"/>
          </a:bodyPr>
          <a:lstStyle>
            <a:lvl1pPr algn="l">
              <a:defRPr sz="1200" cap="none"/>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endParaRPr/>
          </a:p>
        </p:txBody>
      </p:sp>
      <p:sp>
        <p:nvSpPr>
          <p:cNvPr id="482691276" name="SlideNumberArea1"/>
          <p:cNvSpPr>
            <a:spLocks noChangeArrowheads="1" noGrp="1"/>
          </p:cNvSpPr>
          <p:nvPr>
            <p:ph type="sldNum" sz="quarter" idx="12"/>
          </p:nvPr>
        </p:nvSpPr>
        <p:spPr bwMode="auto">
          <a:xfrm>
            <a:off x="3886200" y="8686800"/>
            <a:ext cx="2971800" cy="457200"/>
          </a:xfrm>
          <a:prstGeom prst="rect">
            <a:avLst/>
          </a:prstGeom>
          <a:noFill/>
          <a:ln>
            <a:noFill/>
          </a:ln>
          <a:effectLst/>
        </p:spPr>
        <p:txBody>
          <a:bodyPr vert="horz" wrap="square" numCol="1" spcCol="215899" anchor="b">
            <a:prstTxWarp prst="textNoShape"/>
          </a:bodyPr>
          <a:lstStyle>
            <a:lvl1pPr algn="r">
              <a:defRPr sz="1200" cap="none"/>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fld id="{C095632D-DAB4-5F8B-FAB2-2CDE33FC0C79}" type="slidenum">
              <a:rPr/>
              <a:t/>
            </a:fld>
            <a:endParaRPr/>
          </a:p>
        </p:txBody>
      </p:sp>
    </p:spTree>
  </p:cSld>
  <p:clrMap bg1="lt1" tx1="dk1" bg2="lt2" tx2="dk2" accent1="accent1" accent2="accent2" accent3="accent3" accent4="accent4" accent5="accent5" accent6="accent6" hlink="hlink" folHlink="folHlink"/>
  <p:hf dt="0" ftr="0" hdr="0" sldNum="0"/>
  <p:notesStyle>
    <a:lvl1pPr marL="0" marR="0" indent="0" algn="l" defTabSz="914400">
      <a:lnSpc>
        <a:spcPct val="100000"/>
      </a:lnSpc>
      <a:spcBef>
        <a:spcPts val="0"/>
      </a:spcBef>
      <a:spcAft>
        <a:spcPts val="0"/>
      </a:spcAft>
      <a:buNone/>
      <a:defRPr sz="1200" b="0" i="0" u="none" strike="noStrike" cap="none" spc="0">
        <a:solidFill>
          <a:schemeClr val="tx1"/>
        </a:solidFill>
        <a:latin typeface="Basic Sans"/>
        <a:ea typeface="Basic Roman"/>
        <a:cs typeface="Basic Roman"/>
      </a:defRPr>
    </a:lvl1pPr>
    <a:lvl2pPr marL="457200" marR="0" indent="0" algn="l" defTabSz="914400">
      <a:lnSpc>
        <a:spcPct val="100000"/>
      </a:lnSpc>
      <a:spcBef>
        <a:spcPts val="0"/>
      </a:spcBef>
      <a:spcAft>
        <a:spcPts val="0"/>
      </a:spcAft>
      <a:buNone/>
      <a:defRPr sz="1200" b="0" i="0" u="none" strike="noStrike" cap="none" spc="0">
        <a:solidFill>
          <a:schemeClr val="tx1"/>
        </a:solidFill>
        <a:latin typeface="Basic Sans"/>
        <a:ea typeface="Basic Roman"/>
        <a:cs typeface="Basic Roman"/>
      </a:defRPr>
    </a:lvl2pPr>
    <a:lvl3pPr marL="914400" marR="0" indent="0" algn="l" defTabSz="914400">
      <a:lnSpc>
        <a:spcPct val="100000"/>
      </a:lnSpc>
      <a:spcBef>
        <a:spcPts val="0"/>
      </a:spcBef>
      <a:spcAft>
        <a:spcPts val="0"/>
      </a:spcAft>
      <a:buNone/>
      <a:defRPr sz="1200" b="0" i="0" u="none" strike="noStrike" cap="none" spc="0">
        <a:solidFill>
          <a:schemeClr val="tx1"/>
        </a:solidFill>
        <a:latin typeface="Basic Sans"/>
        <a:ea typeface="Basic Roman"/>
        <a:cs typeface="Basic Roman"/>
      </a:defRPr>
    </a:lvl3pPr>
    <a:lvl4pPr marL="1371600" marR="0" indent="0" algn="l" defTabSz="914400">
      <a:lnSpc>
        <a:spcPct val="100000"/>
      </a:lnSpc>
      <a:spcBef>
        <a:spcPts val="0"/>
      </a:spcBef>
      <a:spcAft>
        <a:spcPts val="0"/>
      </a:spcAft>
      <a:buNone/>
      <a:defRPr sz="1200" b="0" i="0" u="none" strike="noStrike" cap="none" spc="0">
        <a:solidFill>
          <a:schemeClr val="tx1"/>
        </a:solidFill>
        <a:latin typeface="Basic Sans"/>
        <a:ea typeface="Basic Roman"/>
        <a:cs typeface="Basic Roman"/>
      </a:defRPr>
    </a:lvl4pPr>
    <a:lvl5pPr marL="1828800" marR="0" indent="0" algn="l" defTabSz="914400">
      <a:lnSpc>
        <a:spcPct val="100000"/>
      </a:lnSpc>
      <a:spcBef>
        <a:spcPts val="0"/>
      </a:spcBef>
      <a:spcAft>
        <a:spcPts val="0"/>
      </a:spcAft>
      <a:buNone/>
      <a:defRPr sz="1200" b="0" i="0" u="none" strike="noStrike" cap="none" spc="0">
        <a:solidFill>
          <a:schemeClr val="tx1"/>
        </a:solidFill>
        <a:latin typeface="Basic Sans"/>
        <a:ea typeface="Basic Roman"/>
        <a:cs typeface="Basic Roman"/>
      </a:defRPr>
    </a:lvl5pPr>
    <a:lvl6pPr marL="2286000" marR="0" indent="0" algn="l" defTabSz="914400">
      <a:lnSpc>
        <a:spcPct val="100000"/>
      </a:lnSpc>
      <a:spcBef>
        <a:spcPts val="0"/>
      </a:spcBef>
      <a:spcAft>
        <a:spcPts val="0"/>
      </a:spcAft>
      <a:buNone/>
      <a:defRPr sz="1200" b="0" i="0" u="none" strike="noStrike" cap="none" spc="0">
        <a:solidFill>
          <a:schemeClr val="tx1"/>
        </a:solidFill>
        <a:latin typeface="Basic Sans"/>
        <a:ea typeface="Basic Roman"/>
        <a:cs typeface="Basic Roman"/>
      </a:defRPr>
    </a:lvl6pPr>
    <a:lvl7pPr marL="2743200" marR="0" indent="0" algn="l" defTabSz="914400">
      <a:lnSpc>
        <a:spcPct val="100000"/>
      </a:lnSpc>
      <a:spcBef>
        <a:spcPts val="0"/>
      </a:spcBef>
      <a:spcAft>
        <a:spcPts val="0"/>
      </a:spcAft>
      <a:buNone/>
      <a:defRPr sz="1200" b="0" i="0" u="none" strike="noStrike" cap="none" spc="0">
        <a:solidFill>
          <a:schemeClr val="tx1"/>
        </a:solidFill>
        <a:latin typeface="Basic Sans"/>
        <a:ea typeface="Basic Roman"/>
        <a:cs typeface="Basic Roman"/>
      </a:defRPr>
    </a:lvl7pPr>
    <a:lvl8pPr marL="3200400" marR="0" indent="0" algn="l" defTabSz="914400">
      <a:lnSpc>
        <a:spcPct val="100000"/>
      </a:lnSpc>
      <a:spcBef>
        <a:spcPts val="0"/>
      </a:spcBef>
      <a:spcAft>
        <a:spcPts val="0"/>
      </a:spcAft>
      <a:buNone/>
      <a:defRPr sz="1200" b="0" i="0" u="none" strike="noStrike" cap="none" spc="0">
        <a:solidFill>
          <a:schemeClr val="tx1"/>
        </a:solidFill>
        <a:latin typeface="Basic Sans"/>
        <a:ea typeface="Basic Roman"/>
        <a:cs typeface="Basic Roman"/>
      </a:defRPr>
    </a:lvl8pPr>
    <a:lvl9pPr marL="3657600" marR="0" indent="0" algn="l" defTabSz="914400">
      <a:lnSpc>
        <a:spcPct val="100000"/>
      </a:lnSpc>
      <a:spcBef>
        <a:spcPts val="0"/>
      </a:spcBef>
      <a:spcAft>
        <a:spcPts val="0"/>
      </a:spcAft>
      <a:buNone/>
      <a:defRPr sz="1200" b="0" i="0" u="none" strike="noStrike" cap="none" spc="0">
        <a:solidFill>
          <a:schemeClr val="tx1"/>
        </a:solidFill>
        <a:latin typeface="Basic Sans"/>
        <a:ea typeface="Basic Roman"/>
        <a:cs typeface="Basic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733159056" name="SlidePicture1"/>
          <p:cNvSpPr>
            <a:spLocks noChangeArrowheads="1" noGrp="1"/>
          </p:cNvSpPr>
          <p:nvPr>
            <p:ph type="sldImg" idx="2"/>
          </p:nvPr>
        </p:nvSpPr>
        <p:spPr bwMode="auto">
          <a:xfrm>
            <a:off x="1143000" y="685800"/>
            <a:ext cx="4572000" cy="3429000"/>
          </a:xfrm>
          <a:prstGeom prst="rect">
            <a:avLst/>
          </a:prstGeom>
        </p:spPr>
      </p:sp>
      <p:sp>
        <p:nvSpPr>
          <p:cNvPr id="1195408330"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691060027" name="SlidePicture1"/>
          <p:cNvSpPr>
            <a:spLocks noChangeArrowheads="1" noGrp="1"/>
          </p:cNvSpPr>
          <p:nvPr>
            <p:ph type="sldImg" idx="2"/>
          </p:nvPr>
        </p:nvSpPr>
        <p:spPr bwMode="auto">
          <a:xfrm>
            <a:off x="1143000" y="685800"/>
            <a:ext cx="4572000" cy="3429000"/>
          </a:xfrm>
          <a:prstGeom prst="rect">
            <a:avLst/>
          </a:prstGeom>
        </p:spPr>
      </p:sp>
      <p:sp>
        <p:nvSpPr>
          <p:cNvPr id="593292630"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518453853" name="SlidePicture1"/>
          <p:cNvSpPr>
            <a:spLocks noChangeArrowheads="1" noGrp="1"/>
          </p:cNvSpPr>
          <p:nvPr>
            <p:ph type="sldImg" idx="2"/>
          </p:nvPr>
        </p:nvSpPr>
        <p:spPr bwMode="auto">
          <a:xfrm>
            <a:off x="1143000" y="685800"/>
            <a:ext cx="4572000" cy="3429000"/>
          </a:xfrm>
          <a:prstGeom prst="rect">
            <a:avLst/>
          </a:prstGeom>
        </p:spPr>
      </p:sp>
      <p:sp>
        <p:nvSpPr>
          <p:cNvPr id="1513556396"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712022190" name="SlidePicture1"/>
          <p:cNvSpPr>
            <a:spLocks noChangeArrowheads="1" noGrp="1"/>
          </p:cNvSpPr>
          <p:nvPr>
            <p:ph type="sldImg" idx="2"/>
          </p:nvPr>
        </p:nvSpPr>
        <p:spPr bwMode="auto">
          <a:xfrm>
            <a:off x="1143000" y="685800"/>
            <a:ext cx="4572000" cy="3429000"/>
          </a:xfrm>
          <a:prstGeom prst="rect">
            <a:avLst/>
          </a:prstGeom>
        </p:spPr>
      </p:sp>
      <p:sp>
        <p:nvSpPr>
          <p:cNvPr id="780184589"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098131330" name="SlidePicture1"/>
          <p:cNvSpPr>
            <a:spLocks noChangeArrowheads="1" noGrp="1"/>
          </p:cNvSpPr>
          <p:nvPr>
            <p:ph type="sldImg" idx="2"/>
          </p:nvPr>
        </p:nvSpPr>
        <p:spPr bwMode="auto">
          <a:xfrm>
            <a:off x="1143000" y="685800"/>
            <a:ext cx="4572000" cy="3429000"/>
          </a:xfrm>
          <a:prstGeom prst="rect">
            <a:avLst/>
          </a:prstGeom>
        </p:spPr>
      </p:sp>
      <p:sp>
        <p:nvSpPr>
          <p:cNvPr id="98460425"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802417628" name="SlidePicture1"/>
          <p:cNvSpPr>
            <a:spLocks noChangeArrowheads="1" noGrp="1"/>
          </p:cNvSpPr>
          <p:nvPr>
            <p:ph type="sldImg" idx="2"/>
          </p:nvPr>
        </p:nvSpPr>
        <p:spPr bwMode="auto">
          <a:xfrm>
            <a:off x="1143000" y="685800"/>
            <a:ext cx="4572000" cy="3429000"/>
          </a:xfrm>
          <a:prstGeom prst="rect">
            <a:avLst/>
          </a:prstGeom>
        </p:spPr>
      </p:sp>
      <p:sp>
        <p:nvSpPr>
          <p:cNvPr id="1848249940"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960312856" name="SlidePicture1"/>
          <p:cNvSpPr>
            <a:spLocks noChangeArrowheads="1" noGrp="1"/>
          </p:cNvSpPr>
          <p:nvPr>
            <p:ph type="sldImg" idx="2"/>
          </p:nvPr>
        </p:nvSpPr>
        <p:spPr bwMode="auto">
          <a:xfrm>
            <a:off x="1143000" y="685800"/>
            <a:ext cx="4572000" cy="3429000"/>
          </a:xfrm>
          <a:prstGeom prst="rect">
            <a:avLst/>
          </a:prstGeom>
        </p:spPr>
      </p:sp>
      <p:sp>
        <p:nvSpPr>
          <p:cNvPr id="1610326428"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095674239" name="SlidePicture1"/>
          <p:cNvSpPr>
            <a:spLocks noChangeArrowheads="1" noGrp="1"/>
          </p:cNvSpPr>
          <p:nvPr>
            <p:ph type="sldImg" idx="2"/>
          </p:nvPr>
        </p:nvSpPr>
        <p:spPr bwMode="auto">
          <a:xfrm>
            <a:off x="1143000" y="685800"/>
            <a:ext cx="4572000" cy="3429000"/>
          </a:xfrm>
          <a:prstGeom prst="rect">
            <a:avLst/>
          </a:prstGeom>
        </p:spPr>
      </p:sp>
      <p:sp>
        <p:nvSpPr>
          <p:cNvPr id="2061248773"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294488319" name="SlidePicture1"/>
          <p:cNvSpPr>
            <a:spLocks noChangeArrowheads="1" noGrp="1"/>
          </p:cNvSpPr>
          <p:nvPr>
            <p:ph type="sldImg" idx="2"/>
          </p:nvPr>
        </p:nvSpPr>
        <p:spPr bwMode="auto">
          <a:xfrm>
            <a:off x="1143000" y="685800"/>
            <a:ext cx="4572000" cy="3429000"/>
          </a:xfrm>
          <a:prstGeom prst="rect">
            <a:avLst/>
          </a:prstGeom>
        </p:spPr>
      </p:sp>
      <p:sp>
        <p:nvSpPr>
          <p:cNvPr id="268876739"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986774152" name="SlidePicture1"/>
          <p:cNvSpPr>
            <a:spLocks noChangeArrowheads="1" noGrp="1"/>
          </p:cNvSpPr>
          <p:nvPr>
            <p:ph type="sldImg" idx="2"/>
          </p:nvPr>
        </p:nvSpPr>
        <p:spPr bwMode="auto">
          <a:xfrm>
            <a:off x="1143000" y="685800"/>
            <a:ext cx="4572000" cy="3429000"/>
          </a:xfrm>
          <a:prstGeom prst="rect">
            <a:avLst/>
          </a:prstGeom>
        </p:spPr>
      </p:sp>
      <p:sp>
        <p:nvSpPr>
          <p:cNvPr id="1335156745"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865639825" name="SlidePicture1"/>
          <p:cNvSpPr>
            <a:spLocks noChangeArrowheads="1" noGrp="1"/>
          </p:cNvSpPr>
          <p:nvPr>
            <p:ph type="sldImg" idx="2"/>
          </p:nvPr>
        </p:nvSpPr>
        <p:spPr bwMode="auto">
          <a:xfrm>
            <a:off x="1143000" y="685800"/>
            <a:ext cx="4572000" cy="3429000"/>
          </a:xfrm>
          <a:prstGeom prst="rect">
            <a:avLst/>
          </a:prstGeom>
        </p:spPr>
      </p:sp>
      <p:sp>
        <p:nvSpPr>
          <p:cNvPr id="1192496170"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278532301" name="SlidePicture1"/>
          <p:cNvSpPr>
            <a:spLocks noChangeArrowheads="1" noGrp="1"/>
          </p:cNvSpPr>
          <p:nvPr>
            <p:ph type="sldImg" idx="2"/>
          </p:nvPr>
        </p:nvSpPr>
        <p:spPr bwMode="auto">
          <a:xfrm>
            <a:off x="1143000" y="685800"/>
            <a:ext cx="4572000" cy="3429000"/>
          </a:xfrm>
          <a:prstGeom prst="rect">
            <a:avLst/>
          </a:prstGeom>
        </p:spPr>
      </p:sp>
      <p:sp>
        <p:nvSpPr>
          <p:cNvPr id="1659493170"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715017737" name="SlidePicture1"/>
          <p:cNvSpPr>
            <a:spLocks noChangeArrowheads="1" noGrp="1"/>
          </p:cNvSpPr>
          <p:nvPr>
            <p:ph type="sldImg" idx="2"/>
          </p:nvPr>
        </p:nvSpPr>
        <p:spPr bwMode="auto">
          <a:xfrm>
            <a:off x="1143000" y="685800"/>
            <a:ext cx="4572000" cy="3429000"/>
          </a:xfrm>
          <a:prstGeom prst="rect">
            <a:avLst/>
          </a:prstGeom>
        </p:spPr>
      </p:sp>
      <p:sp>
        <p:nvSpPr>
          <p:cNvPr id="1593268019"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649586714" name="SlidePicture1"/>
          <p:cNvSpPr>
            <a:spLocks noChangeArrowheads="1" noGrp="1"/>
          </p:cNvSpPr>
          <p:nvPr>
            <p:ph type="sldImg" idx="2"/>
          </p:nvPr>
        </p:nvSpPr>
        <p:spPr bwMode="auto">
          <a:xfrm>
            <a:off x="1143000" y="685800"/>
            <a:ext cx="4572000" cy="3429000"/>
          </a:xfrm>
          <a:prstGeom prst="rect">
            <a:avLst/>
          </a:prstGeom>
        </p:spPr>
      </p:sp>
      <p:sp>
        <p:nvSpPr>
          <p:cNvPr id="974428004"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06310201" name="SlidePicture1"/>
          <p:cNvSpPr>
            <a:spLocks noChangeArrowheads="1" noGrp="1"/>
          </p:cNvSpPr>
          <p:nvPr>
            <p:ph type="sldImg" idx="2"/>
          </p:nvPr>
        </p:nvSpPr>
        <p:spPr bwMode="auto">
          <a:xfrm>
            <a:off x="1143000" y="685800"/>
            <a:ext cx="4572000" cy="3429000"/>
          </a:xfrm>
          <a:prstGeom prst="rect">
            <a:avLst/>
          </a:prstGeom>
        </p:spPr>
      </p:sp>
      <p:sp>
        <p:nvSpPr>
          <p:cNvPr id="305488520"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383923549" name="SlidePicture1"/>
          <p:cNvSpPr>
            <a:spLocks noChangeArrowheads="1" noGrp="1"/>
          </p:cNvSpPr>
          <p:nvPr>
            <p:ph type="sldImg" idx="2"/>
          </p:nvPr>
        </p:nvSpPr>
        <p:spPr bwMode="auto">
          <a:xfrm>
            <a:off x="1143000" y="685800"/>
            <a:ext cx="4572000" cy="3429000"/>
          </a:xfrm>
          <a:prstGeom prst="rect">
            <a:avLst/>
          </a:prstGeom>
        </p:spPr>
      </p:sp>
      <p:sp>
        <p:nvSpPr>
          <p:cNvPr id="1651194169"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2111175526" name="SlidePicture1"/>
          <p:cNvSpPr>
            <a:spLocks noChangeArrowheads="1" noGrp="1"/>
          </p:cNvSpPr>
          <p:nvPr>
            <p:ph type="sldImg" idx="2"/>
          </p:nvPr>
        </p:nvSpPr>
        <p:spPr bwMode="auto">
          <a:xfrm>
            <a:off x="1143000" y="685800"/>
            <a:ext cx="4572000" cy="3429000"/>
          </a:xfrm>
          <a:prstGeom prst="rect">
            <a:avLst/>
          </a:prstGeom>
        </p:spPr>
      </p:sp>
      <p:sp>
        <p:nvSpPr>
          <p:cNvPr id="1580351758"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2109452890" name="SlidePicture1"/>
          <p:cNvSpPr>
            <a:spLocks noChangeArrowheads="1" noGrp="1"/>
          </p:cNvSpPr>
          <p:nvPr>
            <p:ph type="sldImg" idx="2"/>
          </p:nvPr>
        </p:nvSpPr>
        <p:spPr bwMode="auto">
          <a:xfrm>
            <a:off x="1143000" y="685800"/>
            <a:ext cx="4572000" cy="3429000"/>
          </a:xfrm>
          <a:prstGeom prst="rect">
            <a:avLst/>
          </a:prstGeom>
        </p:spPr>
      </p:sp>
      <p:sp>
        <p:nvSpPr>
          <p:cNvPr id="1604957659"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371245608" name="SlidePicture1"/>
          <p:cNvSpPr>
            <a:spLocks noChangeArrowheads="1" noGrp="1"/>
          </p:cNvSpPr>
          <p:nvPr>
            <p:ph type="sldImg" idx="2"/>
          </p:nvPr>
        </p:nvSpPr>
        <p:spPr bwMode="auto">
          <a:xfrm>
            <a:off x="1143000" y="685800"/>
            <a:ext cx="4572000" cy="3429000"/>
          </a:xfrm>
          <a:prstGeom prst="rect">
            <a:avLst/>
          </a:prstGeom>
        </p:spPr>
      </p:sp>
      <p:sp>
        <p:nvSpPr>
          <p:cNvPr id="475862576"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633739525" name="SlidePicture1"/>
          <p:cNvSpPr>
            <a:spLocks noChangeArrowheads="1" noGrp="1"/>
          </p:cNvSpPr>
          <p:nvPr>
            <p:ph type="sldImg" idx="2"/>
          </p:nvPr>
        </p:nvSpPr>
        <p:spPr bwMode="auto">
          <a:xfrm>
            <a:off x="1143000" y="685800"/>
            <a:ext cx="4572000" cy="3429000"/>
          </a:xfrm>
          <a:prstGeom prst="rect">
            <a:avLst/>
          </a:prstGeom>
        </p:spPr>
      </p:sp>
      <p:sp>
        <p:nvSpPr>
          <p:cNvPr id="997559320"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2029466044" name="SlidePicture1"/>
          <p:cNvSpPr>
            <a:spLocks noChangeArrowheads="1" noGrp="1"/>
          </p:cNvSpPr>
          <p:nvPr>
            <p:ph type="sldImg" idx="2"/>
          </p:nvPr>
        </p:nvSpPr>
        <p:spPr bwMode="auto">
          <a:xfrm>
            <a:off x="1143000" y="685800"/>
            <a:ext cx="4572000" cy="3429000"/>
          </a:xfrm>
          <a:prstGeom prst="rect">
            <a:avLst/>
          </a:prstGeom>
        </p:spPr>
      </p:sp>
      <p:sp>
        <p:nvSpPr>
          <p:cNvPr id="214466809"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004866865" name="SlidePicture1"/>
          <p:cNvSpPr>
            <a:spLocks noChangeArrowheads="1" noGrp="1"/>
          </p:cNvSpPr>
          <p:nvPr>
            <p:ph type="sldImg" idx="2"/>
          </p:nvPr>
        </p:nvSpPr>
        <p:spPr bwMode="auto">
          <a:xfrm>
            <a:off x="1143000" y="685800"/>
            <a:ext cx="4572000" cy="3429000"/>
          </a:xfrm>
          <a:prstGeom prst="rect">
            <a:avLst/>
          </a:prstGeom>
        </p:spPr>
      </p:sp>
      <p:sp>
        <p:nvSpPr>
          <p:cNvPr id="1888912378"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7631378" name="SlidePicture1"/>
          <p:cNvSpPr>
            <a:spLocks noChangeArrowheads="1" noGrp="1"/>
          </p:cNvSpPr>
          <p:nvPr>
            <p:ph type="sldImg" idx="2"/>
          </p:nvPr>
        </p:nvSpPr>
        <p:spPr bwMode="auto">
          <a:xfrm>
            <a:off x="1143000" y="685800"/>
            <a:ext cx="4572000" cy="3429000"/>
          </a:xfrm>
          <a:prstGeom prst="rect">
            <a:avLst/>
          </a:prstGeom>
        </p:spPr>
      </p:sp>
      <p:sp>
        <p:nvSpPr>
          <p:cNvPr id="64170996"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484190819" name="SlidePicture1"/>
          <p:cNvSpPr>
            <a:spLocks noChangeArrowheads="1" noGrp="1"/>
          </p:cNvSpPr>
          <p:nvPr>
            <p:ph type="sldImg" idx="2"/>
          </p:nvPr>
        </p:nvSpPr>
        <p:spPr bwMode="auto">
          <a:xfrm>
            <a:off x="1143000" y="685800"/>
            <a:ext cx="4572000" cy="3429000"/>
          </a:xfrm>
          <a:prstGeom prst="rect">
            <a:avLst/>
          </a:prstGeom>
        </p:spPr>
      </p:sp>
      <p:sp>
        <p:nvSpPr>
          <p:cNvPr id="1927425068"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360294611" name="SlidePicture1"/>
          <p:cNvSpPr>
            <a:spLocks noChangeArrowheads="1" noGrp="1"/>
          </p:cNvSpPr>
          <p:nvPr>
            <p:ph type="sldImg" idx="2"/>
          </p:nvPr>
        </p:nvSpPr>
        <p:spPr bwMode="auto">
          <a:xfrm>
            <a:off x="1143000" y="685800"/>
            <a:ext cx="4572000" cy="3429000"/>
          </a:xfrm>
          <a:prstGeom prst="rect">
            <a:avLst/>
          </a:prstGeom>
        </p:spPr>
      </p:sp>
      <p:sp>
        <p:nvSpPr>
          <p:cNvPr id="1374208649"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648901194" name="SlidePicture1"/>
          <p:cNvSpPr>
            <a:spLocks noChangeArrowheads="1" noGrp="1"/>
          </p:cNvSpPr>
          <p:nvPr>
            <p:ph type="sldImg" idx="2"/>
          </p:nvPr>
        </p:nvSpPr>
        <p:spPr bwMode="auto">
          <a:xfrm>
            <a:off x="1143000" y="685800"/>
            <a:ext cx="4572000" cy="3429000"/>
          </a:xfrm>
          <a:prstGeom prst="rect">
            <a:avLst/>
          </a:prstGeom>
        </p:spPr>
      </p:sp>
      <p:sp>
        <p:nvSpPr>
          <p:cNvPr id="1850478402"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377834361" name="SlidePicture1"/>
          <p:cNvSpPr>
            <a:spLocks noChangeArrowheads="1" noGrp="1"/>
          </p:cNvSpPr>
          <p:nvPr>
            <p:ph type="sldImg" idx="2"/>
          </p:nvPr>
        </p:nvSpPr>
        <p:spPr bwMode="auto">
          <a:xfrm>
            <a:off x="1143000" y="685800"/>
            <a:ext cx="4572000" cy="3429000"/>
          </a:xfrm>
          <a:prstGeom prst="rect">
            <a:avLst/>
          </a:prstGeom>
        </p:spPr>
      </p:sp>
      <p:sp>
        <p:nvSpPr>
          <p:cNvPr id="2060571324"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464087898" name="SlidePicture1"/>
          <p:cNvSpPr>
            <a:spLocks noChangeArrowheads="1" noGrp="1"/>
          </p:cNvSpPr>
          <p:nvPr>
            <p:ph type="sldImg" idx="2"/>
          </p:nvPr>
        </p:nvSpPr>
        <p:spPr bwMode="auto">
          <a:xfrm>
            <a:off x="1143000" y="685800"/>
            <a:ext cx="4572000" cy="3429000"/>
          </a:xfrm>
          <a:prstGeom prst="rect">
            <a:avLst/>
          </a:prstGeom>
        </p:spPr>
      </p:sp>
      <p:sp>
        <p:nvSpPr>
          <p:cNvPr id="925649128"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244087704" name="SlidePicture1"/>
          <p:cNvSpPr>
            <a:spLocks noChangeArrowheads="1" noGrp="1"/>
          </p:cNvSpPr>
          <p:nvPr>
            <p:ph type="sldImg" idx="2"/>
          </p:nvPr>
        </p:nvSpPr>
        <p:spPr bwMode="auto">
          <a:xfrm>
            <a:off x="1143000" y="685800"/>
            <a:ext cx="4572000" cy="3429000"/>
          </a:xfrm>
          <a:prstGeom prst="rect">
            <a:avLst/>
          </a:prstGeom>
        </p:spPr>
      </p:sp>
      <p:sp>
        <p:nvSpPr>
          <p:cNvPr id="1200480380"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924569448" name="SlidePicture1"/>
          <p:cNvSpPr>
            <a:spLocks noChangeArrowheads="1" noGrp="1"/>
          </p:cNvSpPr>
          <p:nvPr>
            <p:ph type="sldImg" idx="2"/>
          </p:nvPr>
        </p:nvSpPr>
        <p:spPr bwMode="auto">
          <a:xfrm>
            <a:off x="1143000" y="685800"/>
            <a:ext cx="4572000" cy="3429000"/>
          </a:xfrm>
          <a:prstGeom prst="rect">
            <a:avLst/>
          </a:prstGeom>
        </p:spPr>
      </p:sp>
      <p:sp>
        <p:nvSpPr>
          <p:cNvPr id="1506082769"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942388570" name="SlidePicture1"/>
          <p:cNvSpPr>
            <a:spLocks noChangeArrowheads="1" noGrp="1"/>
          </p:cNvSpPr>
          <p:nvPr>
            <p:ph type="sldImg" idx="2"/>
          </p:nvPr>
        </p:nvSpPr>
        <p:spPr bwMode="auto">
          <a:xfrm>
            <a:off x="1143000" y="685800"/>
            <a:ext cx="4572000" cy="3429000"/>
          </a:xfrm>
          <a:prstGeom prst="rect">
            <a:avLst/>
          </a:prstGeom>
        </p:spPr>
      </p:sp>
      <p:sp>
        <p:nvSpPr>
          <p:cNvPr id="1090390613"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2104968634" name="SlidePicture1"/>
          <p:cNvSpPr>
            <a:spLocks noChangeArrowheads="1" noGrp="1"/>
          </p:cNvSpPr>
          <p:nvPr>
            <p:ph type="sldImg" idx="2"/>
          </p:nvPr>
        </p:nvSpPr>
        <p:spPr bwMode="auto">
          <a:xfrm>
            <a:off x="1143000" y="685800"/>
            <a:ext cx="4572000" cy="3429000"/>
          </a:xfrm>
          <a:prstGeom prst="rect">
            <a:avLst/>
          </a:prstGeom>
        </p:spPr>
      </p:sp>
      <p:sp>
        <p:nvSpPr>
          <p:cNvPr id="1545908052"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994002841" name="SlidePicture1"/>
          <p:cNvSpPr>
            <a:spLocks noChangeArrowheads="1" noGrp="1"/>
          </p:cNvSpPr>
          <p:nvPr>
            <p:ph type="sldImg" idx="2"/>
          </p:nvPr>
        </p:nvSpPr>
        <p:spPr bwMode="auto">
          <a:xfrm>
            <a:off x="1143000" y="685800"/>
            <a:ext cx="4572000" cy="3429000"/>
          </a:xfrm>
          <a:prstGeom prst="rect">
            <a:avLst/>
          </a:prstGeom>
        </p:spPr>
      </p:sp>
      <p:sp>
        <p:nvSpPr>
          <p:cNvPr id="605249542"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853006128" name="SlidePicture1"/>
          <p:cNvSpPr>
            <a:spLocks noChangeArrowheads="1" noGrp="1"/>
          </p:cNvSpPr>
          <p:nvPr>
            <p:ph type="sldImg" idx="2"/>
          </p:nvPr>
        </p:nvSpPr>
        <p:spPr bwMode="auto">
          <a:xfrm>
            <a:off x="1143000" y="685800"/>
            <a:ext cx="4572000" cy="3429000"/>
          </a:xfrm>
          <a:prstGeom prst="rect">
            <a:avLst/>
          </a:prstGeom>
        </p:spPr>
      </p:sp>
      <p:sp>
        <p:nvSpPr>
          <p:cNvPr id="2088471525"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962457720" name="SlidePicture1"/>
          <p:cNvSpPr>
            <a:spLocks noChangeArrowheads="1" noGrp="1"/>
          </p:cNvSpPr>
          <p:nvPr>
            <p:ph type="sldImg" idx="2"/>
          </p:nvPr>
        </p:nvSpPr>
        <p:spPr bwMode="auto">
          <a:xfrm>
            <a:off x="1143000" y="685800"/>
            <a:ext cx="4572000" cy="3429000"/>
          </a:xfrm>
          <a:prstGeom prst="rect">
            <a:avLst/>
          </a:prstGeom>
        </p:spPr>
      </p:sp>
      <p:sp>
        <p:nvSpPr>
          <p:cNvPr id="2084878684"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865669623" name="SlidePicture1"/>
          <p:cNvSpPr>
            <a:spLocks noChangeArrowheads="1" noGrp="1"/>
          </p:cNvSpPr>
          <p:nvPr>
            <p:ph type="sldImg" idx="2"/>
          </p:nvPr>
        </p:nvSpPr>
        <p:spPr bwMode="auto">
          <a:xfrm>
            <a:off x="1143000" y="685800"/>
            <a:ext cx="4572000" cy="3429000"/>
          </a:xfrm>
          <a:prstGeom prst="rect">
            <a:avLst/>
          </a:prstGeom>
        </p:spPr>
      </p:sp>
      <p:sp>
        <p:nvSpPr>
          <p:cNvPr id="1533424651"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250892438" name="SlidePicture1"/>
          <p:cNvSpPr>
            <a:spLocks noChangeArrowheads="1" noGrp="1"/>
          </p:cNvSpPr>
          <p:nvPr>
            <p:ph type="sldImg" idx="2"/>
          </p:nvPr>
        </p:nvSpPr>
        <p:spPr bwMode="auto">
          <a:xfrm>
            <a:off x="1143000" y="685800"/>
            <a:ext cx="4572000" cy="3429000"/>
          </a:xfrm>
          <a:prstGeom prst="rect">
            <a:avLst/>
          </a:prstGeom>
        </p:spPr>
      </p:sp>
      <p:sp>
        <p:nvSpPr>
          <p:cNvPr id="1213242656"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2058874909" name="SlidePicture1"/>
          <p:cNvSpPr>
            <a:spLocks noChangeArrowheads="1" noGrp="1"/>
          </p:cNvSpPr>
          <p:nvPr>
            <p:ph type="sldImg" idx="2"/>
          </p:nvPr>
        </p:nvSpPr>
        <p:spPr bwMode="auto">
          <a:xfrm>
            <a:off x="1143000" y="685800"/>
            <a:ext cx="4572000" cy="3429000"/>
          </a:xfrm>
          <a:prstGeom prst="rect">
            <a:avLst/>
          </a:prstGeom>
        </p:spPr>
      </p:sp>
      <p:sp>
        <p:nvSpPr>
          <p:cNvPr id="10177496"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552085030" name="SlidePicture1"/>
          <p:cNvSpPr>
            <a:spLocks noChangeArrowheads="1" noGrp="1"/>
          </p:cNvSpPr>
          <p:nvPr>
            <p:ph type="sldImg" idx="2"/>
          </p:nvPr>
        </p:nvSpPr>
        <p:spPr bwMode="auto">
          <a:xfrm>
            <a:off x="1143000" y="685800"/>
            <a:ext cx="4572000" cy="3429000"/>
          </a:xfrm>
          <a:prstGeom prst="rect">
            <a:avLst/>
          </a:prstGeom>
        </p:spPr>
      </p:sp>
      <p:sp>
        <p:nvSpPr>
          <p:cNvPr id="177144548"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36985538" name="SlidePicture1"/>
          <p:cNvSpPr>
            <a:spLocks noChangeArrowheads="1" noGrp="1"/>
          </p:cNvSpPr>
          <p:nvPr>
            <p:ph type="sldImg" idx="2"/>
          </p:nvPr>
        </p:nvSpPr>
        <p:spPr bwMode="auto">
          <a:xfrm>
            <a:off x="1143000" y="685800"/>
            <a:ext cx="4572000" cy="3429000"/>
          </a:xfrm>
          <a:prstGeom prst="rect">
            <a:avLst/>
          </a:prstGeom>
        </p:spPr>
      </p:sp>
      <p:sp>
        <p:nvSpPr>
          <p:cNvPr id="242098712"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34125250" name="SlidePicture1"/>
          <p:cNvSpPr>
            <a:spLocks noChangeArrowheads="1" noGrp="1"/>
          </p:cNvSpPr>
          <p:nvPr>
            <p:ph type="sldImg" idx="2"/>
          </p:nvPr>
        </p:nvSpPr>
        <p:spPr bwMode="auto">
          <a:xfrm>
            <a:off x="1143000" y="685800"/>
            <a:ext cx="4572000" cy="3429000"/>
          </a:xfrm>
          <a:prstGeom prst="rect">
            <a:avLst/>
          </a:prstGeom>
        </p:spPr>
      </p:sp>
      <p:sp>
        <p:nvSpPr>
          <p:cNvPr id="1329029667"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549652279" name="SlidePicture1"/>
          <p:cNvSpPr>
            <a:spLocks noChangeArrowheads="1" noGrp="1"/>
          </p:cNvSpPr>
          <p:nvPr>
            <p:ph type="sldImg" idx="2"/>
          </p:nvPr>
        </p:nvSpPr>
        <p:spPr bwMode="auto">
          <a:xfrm>
            <a:off x="1143000" y="685800"/>
            <a:ext cx="4572000" cy="3429000"/>
          </a:xfrm>
          <a:prstGeom prst="rect">
            <a:avLst/>
          </a:prstGeom>
        </p:spPr>
      </p:sp>
      <p:sp>
        <p:nvSpPr>
          <p:cNvPr id="578406492"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593205532" name="SlidePicture1"/>
          <p:cNvSpPr>
            <a:spLocks noChangeArrowheads="1" noGrp="1"/>
          </p:cNvSpPr>
          <p:nvPr>
            <p:ph type="sldImg" idx="2"/>
          </p:nvPr>
        </p:nvSpPr>
        <p:spPr bwMode="auto">
          <a:xfrm>
            <a:off x="1143000" y="685800"/>
            <a:ext cx="4572000" cy="3429000"/>
          </a:xfrm>
          <a:prstGeom prst="rect">
            <a:avLst/>
          </a:prstGeom>
        </p:spPr>
      </p:sp>
      <p:sp>
        <p:nvSpPr>
          <p:cNvPr id="699909645"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490699448" name="SlidePicture1"/>
          <p:cNvSpPr>
            <a:spLocks noChangeArrowheads="1" noGrp="1"/>
          </p:cNvSpPr>
          <p:nvPr>
            <p:ph type="sldImg" idx="2"/>
          </p:nvPr>
        </p:nvSpPr>
        <p:spPr bwMode="auto">
          <a:xfrm>
            <a:off x="1143000" y="685800"/>
            <a:ext cx="4572000" cy="3429000"/>
          </a:xfrm>
          <a:prstGeom prst="rect">
            <a:avLst/>
          </a:prstGeom>
        </p:spPr>
      </p:sp>
      <p:sp>
        <p:nvSpPr>
          <p:cNvPr id="37720009"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839882967" name="SlidePicture1"/>
          <p:cNvSpPr>
            <a:spLocks noChangeArrowheads="1" noGrp="1"/>
          </p:cNvSpPr>
          <p:nvPr>
            <p:ph type="sldImg" idx="2"/>
          </p:nvPr>
        </p:nvSpPr>
        <p:spPr bwMode="auto">
          <a:xfrm>
            <a:off x="1143000" y="685800"/>
            <a:ext cx="4572000" cy="3429000"/>
          </a:xfrm>
          <a:prstGeom prst="rect">
            <a:avLst/>
          </a:prstGeom>
        </p:spPr>
      </p:sp>
      <p:sp>
        <p:nvSpPr>
          <p:cNvPr id="742000961"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2020214564" name="SlidePicture1"/>
          <p:cNvSpPr>
            <a:spLocks noChangeArrowheads="1" noGrp="1"/>
          </p:cNvSpPr>
          <p:nvPr>
            <p:ph type="sldImg" idx="2"/>
          </p:nvPr>
        </p:nvSpPr>
        <p:spPr bwMode="auto">
          <a:xfrm>
            <a:off x="1143000" y="685800"/>
            <a:ext cx="4572000" cy="3429000"/>
          </a:xfrm>
          <a:prstGeom prst="rect">
            <a:avLst/>
          </a:prstGeom>
        </p:spPr>
      </p:sp>
      <p:sp>
        <p:nvSpPr>
          <p:cNvPr id="1079007772"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375368168" name="SlidePicture1"/>
          <p:cNvSpPr>
            <a:spLocks noChangeArrowheads="1" noGrp="1"/>
          </p:cNvSpPr>
          <p:nvPr>
            <p:ph type="sldImg" idx="2"/>
          </p:nvPr>
        </p:nvSpPr>
        <p:spPr bwMode="auto">
          <a:xfrm>
            <a:off x="1143000" y="685800"/>
            <a:ext cx="4572000" cy="3429000"/>
          </a:xfrm>
          <a:prstGeom prst="rect">
            <a:avLst/>
          </a:prstGeom>
        </p:spPr>
      </p:sp>
      <p:sp>
        <p:nvSpPr>
          <p:cNvPr id="880746421"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419988454" name="SlidePicture1"/>
          <p:cNvSpPr>
            <a:spLocks noChangeArrowheads="1" noGrp="1"/>
          </p:cNvSpPr>
          <p:nvPr>
            <p:ph type="sldImg" idx="2"/>
          </p:nvPr>
        </p:nvSpPr>
        <p:spPr bwMode="auto">
          <a:xfrm>
            <a:off x="1143000" y="685800"/>
            <a:ext cx="4572000" cy="3429000"/>
          </a:xfrm>
          <a:prstGeom prst="rect">
            <a:avLst/>
          </a:prstGeom>
        </p:spPr>
      </p:sp>
      <p:sp>
        <p:nvSpPr>
          <p:cNvPr id="803985506"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154346814" name="SlidePicture1"/>
          <p:cNvSpPr>
            <a:spLocks noChangeArrowheads="1" noGrp="1"/>
          </p:cNvSpPr>
          <p:nvPr>
            <p:ph type="sldImg" idx="2"/>
          </p:nvPr>
        </p:nvSpPr>
        <p:spPr bwMode="auto">
          <a:xfrm>
            <a:off x="1143000" y="685800"/>
            <a:ext cx="4572000" cy="3429000"/>
          </a:xfrm>
          <a:prstGeom prst="rect">
            <a:avLst/>
          </a:prstGeom>
        </p:spPr>
      </p:sp>
      <p:sp>
        <p:nvSpPr>
          <p:cNvPr id="1706238317"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1852413838" name="SlidePicture1"/>
          <p:cNvSpPr>
            <a:spLocks noChangeArrowheads="1" noGrp="1"/>
          </p:cNvSpPr>
          <p:nvPr>
            <p:ph type="sldImg" idx="2"/>
          </p:nvPr>
        </p:nvSpPr>
        <p:spPr bwMode="auto">
          <a:xfrm>
            <a:off x="1143000" y="685800"/>
            <a:ext cx="4572000" cy="3429000"/>
          </a:xfrm>
          <a:prstGeom prst="rect">
            <a:avLst/>
          </a:prstGeom>
        </p:spPr>
      </p:sp>
      <p:sp>
        <p:nvSpPr>
          <p:cNvPr id="65310528"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0">
  <p:cSld name="">
    <p:bg>
      <p:bgPr shadeToTitle="0">
        <a:solidFill>
          <a:schemeClr val="bg1"/>
        </a:solidFill>
      </p:bgPr>
    </p:bg>
    <p:spTree>
      <p:nvGrpSpPr>
        <p:cNvPr id="1" name=""/>
        <p:cNvGrpSpPr/>
        <p:nvPr/>
      </p:nvGrpSpPr>
      <p:grpSpPr bwMode="auto">
        <a:xfrm>
          <a:off x="0" y="0"/>
          <a:ext cx="0" cy="0"/>
          <a:chOff x="0" y="0"/>
          <a:chExt cx="0" cy="0"/>
        </a:xfrm>
      </p:grpSpPr>
      <p:sp>
        <p:nvSpPr>
          <p:cNvPr id="2134200104" name="SlidePicture1"/>
          <p:cNvSpPr>
            <a:spLocks noChangeArrowheads="1" noGrp="1"/>
          </p:cNvSpPr>
          <p:nvPr>
            <p:ph type="sldImg" idx="2"/>
          </p:nvPr>
        </p:nvSpPr>
        <p:spPr bwMode="auto">
          <a:xfrm>
            <a:off x="1143000" y="685800"/>
            <a:ext cx="4572000" cy="3429000"/>
          </a:xfrm>
          <a:prstGeom prst="rect">
            <a:avLst/>
          </a:prstGeom>
        </p:spPr>
      </p:sp>
      <p:sp>
        <p:nvSpPr>
          <p:cNvPr id="694887990" name="SlideText1"/>
          <p:cNvSpPr>
            <a:spLocks noChangeArrowheads="1" noGrp="1"/>
          </p:cNvSpPr>
          <p:nvPr>
            <p:ph type="body" idx="3"/>
          </p:nvPr>
        </p:nvSpPr>
        <p:spPr bwMode="auto">
          <a:xfrm>
            <a:off x="685800" y="4343400"/>
            <a:ext cx="5486400" cy="4114800"/>
          </a:xfrm>
          <a:prstGeom prst="rect">
            <a:avLst/>
          </a:prstGeom>
        </p:spPr>
        <p:txBody>
          <a:bodyPr vert="horz" wrap="square" numCol="1" spcCol="215899" anchor="t">
            <a:prstTxWarp prst="textNoShape"/>
          </a:bodyPr>
          <a:lstStyle/>
          <a:p>
            <a:pPr>
              <a:defRPr/>
            </a:pPr>
            <a:endParaRPr/>
          </a:p>
        </p:txBody>
      </p:sp>
    </p:spTree>
  </p:cSld>
  <p:clrMapOvr>
    <a:overrideClrMapping bg1="lt1" tx1="dk1" bg2="lt2" tx2="dk2" accent1="accent1" accent2="accent2" accent3="accent3" accent4="accent4" accent5="accent5" accent6="accent6" hlink="hlink" folHlink="folHlink"/>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767235918" name="Title 1"/>
          <p:cNvSpPr>
            <a:spLocks noChangeArrowheads="1" noGrp="1"/>
          </p:cNvSpPr>
          <p:nvPr>
            <p:ph type="ctrTitle"/>
          </p:nvPr>
        </p:nvSpPr>
        <p:spPr bwMode="auto">
          <a:xfrm>
            <a:off x="685800" y="2130425"/>
            <a:ext cx="7772400" cy="1470025"/>
          </a:xfrm>
        </p:spPr>
        <p:txBody>
          <a:bodyPr/>
          <a:lstStyle/>
          <a:p>
            <a:pPr>
              <a:defRPr/>
            </a:pPr>
            <a:r>
              <a:rPr/>
              <a:t>Click </a:t>
            </a:r>
            <a:r>
              <a:rPr/>
              <a:t>to edit Master </a:t>
            </a:r>
            <a:r>
              <a:rPr/>
              <a:t>title </a:t>
            </a:r>
            <a:r>
              <a:rPr/>
              <a:t>style</a:t>
            </a:r>
            <a:endParaRPr/>
          </a:p>
        </p:txBody>
      </p:sp>
      <p:sp>
        <p:nvSpPr>
          <p:cNvPr id="1740320652" name="Subtitle 2"/>
          <p:cNvSpPr>
            <a:spLocks noChangeArrowheads="1" noGrp="1"/>
          </p:cNvSpPr>
          <p:nvPr>
            <p:ph type="subTitle" idx="1"/>
          </p:nvPr>
        </p:nvSpPr>
        <p:spPr bwMode="auto">
          <a:xfrm>
            <a:off x="1371600" y="3886200"/>
            <a:ext cx="6400800" cy="1752599"/>
          </a:xfrm>
        </p:spPr>
        <p:txBody>
          <a:bodyPr/>
          <a:lstStyle>
            <a:lvl1pPr marL="0" indent="0" algn="ctr">
              <a:buNone/>
              <a:defRPr cap="none">
                <a:solidFill>
                  <a:srgbClr val="8C8C8C"/>
                </a:solidFill>
              </a:defRPr>
            </a:lvl1pPr>
            <a:lvl2pPr marL="457200" indent="0" algn="ctr">
              <a:buNone/>
              <a:defRPr cap="none">
                <a:solidFill>
                  <a:srgbClr val="8C8C8C"/>
                </a:solidFill>
              </a:defRPr>
            </a:lvl2pPr>
            <a:lvl3pPr marL="914400" indent="0" algn="ctr">
              <a:buNone/>
              <a:defRPr cap="none">
                <a:solidFill>
                  <a:srgbClr val="8C8C8C"/>
                </a:solidFill>
              </a:defRPr>
            </a:lvl3pPr>
            <a:lvl4pPr marL="1371600" indent="0" algn="ctr">
              <a:buNone/>
              <a:defRPr cap="none">
                <a:solidFill>
                  <a:srgbClr val="8C8C8C"/>
                </a:solidFill>
              </a:defRPr>
            </a:lvl4pPr>
            <a:lvl5pPr marL="1828800" indent="0" algn="ctr">
              <a:buNone/>
              <a:defRPr cap="none">
                <a:solidFill>
                  <a:srgbClr val="8C8C8C"/>
                </a:solidFill>
              </a:defRPr>
            </a:lvl5pPr>
            <a:lvl6pPr marL="2286000" indent="0" algn="ctr">
              <a:buNone/>
              <a:defRPr cap="none">
                <a:solidFill>
                  <a:srgbClr val="8C8C8C"/>
                </a:solidFill>
              </a:defRPr>
            </a:lvl6pPr>
            <a:lvl7pPr marL="2743200" indent="0" algn="ctr">
              <a:buNone/>
              <a:defRPr cap="none">
                <a:solidFill>
                  <a:srgbClr val="8C8C8C"/>
                </a:solidFill>
              </a:defRPr>
            </a:lvl7pPr>
            <a:lvl8pPr marL="3200400" indent="0" algn="ctr">
              <a:buNone/>
              <a:defRPr cap="none">
                <a:solidFill>
                  <a:srgbClr val="8C8C8C"/>
                </a:solidFill>
              </a:defRPr>
            </a:lvl8pPr>
            <a:lvl9pPr marL="3657600" indent="0" algn="ctr">
              <a:buNone/>
              <a:defRPr cap="none">
                <a:solidFill>
                  <a:srgbClr val="8C8C8C"/>
                </a:solidFill>
              </a:defRPr>
            </a:lvl9pPr>
          </a:lstStyle>
          <a:p>
            <a:pPr>
              <a:defRPr/>
            </a:pPr>
            <a:r>
              <a:rPr/>
              <a:t>Click </a:t>
            </a:r>
            <a:r>
              <a:rPr/>
              <a:t>to edit Master </a:t>
            </a:r>
            <a:r>
              <a:rPr/>
              <a:t>subtitle </a:t>
            </a:r>
            <a:r>
              <a:rPr/>
              <a:t>style</a:t>
            </a:r>
            <a:endParaRPr/>
          </a:p>
        </p:txBody>
      </p:sp>
      <p:sp>
        <p:nvSpPr>
          <p:cNvPr id="446574292" name="Date Placeholder 3"/>
          <p:cNvSpPr>
            <a:spLocks noChangeArrowheads="1" noGrp="1"/>
          </p:cNvSpPr>
          <p:nvPr>
            <p:ph type="dt" sz="half" idx="10"/>
          </p:nvPr>
        </p:nvSpPr>
        <p:spPr bwMode="auto"/>
        <p:txBody>
          <a:bodyPr/>
          <a:lstStyle/>
          <a:p>
            <a:pPr>
              <a:defRPr/>
            </a:pPr>
            <a:fld id="{C095632D-61A1-E396-EF0E-97C32E4019C2}" type="datetime1">
              <a:rPr/>
              <a:t>8/1/2011</a:t>
            </a:fld>
            <a:endParaRPr/>
          </a:p>
        </p:txBody>
      </p:sp>
      <p:sp>
        <p:nvSpPr>
          <p:cNvPr id="2145983829" name="Footer Placeholder 4"/>
          <p:cNvSpPr>
            <a:spLocks noChangeArrowheads="1" noGrp="1"/>
          </p:cNvSpPr>
          <p:nvPr>
            <p:ph type="ftr" sz="quarter" idx="11"/>
          </p:nvPr>
        </p:nvSpPr>
        <p:spPr bwMode="auto"/>
        <p:txBody>
          <a:bodyPr/>
          <a:lstStyle/>
          <a:p>
            <a:pPr>
              <a:defRPr/>
            </a:pPr>
            <a:endParaRPr/>
          </a:p>
        </p:txBody>
      </p:sp>
      <p:sp>
        <p:nvSpPr>
          <p:cNvPr id="1945477412" name="Slide Number Placeholder 5"/>
          <p:cNvSpPr>
            <a:spLocks noChangeArrowheads="1" noGrp="1"/>
          </p:cNvSpPr>
          <p:nvPr>
            <p:ph type="sldNum" sz="quarter" idx="12"/>
          </p:nvPr>
        </p:nvSpPr>
        <p:spPr bwMode="auto"/>
        <p:txBody>
          <a:bodyPr/>
          <a:lstStyle/>
          <a:p>
            <a:pPr>
              <a:defRPr/>
            </a:pPr>
            <a:fld id="{C095632D-3EEE-4C10-A0A1-C845A8EF569D}" type="slidenum">
              <a:rPr/>
              <a:t>‹#›</a:t>
            </a:fld>
            <a:endParaRPr/>
          </a:p>
        </p:txBody>
      </p:sp>
    </p:spTree>
  </p:cSld>
  <p:clrMapOvr>
    <a:masterClrMapping/>
  </p:clrMapOvr>
  <p:hf dt="1" ftr="0" hdr="0" sldNum="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2130252025" name="Title 1"/>
          <p:cNvSpPr>
            <a:spLocks noChangeArrowheads="1" noGrp="1"/>
          </p:cNvSpPr>
          <p:nvPr>
            <p:ph type="title"/>
          </p:nvPr>
        </p:nvSpPr>
        <p:spPr bwMode="auto"/>
        <p:txBody>
          <a:bodyPr/>
          <a:lstStyle/>
          <a:p>
            <a:pPr>
              <a:defRPr/>
            </a:pPr>
            <a:r>
              <a:rPr/>
              <a:t>Click </a:t>
            </a:r>
            <a:r>
              <a:rPr/>
              <a:t>to edit Master </a:t>
            </a:r>
            <a:r>
              <a:rPr/>
              <a:t>title </a:t>
            </a:r>
            <a:r>
              <a:rPr/>
              <a:t>style</a:t>
            </a:r>
            <a:endParaRPr/>
          </a:p>
        </p:txBody>
      </p:sp>
      <p:sp>
        <p:nvSpPr>
          <p:cNvPr id="1387099460" name="Content Placeholder 2"/>
          <p:cNvSpPr>
            <a:spLocks noChangeArrowheads="1" noGrp="1"/>
          </p:cNvSpPr>
          <p:nvPr>
            <p:ph idx="1"/>
          </p:nvPr>
        </p:nvSpPr>
        <p:spPr bwMode="auto"/>
        <p:txBody>
          <a:body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470664001" name="Date Placeholder 3"/>
          <p:cNvSpPr>
            <a:spLocks noChangeArrowheads="1" noGrp="1"/>
          </p:cNvSpPr>
          <p:nvPr>
            <p:ph type="dt" sz="half" idx="10"/>
          </p:nvPr>
        </p:nvSpPr>
        <p:spPr bwMode="auto"/>
        <p:txBody>
          <a:bodyPr/>
          <a:lstStyle/>
          <a:p>
            <a:pPr>
              <a:defRPr/>
            </a:pPr>
            <a:fld id="{C095632D-B4FF-D35A-B13E-420FE2704717}" type="datetime1">
              <a:rPr/>
              <a:t>8/1/2011</a:t>
            </a:fld>
            <a:endParaRPr/>
          </a:p>
        </p:txBody>
      </p:sp>
      <p:sp>
        <p:nvSpPr>
          <p:cNvPr id="1800387112" name="Footer Placeholder 4"/>
          <p:cNvSpPr>
            <a:spLocks noChangeArrowheads="1" noGrp="1"/>
          </p:cNvSpPr>
          <p:nvPr>
            <p:ph type="ftr" sz="quarter" idx="11"/>
          </p:nvPr>
        </p:nvSpPr>
        <p:spPr bwMode="auto"/>
        <p:txBody>
          <a:bodyPr/>
          <a:lstStyle/>
          <a:p>
            <a:pPr>
              <a:defRPr/>
            </a:pPr>
            <a:endParaRPr/>
          </a:p>
        </p:txBody>
      </p:sp>
      <p:sp>
        <p:nvSpPr>
          <p:cNvPr id="1719497188" name="Slide Number Placeholder 5"/>
          <p:cNvSpPr>
            <a:spLocks noChangeArrowheads="1" noGrp="1"/>
          </p:cNvSpPr>
          <p:nvPr>
            <p:ph type="sldNum" sz="quarter" idx="12"/>
          </p:nvPr>
        </p:nvSpPr>
        <p:spPr bwMode="auto"/>
        <p:txBody>
          <a:bodyPr/>
          <a:lstStyle/>
          <a:p>
            <a:pPr>
              <a:defRPr/>
            </a:pPr>
            <a:fld id="{C095632D-8EEE-EC0F-A001-785AB74F562D}" type="slidenum">
              <a:rPr/>
              <a:t>‹#›</a:t>
            </a:fld>
            <a:endParaRPr/>
          </a:p>
        </p:txBody>
      </p:sp>
    </p:spTree>
  </p:cSld>
  <p:clrMapOvr>
    <a:masterClrMapping/>
  </p:clrMapOvr>
  <p:hf dt="1" ftr="0" hdr="0" sldNum="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165986623" name="Title 1"/>
          <p:cNvSpPr>
            <a:spLocks noChangeArrowheads="1" noGrp="1"/>
          </p:cNvSpPr>
          <p:nvPr>
            <p:ph type="title"/>
          </p:nvPr>
        </p:nvSpPr>
        <p:spPr bwMode="auto">
          <a:xfrm>
            <a:off x="722630" y="4406900"/>
            <a:ext cx="7772400" cy="1362075"/>
          </a:xfrm>
        </p:spPr>
        <p:txBody>
          <a:bodyPr vert="horz" wrap="square" lIns="91440" tIns="45720" rIns="91440" bIns="45720" numCol="1" spcCol="215899" anchor="t">
            <a:prstTxWarp prst="textNoShape"/>
          </a:bodyPr>
          <a:lstStyle>
            <a:lvl1pPr algn="l">
              <a:defRPr sz="4000" b="1" cap="all"/>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r>
              <a:rPr/>
              <a:t>Click </a:t>
            </a:r>
            <a:r>
              <a:rPr/>
              <a:t>to edit Master </a:t>
            </a:r>
            <a:r>
              <a:rPr/>
              <a:t>title </a:t>
            </a:r>
            <a:r>
              <a:rPr/>
              <a:t>style</a:t>
            </a:r>
            <a:endParaRPr/>
          </a:p>
        </p:txBody>
      </p:sp>
      <p:sp>
        <p:nvSpPr>
          <p:cNvPr id="68959393" name="Text Placeholder 2"/>
          <p:cNvSpPr>
            <a:spLocks noChangeArrowheads="1" noGrp="1"/>
          </p:cNvSpPr>
          <p:nvPr>
            <p:ph idx="1"/>
          </p:nvPr>
        </p:nvSpPr>
        <p:spPr bwMode="auto">
          <a:xfrm>
            <a:off x="722630" y="2907030"/>
            <a:ext cx="7772400" cy="1499870"/>
          </a:xfrm>
        </p:spPr>
        <p:txBody>
          <a:bodyPr vert="horz" wrap="square" lIns="91440" tIns="45720" rIns="91440" bIns="45720" numCol="1" spcCol="215899" anchor="b">
            <a:prstTxWarp prst="textNoShape"/>
          </a:bodyPr>
          <a:lstStyle>
            <a:lvl1pPr marL="0" indent="0">
              <a:buNone/>
              <a:defRPr sz="2000" cap="none">
                <a:solidFill>
                  <a:srgbClr val="8C8C8C"/>
                </a:solidFill>
              </a:defRPr>
            </a:lvl1pPr>
            <a:lvl2pPr marL="457200" indent="0">
              <a:buNone/>
              <a:defRPr sz="1800" cap="none">
                <a:solidFill>
                  <a:srgbClr val="8C8C8C"/>
                </a:solidFill>
              </a:defRPr>
            </a:lvl2pPr>
            <a:lvl3pPr marL="914400" indent="0">
              <a:buNone/>
              <a:defRPr sz="1600" cap="none">
                <a:solidFill>
                  <a:srgbClr val="8C8C8C"/>
                </a:solidFill>
              </a:defRPr>
            </a:lvl3pPr>
            <a:lvl4pPr marL="1371600" indent="0">
              <a:buNone/>
              <a:defRPr sz="1400" cap="none">
                <a:solidFill>
                  <a:srgbClr val="8C8C8C"/>
                </a:solidFill>
              </a:defRPr>
            </a:lvl4pPr>
            <a:lvl5pPr marL="1828800" indent="0">
              <a:buNone/>
              <a:defRPr sz="1400" cap="none">
                <a:solidFill>
                  <a:srgbClr val="8C8C8C"/>
                </a:solidFill>
              </a:defRPr>
            </a:lvl5pPr>
            <a:lvl6pPr marL="2286000" indent="0">
              <a:buNone/>
              <a:defRPr sz="1400" cap="none">
                <a:solidFill>
                  <a:srgbClr val="8C8C8C"/>
                </a:solidFill>
              </a:defRPr>
            </a:lvl6pPr>
            <a:lvl7pPr marL="2743200" indent="0">
              <a:buNone/>
              <a:defRPr sz="1400" cap="none">
                <a:solidFill>
                  <a:srgbClr val="8C8C8C"/>
                </a:solidFill>
              </a:defRPr>
            </a:lvl7pPr>
            <a:lvl8pPr marL="3200400" indent="0">
              <a:buNone/>
              <a:defRPr sz="1400" cap="none">
                <a:solidFill>
                  <a:srgbClr val="8C8C8C"/>
                </a:solidFill>
              </a:defRPr>
            </a:lvl8pPr>
            <a:lvl9pPr marL="3657600" indent="0">
              <a:buNone/>
              <a:defRPr sz="1400" cap="none">
                <a:solidFill>
                  <a:srgbClr val="8C8C8C"/>
                </a:solidFill>
              </a:defRPr>
            </a:lvl9pPr>
          </a:lstStyle>
          <a:p>
            <a:pPr>
              <a:defRPr/>
            </a:pPr>
            <a:r>
              <a:rPr/>
              <a:t>Click </a:t>
            </a:r>
            <a:r>
              <a:rPr/>
              <a:t>to edit Master </a:t>
            </a:r>
            <a:r>
              <a:rPr/>
              <a:t>text </a:t>
            </a:r>
            <a:r>
              <a:rPr/>
              <a:t>styles</a:t>
            </a:r>
            <a:endParaRPr/>
          </a:p>
        </p:txBody>
      </p:sp>
      <p:sp>
        <p:nvSpPr>
          <p:cNvPr id="628255150" name="Date Placeholder 3"/>
          <p:cNvSpPr>
            <a:spLocks noChangeArrowheads="1" noGrp="1"/>
          </p:cNvSpPr>
          <p:nvPr>
            <p:ph type="dt" sz="half" idx="10"/>
          </p:nvPr>
        </p:nvSpPr>
        <p:spPr bwMode="auto"/>
        <p:txBody>
          <a:bodyPr/>
          <a:lstStyle/>
          <a:p>
            <a:pPr>
              <a:defRPr/>
            </a:pPr>
            <a:fld id="{C095632D-03D3-295B-9DC4-F50EE38A6BA0}" type="datetime1">
              <a:rPr/>
              <a:t>8/1/2011</a:t>
            </a:fld>
            <a:endParaRPr/>
          </a:p>
        </p:txBody>
      </p:sp>
      <p:sp>
        <p:nvSpPr>
          <p:cNvPr id="373500761" name="Footer Placeholder 4"/>
          <p:cNvSpPr>
            <a:spLocks noChangeArrowheads="1" noGrp="1"/>
          </p:cNvSpPr>
          <p:nvPr>
            <p:ph type="ftr" sz="quarter" idx="11"/>
          </p:nvPr>
        </p:nvSpPr>
        <p:spPr bwMode="auto"/>
        <p:txBody>
          <a:bodyPr/>
          <a:lstStyle/>
          <a:p>
            <a:pPr>
              <a:defRPr/>
            </a:pPr>
            <a:endParaRPr/>
          </a:p>
        </p:txBody>
      </p:sp>
      <p:sp>
        <p:nvSpPr>
          <p:cNvPr id="1664513409" name="Slide Number Placeholder 5"/>
          <p:cNvSpPr>
            <a:spLocks noChangeArrowheads="1" noGrp="1"/>
          </p:cNvSpPr>
          <p:nvPr>
            <p:ph type="sldNum" sz="quarter" idx="12"/>
          </p:nvPr>
        </p:nvSpPr>
        <p:spPr bwMode="auto"/>
        <p:txBody>
          <a:bodyPr/>
          <a:lstStyle/>
          <a:p>
            <a:pPr>
              <a:defRPr/>
            </a:pPr>
            <a:fld id="{C095632D-6B81-B2EE-CF5F-9DBB561139C8}" type="slidenum">
              <a:rPr/>
              <a:t>‹#›</a:t>
            </a:fld>
            <a:endParaRPr/>
          </a:p>
        </p:txBody>
      </p:sp>
    </p:spTree>
  </p:cSld>
  <p:clrMapOvr>
    <a:masterClrMapping/>
  </p:clrMapOvr>
  <p:hf dt="1" ftr="0" hdr="0" sldNum="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75402815" name="Title 1"/>
          <p:cNvSpPr>
            <a:spLocks noChangeArrowheads="1" noGrp="1"/>
          </p:cNvSpPr>
          <p:nvPr>
            <p:ph type="title"/>
          </p:nvPr>
        </p:nvSpPr>
        <p:spPr bwMode="auto"/>
        <p:txBody>
          <a:bodyPr/>
          <a:lstStyle/>
          <a:p>
            <a:pPr>
              <a:defRPr/>
            </a:pPr>
            <a:r>
              <a:rPr/>
              <a:t>Click </a:t>
            </a:r>
            <a:r>
              <a:rPr/>
              <a:t>to edit Master </a:t>
            </a:r>
            <a:r>
              <a:rPr/>
              <a:t>title </a:t>
            </a:r>
            <a:r>
              <a:rPr/>
              <a:t>style</a:t>
            </a:r>
            <a:endParaRPr/>
          </a:p>
        </p:txBody>
      </p:sp>
      <p:sp>
        <p:nvSpPr>
          <p:cNvPr id="458122194" name="Content Placeholder 2"/>
          <p:cNvSpPr>
            <a:spLocks noChangeArrowheads="1" noGrp="1"/>
          </p:cNvSpPr>
          <p:nvPr>
            <p:ph idx="1"/>
          </p:nvPr>
        </p:nvSpPr>
        <p:spPr bwMode="auto">
          <a:xfrm>
            <a:off x="457200" y="1600200"/>
            <a:ext cx="4038600" cy="4526280"/>
          </a:xfrm>
        </p:spPr>
        <p:txBody>
          <a:bodyPr/>
          <a:lstStyle>
            <a:lvl1pPr>
              <a:defRPr sz="2800" cap="none"/>
            </a:lvl1pPr>
            <a:lvl2pPr>
              <a:defRPr sz="2400" cap="none"/>
            </a:lvl2pPr>
            <a:lvl3pPr>
              <a:defRPr sz="2000" cap="none"/>
            </a:lvl3pPr>
            <a:lvl4pPr>
              <a:defRPr sz="1800" cap="none"/>
            </a:lvl4pPr>
            <a:lvl5pPr>
              <a:defRPr sz="1800" cap="none"/>
            </a:lvl5pPr>
            <a:lvl6pPr>
              <a:defRPr sz="1800" cap="none"/>
            </a:lvl6pPr>
            <a:lvl7pPr>
              <a:defRPr sz="1800" cap="none"/>
            </a:lvl7pPr>
            <a:lvl8pPr>
              <a:defRPr sz="1800" cap="none"/>
            </a:lvl8pPr>
            <a:lvl9pPr>
              <a:defRPr sz="1800" cap="none"/>
            </a:lvl9p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637122188" name="Content Placeholder 3"/>
          <p:cNvSpPr>
            <a:spLocks noChangeArrowheads="1" noGrp="1"/>
          </p:cNvSpPr>
          <p:nvPr>
            <p:ph idx="2"/>
          </p:nvPr>
        </p:nvSpPr>
        <p:spPr bwMode="auto">
          <a:xfrm>
            <a:off x="4648200" y="1600200"/>
            <a:ext cx="4038600" cy="4526280"/>
          </a:xfrm>
        </p:spPr>
        <p:txBody>
          <a:bodyPr/>
          <a:lstStyle>
            <a:lvl1pPr>
              <a:defRPr sz="2800" cap="none"/>
            </a:lvl1pPr>
            <a:lvl2pPr>
              <a:defRPr sz="2400" cap="none"/>
            </a:lvl2pPr>
            <a:lvl3pPr>
              <a:defRPr sz="2000" cap="none"/>
            </a:lvl3pPr>
            <a:lvl4pPr>
              <a:defRPr sz="1800" cap="none"/>
            </a:lvl4pPr>
            <a:lvl5pPr>
              <a:defRPr sz="1800" cap="none"/>
            </a:lvl5pPr>
            <a:lvl6pPr>
              <a:defRPr sz="1800" cap="none"/>
            </a:lvl6pPr>
            <a:lvl7pPr>
              <a:defRPr sz="1800" cap="none"/>
            </a:lvl7pPr>
            <a:lvl8pPr>
              <a:defRPr sz="1800" cap="none"/>
            </a:lvl8pPr>
            <a:lvl9pPr>
              <a:defRPr sz="1800" cap="none"/>
            </a:lvl9p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472573613" name="Date Placeholder 4"/>
          <p:cNvSpPr>
            <a:spLocks noChangeArrowheads="1" noGrp="1"/>
          </p:cNvSpPr>
          <p:nvPr>
            <p:ph type="dt" sz="half" idx="10"/>
          </p:nvPr>
        </p:nvSpPr>
        <p:spPr bwMode="auto"/>
        <p:txBody>
          <a:bodyPr/>
          <a:lstStyle/>
          <a:p>
            <a:pPr>
              <a:defRPr/>
            </a:pPr>
            <a:fld id="{C095632D-008F-0FD8-C1E2-F68D60AC37A3}" type="datetime1">
              <a:rPr/>
              <a:t>8/1/2011</a:t>
            </a:fld>
            <a:endParaRPr/>
          </a:p>
        </p:txBody>
      </p:sp>
      <p:sp>
        <p:nvSpPr>
          <p:cNvPr id="1988325175" name="Footer Placeholder 5"/>
          <p:cNvSpPr>
            <a:spLocks noChangeArrowheads="1" noGrp="1"/>
          </p:cNvSpPr>
          <p:nvPr>
            <p:ph type="ftr" sz="quarter" idx="11"/>
          </p:nvPr>
        </p:nvSpPr>
        <p:spPr bwMode="auto"/>
        <p:txBody>
          <a:bodyPr/>
          <a:lstStyle/>
          <a:p>
            <a:pPr>
              <a:defRPr/>
            </a:pPr>
            <a:endParaRPr/>
          </a:p>
        </p:txBody>
      </p:sp>
      <p:sp>
        <p:nvSpPr>
          <p:cNvPr id="1803703246" name="Slide Number Placeholder 6"/>
          <p:cNvSpPr>
            <a:spLocks noChangeArrowheads="1" noGrp="1"/>
          </p:cNvSpPr>
          <p:nvPr>
            <p:ph type="sldNum" sz="quarter" idx="12"/>
          </p:nvPr>
        </p:nvSpPr>
        <p:spPr bwMode="auto"/>
        <p:txBody>
          <a:bodyPr/>
          <a:lstStyle/>
          <a:p>
            <a:pPr>
              <a:defRPr/>
            </a:pPr>
            <a:fld id="{C095632D-16B9-C942-F724-E017FA6A01B5}" type="slidenum">
              <a:rPr/>
              <a:t>‹#›</a:t>
            </a:fld>
            <a:endParaRPr/>
          </a:p>
        </p:txBody>
      </p:sp>
    </p:spTree>
  </p:cSld>
  <p:clrMapOvr>
    <a:masterClrMapping/>
  </p:clrMapOvr>
  <p:hf dt="1" ftr="0" hdr="0" sldNum="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04026219" name="Title 1"/>
          <p:cNvSpPr>
            <a:spLocks noChangeArrowheads="1" noGrp="1"/>
          </p:cNvSpPr>
          <p:nvPr>
            <p:ph type="title"/>
          </p:nvPr>
        </p:nvSpPr>
        <p:spPr bwMode="auto"/>
        <p:txBody>
          <a:bodyPr/>
          <a:lstStyle/>
          <a:p>
            <a:pPr>
              <a:defRPr/>
            </a:pPr>
            <a:r>
              <a:rPr/>
              <a:t>Click </a:t>
            </a:r>
            <a:r>
              <a:rPr/>
              <a:t>to edit Master </a:t>
            </a:r>
            <a:r>
              <a:rPr/>
              <a:t>title </a:t>
            </a:r>
            <a:r>
              <a:rPr/>
              <a:t>style</a:t>
            </a:r>
            <a:endParaRPr/>
          </a:p>
        </p:txBody>
      </p:sp>
      <p:sp>
        <p:nvSpPr>
          <p:cNvPr id="615801047" name="Text Placeholder 2"/>
          <p:cNvSpPr>
            <a:spLocks noChangeArrowheads="1" noGrp="1"/>
          </p:cNvSpPr>
          <p:nvPr>
            <p:ph idx="1"/>
          </p:nvPr>
        </p:nvSpPr>
        <p:spPr bwMode="auto">
          <a:xfrm>
            <a:off x="457200" y="1535430"/>
            <a:ext cx="4040505" cy="639445"/>
          </a:xfrm>
        </p:spPr>
        <p:txBody>
          <a:bodyPr vert="horz" wrap="square" lIns="91440" tIns="45720" rIns="91440" bIns="45720" numCol="1" spcCol="215899" anchor="b">
            <a:prstTxWarp prst="textNoShape"/>
          </a:bodyPr>
          <a:lstStyle>
            <a:lvl1pPr marL="0" indent="0">
              <a:buNone/>
              <a:defRPr sz="2400" b="1" cap="none"/>
            </a:lvl1pPr>
            <a:lvl2pPr marL="457200" indent="0">
              <a:buNone/>
              <a:defRPr sz="2000" b="1" cap="none"/>
            </a:lvl2pPr>
            <a:lvl3pPr marL="914400" indent="0">
              <a:buNone/>
              <a:defRPr sz="1800" b="1" cap="none"/>
            </a:lvl3pPr>
            <a:lvl4pPr marL="1371600" indent="0">
              <a:buNone/>
              <a:defRPr sz="1600" b="1" cap="none"/>
            </a:lvl4pPr>
            <a:lvl5pPr marL="1828800" indent="0">
              <a:buNone/>
              <a:defRPr sz="1600" b="1" cap="none"/>
            </a:lvl5pPr>
            <a:lvl6pPr marL="2286000" indent="0">
              <a:buNone/>
              <a:defRPr sz="1600" b="1" cap="none"/>
            </a:lvl6pPr>
            <a:lvl7pPr marL="2743200" indent="0">
              <a:buNone/>
              <a:defRPr sz="1600" b="1" cap="none"/>
            </a:lvl7pPr>
            <a:lvl8pPr marL="3200400" indent="0">
              <a:buNone/>
              <a:defRPr sz="1600" b="1" cap="none"/>
            </a:lvl8pPr>
            <a:lvl9pPr marL="3657600" indent="0">
              <a:buNone/>
              <a:defRPr sz="1600" b="1" cap="none"/>
            </a:lvl9pPr>
          </a:lstStyle>
          <a:p>
            <a:pPr>
              <a:defRPr/>
            </a:pPr>
            <a:r>
              <a:rPr/>
              <a:t>Click </a:t>
            </a:r>
            <a:r>
              <a:rPr/>
              <a:t>to edit Master </a:t>
            </a:r>
            <a:r>
              <a:rPr/>
              <a:t>text </a:t>
            </a:r>
            <a:r>
              <a:rPr/>
              <a:t>styles</a:t>
            </a:r>
            <a:endParaRPr/>
          </a:p>
        </p:txBody>
      </p:sp>
      <p:sp>
        <p:nvSpPr>
          <p:cNvPr id="1849289853" name="Content Placeholder 3"/>
          <p:cNvSpPr>
            <a:spLocks noChangeArrowheads="1" noGrp="1"/>
          </p:cNvSpPr>
          <p:nvPr>
            <p:ph idx="2"/>
          </p:nvPr>
        </p:nvSpPr>
        <p:spPr bwMode="auto">
          <a:xfrm>
            <a:off x="457200" y="2174875"/>
            <a:ext cx="4040505" cy="3951605"/>
          </a:xfrm>
        </p:spPr>
        <p:txBody>
          <a:bodyPr/>
          <a:lstStyle>
            <a:lvl1pPr>
              <a:defRPr sz="2400" cap="none"/>
            </a:lvl1pPr>
            <a:lvl2pPr>
              <a:defRPr sz="2000" cap="none"/>
            </a:lvl2pPr>
            <a:lvl3pPr>
              <a:defRPr sz="1800" cap="none"/>
            </a:lvl3pPr>
            <a:lvl4pPr>
              <a:defRPr sz="1600" cap="none"/>
            </a:lvl4pPr>
            <a:lvl5pPr>
              <a:defRPr sz="1600" cap="none"/>
            </a:lvl5pPr>
            <a:lvl6pPr>
              <a:defRPr sz="1600" cap="none"/>
            </a:lvl6pPr>
            <a:lvl7pPr>
              <a:defRPr sz="1600" cap="none"/>
            </a:lvl7pPr>
            <a:lvl8pPr>
              <a:defRPr sz="1600" cap="none"/>
            </a:lvl8pPr>
            <a:lvl9pPr>
              <a:defRPr sz="1600" cap="none"/>
            </a:lvl9p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480177814" name="Text Placeholder 4"/>
          <p:cNvSpPr>
            <a:spLocks noChangeArrowheads="1" noGrp="1"/>
          </p:cNvSpPr>
          <p:nvPr>
            <p:ph idx="3"/>
          </p:nvPr>
        </p:nvSpPr>
        <p:spPr bwMode="auto">
          <a:xfrm>
            <a:off x="4645025" y="1535430"/>
            <a:ext cx="4041775" cy="639445"/>
          </a:xfrm>
        </p:spPr>
        <p:txBody>
          <a:bodyPr vert="horz" wrap="square" lIns="91440" tIns="45720" rIns="91440" bIns="45720" numCol="1" spcCol="215899" anchor="b">
            <a:prstTxWarp prst="textNoShape"/>
          </a:bodyPr>
          <a:lstStyle>
            <a:lvl1pPr marL="0" indent="0">
              <a:buNone/>
              <a:defRPr sz="2400" b="1" cap="none"/>
            </a:lvl1pPr>
            <a:lvl2pPr marL="457200" indent="0">
              <a:buNone/>
              <a:defRPr sz="2000" b="1" cap="none"/>
            </a:lvl2pPr>
            <a:lvl3pPr marL="914400" indent="0">
              <a:buNone/>
              <a:defRPr sz="1800" b="1" cap="none"/>
            </a:lvl3pPr>
            <a:lvl4pPr marL="1371600" indent="0">
              <a:buNone/>
              <a:defRPr sz="1600" b="1" cap="none"/>
            </a:lvl4pPr>
            <a:lvl5pPr marL="1828800" indent="0">
              <a:buNone/>
              <a:defRPr sz="1600" b="1" cap="none"/>
            </a:lvl5pPr>
            <a:lvl6pPr marL="2286000" indent="0">
              <a:buNone/>
              <a:defRPr sz="1600" b="1" cap="none"/>
            </a:lvl6pPr>
            <a:lvl7pPr marL="2743200" indent="0">
              <a:buNone/>
              <a:defRPr sz="1600" b="1" cap="none"/>
            </a:lvl7pPr>
            <a:lvl8pPr marL="3200400" indent="0">
              <a:buNone/>
              <a:defRPr sz="1600" b="1" cap="none"/>
            </a:lvl8pPr>
            <a:lvl9pPr marL="3657600" indent="0">
              <a:buNone/>
              <a:defRPr sz="1600" b="1" cap="none"/>
            </a:lvl9pPr>
          </a:lstStyle>
          <a:p>
            <a:pPr>
              <a:defRPr/>
            </a:pPr>
            <a:r>
              <a:rPr/>
              <a:t>Click </a:t>
            </a:r>
            <a:r>
              <a:rPr/>
              <a:t>to edit Master </a:t>
            </a:r>
            <a:r>
              <a:rPr/>
              <a:t>text </a:t>
            </a:r>
            <a:r>
              <a:rPr/>
              <a:t>styles</a:t>
            </a:r>
            <a:endParaRPr/>
          </a:p>
        </p:txBody>
      </p:sp>
      <p:sp>
        <p:nvSpPr>
          <p:cNvPr id="794378747" name="Content Placeholder 5"/>
          <p:cNvSpPr>
            <a:spLocks noChangeArrowheads="1" noGrp="1"/>
          </p:cNvSpPr>
          <p:nvPr>
            <p:ph idx="4"/>
          </p:nvPr>
        </p:nvSpPr>
        <p:spPr bwMode="auto">
          <a:xfrm>
            <a:off x="4645025" y="2174875"/>
            <a:ext cx="4041775" cy="3951605"/>
          </a:xfrm>
        </p:spPr>
        <p:txBody>
          <a:bodyPr/>
          <a:lstStyle>
            <a:lvl1pPr>
              <a:defRPr sz="2400" cap="none"/>
            </a:lvl1pPr>
            <a:lvl2pPr>
              <a:defRPr sz="2000" cap="none"/>
            </a:lvl2pPr>
            <a:lvl3pPr>
              <a:defRPr sz="1800" cap="none"/>
            </a:lvl3pPr>
            <a:lvl4pPr>
              <a:defRPr sz="1600" cap="none"/>
            </a:lvl4pPr>
            <a:lvl5pPr>
              <a:defRPr sz="1600" cap="none"/>
            </a:lvl5pPr>
            <a:lvl6pPr>
              <a:defRPr sz="1600" cap="none"/>
            </a:lvl6pPr>
            <a:lvl7pPr>
              <a:defRPr sz="1600" cap="none"/>
            </a:lvl7pPr>
            <a:lvl8pPr>
              <a:defRPr sz="1600" cap="none"/>
            </a:lvl8pPr>
            <a:lvl9pPr>
              <a:defRPr sz="1600" cap="none"/>
            </a:lvl9p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289985920" name="Date Placeholder 6"/>
          <p:cNvSpPr>
            <a:spLocks noChangeArrowheads="1" noGrp="1"/>
          </p:cNvSpPr>
          <p:nvPr>
            <p:ph type="dt" sz="half" idx="10"/>
          </p:nvPr>
        </p:nvSpPr>
        <p:spPr bwMode="auto"/>
        <p:txBody>
          <a:bodyPr/>
          <a:lstStyle/>
          <a:p>
            <a:pPr>
              <a:defRPr/>
            </a:pPr>
            <a:fld id="{C095632D-A497-825A-D96F-520FE2212F07}" type="datetime1">
              <a:rPr/>
              <a:t>8/1/2011</a:t>
            </a:fld>
            <a:endParaRPr/>
          </a:p>
        </p:txBody>
      </p:sp>
      <p:sp>
        <p:nvSpPr>
          <p:cNvPr id="963498027" name="Footer Placeholder 7"/>
          <p:cNvSpPr>
            <a:spLocks noChangeArrowheads="1" noGrp="1"/>
          </p:cNvSpPr>
          <p:nvPr>
            <p:ph type="ftr" sz="quarter" idx="11"/>
          </p:nvPr>
        </p:nvSpPr>
        <p:spPr bwMode="auto"/>
        <p:txBody>
          <a:bodyPr/>
          <a:lstStyle/>
          <a:p>
            <a:pPr>
              <a:defRPr/>
            </a:pPr>
            <a:endParaRPr/>
          </a:p>
        </p:txBody>
      </p:sp>
      <p:sp>
        <p:nvSpPr>
          <p:cNvPr id="629581260" name="Slide Number Placeholder 8"/>
          <p:cNvSpPr>
            <a:spLocks noChangeArrowheads="1" noGrp="1"/>
          </p:cNvSpPr>
          <p:nvPr>
            <p:ph type="sldNum" sz="quarter" idx="12"/>
          </p:nvPr>
        </p:nvSpPr>
        <p:spPr bwMode="auto"/>
        <p:txBody>
          <a:bodyPr/>
          <a:lstStyle/>
          <a:p>
            <a:pPr>
              <a:defRPr/>
            </a:pPr>
            <a:fld id="{C095632D-20AA-0916-E4E4-D643AEAA1283}" type="slidenum">
              <a:rPr/>
              <a:t>‹#›</a:t>
            </a:fld>
            <a:endParaRPr/>
          </a:p>
        </p:txBody>
      </p:sp>
    </p:spTree>
  </p:cSld>
  <p:clrMapOvr>
    <a:masterClrMapping/>
  </p:clrMapOvr>
  <p:hf dt="1" ftr="0" hdr="0" sldNum="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910804293" name="Title 1"/>
          <p:cNvSpPr>
            <a:spLocks noChangeArrowheads="1" noGrp="1"/>
          </p:cNvSpPr>
          <p:nvPr>
            <p:ph type="title"/>
          </p:nvPr>
        </p:nvSpPr>
        <p:spPr bwMode="auto"/>
        <p:txBody>
          <a:bodyPr/>
          <a:lstStyle/>
          <a:p>
            <a:pPr>
              <a:defRPr/>
            </a:pPr>
            <a:r>
              <a:rPr/>
              <a:t>Click </a:t>
            </a:r>
            <a:r>
              <a:rPr/>
              <a:t>to edit Master </a:t>
            </a:r>
            <a:r>
              <a:rPr/>
              <a:t>title </a:t>
            </a:r>
            <a:r>
              <a:rPr/>
              <a:t>style</a:t>
            </a:r>
            <a:endParaRPr/>
          </a:p>
        </p:txBody>
      </p:sp>
      <p:sp>
        <p:nvSpPr>
          <p:cNvPr id="930123496" name="Date Placeholder 2"/>
          <p:cNvSpPr>
            <a:spLocks noChangeArrowheads="1" noGrp="1"/>
          </p:cNvSpPr>
          <p:nvPr>
            <p:ph type="dt" sz="half" idx="10"/>
          </p:nvPr>
        </p:nvSpPr>
        <p:spPr bwMode="auto"/>
        <p:txBody>
          <a:bodyPr/>
          <a:lstStyle/>
          <a:p>
            <a:pPr>
              <a:defRPr/>
            </a:pPr>
            <a:fld id="{C095632D-6BDD-71F4-939C-9DA14CD265C8}" type="datetime1">
              <a:rPr/>
              <a:t>8/1/2011</a:t>
            </a:fld>
            <a:endParaRPr/>
          </a:p>
        </p:txBody>
      </p:sp>
      <p:sp>
        <p:nvSpPr>
          <p:cNvPr id="579512059" name="Footer Placeholder 3"/>
          <p:cNvSpPr>
            <a:spLocks noChangeArrowheads="1" noGrp="1"/>
          </p:cNvSpPr>
          <p:nvPr>
            <p:ph type="ftr" sz="quarter" idx="11"/>
          </p:nvPr>
        </p:nvSpPr>
        <p:spPr bwMode="auto"/>
        <p:txBody>
          <a:bodyPr/>
          <a:lstStyle/>
          <a:p>
            <a:pPr>
              <a:defRPr/>
            </a:pPr>
            <a:endParaRPr/>
          </a:p>
        </p:txBody>
      </p:sp>
      <p:sp>
        <p:nvSpPr>
          <p:cNvPr id="70455319" name="Slide Number Placeholder 4"/>
          <p:cNvSpPr>
            <a:spLocks noChangeArrowheads="1" noGrp="1"/>
          </p:cNvSpPr>
          <p:nvPr>
            <p:ph type="sldNum" sz="quarter" idx="12"/>
          </p:nvPr>
        </p:nvSpPr>
        <p:spPr bwMode="auto"/>
        <p:txBody>
          <a:bodyPr/>
          <a:lstStyle/>
          <a:p>
            <a:pPr>
              <a:defRPr/>
            </a:pPr>
            <a:fld id="{C095632D-E2AD-F2BA-E31F-14EF02511541}" type="slidenum">
              <a:rPr/>
              <a:t>‹#›</a:t>
            </a:fld>
            <a:endParaRPr/>
          </a:p>
        </p:txBody>
      </p:sp>
    </p:spTree>
  </p:cSld>
  <p:clrMapOvr>
    <a:masterClrMapping/>
  </p:clrMapOvr>
  <p:hf dt="1" ftr="0" hdr="0" sldNum="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2045562328" name="Date Placeholder 1"/>
          <p:cNvSpPr>
            <a:spLocks noChangeArrowheads="1" noGrp="1"/>
          </p:cNvSpPr>
          <p:nvPr>
            <p:ph type="dt" sz="half" idx="10"/>
          </p:nvPr>
        </p:nvSpPr>
        <p:spPr bwMode="auto"/>
        <p:txBody>
          <a:bodyPr/>
          <a:lstStyle/>
          <a:p>
            <a:pPr>
              <a:defRPr/>
            </a:pPr>
            <a:fld id="{C095632D-28BB-BA56-F557-DE03EE19038B}" type="datetime1">
              <a:rPr/>
              <a:t/>
            </a:fld>
            <a:endParaRPr/>
          </a:p>
        </p:txBody>
      </p:sp>
      <p:sp>
        <p:nvSpPr>
          <p:cNvPr id="721054607" name="Footer Placeholder 2"/>
          <p:cNvSpPr>
            <a:spLocks noChangeArrowheads="1" noGrp="1"/>
          </p:cNvSpPr>
          <p:nvPr>
            <p:ph type="ftr" sz="quarter" idx="11"/>
          </p:nvPr>
        </p:nvSpPr>
        <p:spPr bwMode="auto"/>
        <p:txBody>
          <a:bodyPr/>
          <a:lstStyle/>
          <a:p>
            <a:pPr>
              <a:defRPr/>
            </a:pPr>
            <a:endParaRPr/>
          </a:p>
        </p:txBody>
      </p:sp>
      <p:sp>
        <p:nvSpPr>
          <p:cNvPr id="1776958087" name="Slide Number Placeholder 3"/>
          <p:cNvSpPr>
            <a:spLocks noChangeArrowheads="1" noGrp="1"/>
          </p:cNvSpPr>
          <p:nvPr>
            <p:ph type="sldNum" sz="quarter" idx="12"/>
          </p:nvPr>
        </p:nvSpPr>
        <p:spPr bwMode="auto"/>
        <p:txBody>
          <a:bodyPr/>
          <a:lstStyle/>
          <a:p>
            <a:pPr>
              <a:defRPr/>
            </a:pPr>
            <a:fld id="{C095632D-53F3-F73D-BD1A-A56885544BF0}" type="slidenum">
              <a:rPr/>
              <a:t/>
            </a:fld>
            <a:endParaRPr/>
          </a:p>
        </p:txBody>
      </p:sp>
    </p:spTree>
  </p:cSld>
  <p:clrMapOvr>
    <a:masterClrMapping/>
  </p:clrMapOvr>
  <p:hf dt="1" ftr="0" hdr="0" sldNum="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442196789" name="Title 1"/>
          <p:cNvSpPr>
            <a:spLocks noChangeArrowheads="1" noGrp="1"/>
          </p:cNvSpPr>
          <p:nvPr>
            <p:ph type="title"/>
          </p:nvPr>
        </p:nvSpPr>
        <p:spPr bwMode="auto">
          <a:xfrm>
            <a:off x="457200" y="273050"/>
            <a:ext cx="3008630" cy="1162050"/>
          </a:xfrm>
        </p:spPr>
        <p:txBody>
          <a:bodyPr vert="horz" wrap="square" lIns="91440" tIns="45720" rIns="91440" bIns="45720" numCol="1" spcCol="215899" anchor="b">
            <a:prstTxWarp prst="textNoShape"/>
          </a:bodyPr>
          <a:lstStyle>
            <a:lvl1pPr algn="l">
              <a:defRPr sz="2000" b="1" cap="none"/>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r>
              <a:rPr/>
              <a:t>Click </a:t>
            </a:r>
            <a:r>
              <a:rPr/>
              <a:t>to edit Master </a:t>
            </a:r>
            <a:r>
              <a:rPr/>
              <a:t>title </a:t>
            </a:r>
            <a:r>
              <a:rPr/>
              <a:t>style</a:t>
            </a:r>
            <a:endParaRPr/>
          </a:p>
        </p:txBody>
      </p:sp>
      <p:sp>
        <p:nvSpPr>
          <p:cNvPr id="765822553" name="Content Placeholder 2"/>
          <p:cNvSpPr>
            <a:spLocks noChangeArrowheads="1" noGrp="1"/>
          </p:cNvSpPr>
          <p:nvPr>
            <p:ph idx="1"/>
          </p:nvPr>
        </p:nvSpPr>
        <p:spPr bwMode="auto">
          <a:xfrm>
            <a:off x="3575050" y="273050"/>
            <a:ext cx="5111750" cy="5853430"/>
          </a:xfrm>
        </p:spPr>
        <p:txBody>
          <a:bodyPr/>
          <a:lstStyle>
            <a:lvl1pPr>
              <a:defRPr sz="3200" cap="none"/>
            </a:lvl1pPr>
            <a:lvl2pPr>
              <a:defRPr sz="2800" cap="none"/>
            </a:lvl2pPr>
            <a:lvl3pPr>
              <a:defRPr sz="2400" cap="none"/>
            </a:lvl3pPr>
            <a:lvl4pPr>
              <a:defRPr sz="2000" cap="none"/>
            </a:lvl4pPr>
            <a:lvl5pPr>
              <a:defRPr sz="2000" cap="none"/>
            </a:lvl5pPr>
            <a:lvl6pPr>
              <a:defRPr sz="2000" cap="none"/>
            </a:lvl6pPr>
            <a:lvl7pPr>
              <a:defRPr sz="2000" cap="none"/>
            </a:lvl7pPr>
            <a:lvl8pPr>
              <a:defRPr sz="2000" cap="none"/>
            </a:lvl8pPr>
            <a:lvl9pPr>
              <a:defRPr sz="2000" cap="none"/>
            </a:lvl9p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784815083" name="Text Placeholder 3"/>
          <p:cNvSpPr>
            <a:spLocks noChangeArrowheads="1" noGrp="1"/>
          </p:cNvSpPr>
          <p:nvPr>
            <p:ph idx="2"/>
          </p:nvPr>
        </p:nvSpPr>
        <p:spPr bwMode="auto">
          <a:xfrm>
            <a:off x="457200" y="1435100"/>
            <a:ext cx="3008630" cy="4691380"/>
          </a:xfrm>
        </p:spPr>
        <p:txBody>
          <a:bodyPr/>
          <a:lstStyle>
            <a:lvl1pPr marL="0" indent="0">
              <a:buNone/>
              <a:defRPr sz="1400" cap="none"/>
            </a:lvl1pPr>
            <a:lvl2pPr marL="457200" indent="0">
              <a:buNone/>
              <a:defRPr sz="1200" cap="none"/>
            </a:lvl2pPr>
            <a:lvl3pPr marL="914400" indent="0">
              <a:buNone/>
              <a:defRPr sz="1000" cap="none"/>
            </a:lvl3pPr>
            <a:lvl4pPr marL="1371600" indent="0">
              <a:buNone/>
              <a:defRPr sz="900" cap="none"/>
            </a:lvl4pPr>
            <a:lvl5pPr marL="1828800" indent="0">
              <a:buNone/>
              <a:defRPr sz="900" cap="none"/>
            </a:lvl5pPr>
            <a:lvl6pPr marL="2286000" indent="0">
              <a:buNone/>
              <a:defRPr sz="900" cap="none"/>
            </a:lvl6pPr>
            <a:lvl7pPr marL="2743200" indent="0">
              <a:buNone/>
              <a:defRPr sz="900" cap="none"/>
            </a:lvl7pPr>
            <a:lvl8pPr marL="3200400" indent="0">
              <a:buNone/>
              <a:defRPr sz="900" cap="none"/>
            </a:lvl8pPr>
            <a:lvl9pPr marL="3657600" indent="0">
              <a:buNone/>
              <a:defRPr sz="900" cap="none"/>
            </a:lvl9pPr>
          </a:lstStyle>
          <a:p>
            <a:pPr>
              <a:defRPr/>
            </a:pPr>
            <a:r>
              <a:rPr/>
              <a:t>Click </a:t>
            </a:r>
            <a:r>
              <a:rPr/>
              <a:t>to edit Master </a:t>
            </a:r>
            <a:r>
              <a:rPr/>
              <a:t>text </a:t>
            </a:r>
            <a:r>
              <a:rPr/>
              <a:t>styles</a:t>
            </a:r>
            <a:endParaRPr/>
          </a:p>
        </p:txBody>
      </p:sp>
      <p:sp>
        <p:nvSpPr>
          <p:cNvPr id="876098433" name="Date Placeholder 4"/>
          <p:cNvSpPr>
            <a:spLocks noChangeArrowheads="1" noGrp="1"/>
          </p:cNvSpPr>
          <p:nvPr>
            <p:ph type="dt" sz="half" idx="10"/>
          </p:nvPr>
        </p:nvSpPr>
        <p:spPr bwMode="auto"/>
        <p:txBody>
          <a:bodyPr/>
          <a:lstStyle/>
          <a:p>
            <a:pPr>
              <a:defRPr/>
            </a:pPr>
            <a:fld id="{C095632D-458E-FFD3-C012-B3866B5C36E6}" type="datetime1">
              <a:rPr/>
              <a:t>8/1/2011</a:t>
            </a:fld>
            <a:endParaRPr/>
          </a:p>
        </p:txBody>
      </p:sp>
      <p:sp>
        <p:nvSpPr>
          <p:cNvPr id="351597992" name="Footer Placeholder 5"/>
          <p:cNvSpPr>
            <a:spLocks noChangeArrowheads="1" noGrp="1"/>
          </p:cNvSpPr>
          <p:nvPr>
            <p:ph type="ftr" sz="quarter" idx="11"/>
          </p:nvPr>
        </p:nvSpPr>
        <p:spPr bwMode="auto"/>
        <p:txBody>
          <a:bodyPr/>
          <a:lstStyle/>
          <a:p>
            <a:pPr>
              <a:defRPr/>
            </a:pPr>
            <a:endParaRPr/>
          </a:p>
        </p:txBody>
      </p:sp>
      <p:sp>
        <p:nvSpPr>
          <p:cNvPr id="495414264" name="Slide Number Placeholder 6"/>
          <p:cNvSpPr>
            <a:spLocks noChangeArrowheads="1" noGrp="1"/>
          </p:cNvSpPr>
          <p:nvPr>
            <p:ph type="sldNum" sz="quarter" idx="12"/>
          </p:nvPr>
        </p:nvSpPr>
        <p:spPr bwMode="auto"/>
        <p:txBody>
          <a:bodyPr/>
          <a:lstStyle/>
          <a:p>
            <a:pPr>
              <a:defRPr/>
            </a:pPr>
            <a:fld id="{C095632D-40CA-E3F7-840E-B6A24F4072E3}" type="slidenum">
              <a:rPr/>
              <a:t>‹#›</a:t>
            </a:fld>
            <a:endParaRPr/>
          </a:p>
        </p:txBody>
      </p:sp>
    </p:spTree>
  </p:cSld>
  <p:clrMapOvr>
    <a:masterClrMapping/>
  </p:clrMapOvr>
  <p:hf dt="1" ftr="0" hdr="0" sldNum="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5687195" name="Title 1"/>
          <p:cNvSpPr>
            <a:spLocks noChangeArrowheads="1" noGrp="1"/>
          </p:cNvSpPr>
          <p:nvPr>
            <p:ph type="title"/>
          </p:nvPr>
        </p:nvSpPr>
        <p:spPr bwMode="auto">
          <a:xfrm>
            <a:off x="1792605" y="4800600"/>
            <a:ext cx="5486400" cy="567055"/>
          </a:xfrm>
        </p:spPr>
        <p:txBody>
          <a:bodyPr vert="horz" wrap="square" lIns="91440" tIns="45720" rIns="91440" bIns="45720" numCol="1" spcCol="215899" anchor="b">
            <a:prstTxWarp prst="textNoShape"/>
          </a:bodyPr>
          <a:lstStyle>
            <a:lvl1pPr algn="l">
              <a:defRPr sz="2000" b="1" cap="none"/>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r>
              <a:rPr/>
              <a:t>Click </a:t>
            </a:r>
            <a:r>
              <a:rPr/>
              <a:t>to edit Master </a:t>
            </a:r>
            <a:r>
              <a:rPr/>
              <a:t>title </a:t>
            </a:r>
            <a:r>
              <a:rPr/>
              <a:t>style</a:t>
            </a:r>
            <a:endParaRPr/>
          </a:p>
        </p:txBody>
      </p:sp>
      <p:sp>
        <p:nvSpPr>
          <p:cNvPr id="1908693095" name="Picture Placeholder 2"/>
          <p:cNvSpPr>
            <a:spLocks noChangeArrowheads="1" noGrp="1"/>
          </p:cNvSpPr>
          <p:nvPr>
            <p:ph type="pic" idx="1"/>
          </p:nvPr>
        </p:nvSpPr>
        <p:spPr bwMode="auto">
          <a:xfrm>
            <a:off x="1792605" y="612775"/>
            <a:ext cx="5486400" cy="4114800"/>
          </a:xfrm>
        </p:spPr>
        <p:txBody>
          <a:bodyPr/>
          <a:lstStyle>
            <a:lvl1pPr marL="0" indent="0">
              <a:buNone/>
              <a:defRPr sz="3200" cap="none"/>
            </a:lvl1pPr>
            <a:lvl2pPr marL="457200" indent="0">
              <a:buNone/>
              <a:defRPr sz="2800" cap="none"/>
            </a:lvl2pPr>
            <a:lvl3pPr marL="914400" indent="0">
              <a:buNone/>
              <a:defRPr sz="2400" cap="none"/>
            </a:lvl3pPr>
            <a:lvl4pPr marL="1371600" indent="0">
              <a:buNone/>
              <a:defRPr sz="2000" cap="none"/>
            </a:lvl4pPr>
            <a:lvl5pPr marL="1828800" indent="0">
              <a:buNone/>
              <a:defRPr sz="2000" cap="none"/>
            </a:lvl5pPr>
            <a:lvl6pPr marL="2286000" indent="0">
              <a:buNone/>
              <a:defRPr sz="2000" cap="none"/>
            </a:lvl6pPr>
            <a:lvl7pPr marL="2743200" indent="0">
              <a:buNone/>
              <a:defRPr sz="2000" cap="none"/>
            </a:lvl7pPr>
            <a:lvl8pPr marL="3200400" indent="0">
              <a:buNone/>
              <a:defRPr sz="2000" cap="none"/>
            </a:lvl8pPr>
            <a:lvl9pPr marL="3657600" indent="0">
              <a:buNone/>
              <a:defRPr sz="2000" cap="none"/>
            </a:lvl9pPr>
          </a:lstStyle>
          <a:p>
            <a:pPr>
              <a:defRPr/>
            </a:pPr>
            <a:endParaRPr/>
          </a:p>
        </p:txBody>
      </p:sp>
      <p:sp>
        <p:nvSpPr>
          <p:cNvPr id="1956365589" name="Text Placeholder 3"/>
          <p:cNvSpPr>
            <a:spLocks noChangeArrowheads="1" noGrp="1"/>
          </p:cNvSpPr>
          <p:nvPr>
            <p:ph idx="2"/>
          </p:nvPr>
        </p:nvSpPr>
        <p:spPr bwMode="auto">
          <a:xfrm>
            <a:off x="1792605" y="5367655"/>
            <a:ext cx="5486400" cy="804545"/>
          </a:xfrm>
        </p:spPr>
        <p:txBody>
          <a:bodyPr/>
          <a:lstStyle>
            <a:lvl1pPr marL="0" indent="0">
              <a:buNone/>
              <a:defRPr sz="1400" cap="none"/>
            </a:lvl1pPr>
            <a:lvl2pPr marL="457200" indent="0">
              <a:buNone/>
              <a:defRPr sz="1200" cap="none"/>
            </a:lvl2pPr>
            <a:lvl3pPr marL="914400" indent="0">
              <a:buNone/>
              <a:defRPr sz="1000" cap="none"/>
            </a:lvl3pPr>
            <a:lvl4pPr marL="1371600" indent="0">
              <a:buNone/>
              <a:defRPr sz="900" cap="none"/>
            </a:lvl4pPr>
            <a:lvl5pPr marL="1828800" indent="0">
              <a:buNone/>
              <a:defRPr sz="900" cap="none"/>
            </a:lvl5pPr>
            <a:lvl6pPr marL="2286000" indent="0">
              <a:buNone/>
              <a:defRPr sz="900" cap="none"/>
            </a:lvl6pPr>
            <a:lvl7pPr marL="2743200" indent="0">
              <a:buNone/>
              <a:defRPr sz="900" cap="none"/>
            </a:lvl7pPr>
            <a:lvl8pPr marL="3200400" indent="0">
              <a:buNone/>
              <a:defRPr sz="900" cap="none"/>
            </a:lvl8pPr>
            <a:lvl9pPr marL="3657600" indent="0">
              <a:buNone/>
              <a:defRPr sz="900" cap="none"/>
            </a:lvl9pPr>
          </a:lstStyle>
          <a:p>
            <a:pPr>
              <a:defRPr/>
            </a:pPr>
            <a:r>
              <a:rPr/>
              <a:t>Click </a:t>
            </a:r>
            <a:r>
              <a:rPr/>
              <a:t>to edit Master </a:t>
            </a:r>
            <a:r>
              <a:rPr/>
              <a:t>text </a:t>
            </a:r>
            <a:r>
              <a:rPr/>
              <a:t>styles</a:t>
            </a:r>
            <a:endParaRPr/>
          </a:p>
        </p:txBody>
      </p:sp>
      <p:sp>
        <p:nvSpPr>
          <p:cNvPr id="65143202" name="Date Placeholder 4"/>
          <p:cNvSpPr>
            <a:spLocks noChangeArrowheads="1" noGrp="1"/>
          </p:cNvSpPr>
          <p:nvPr>
            <p:ph type="dt" sz="half" idx="10"/>
          </p:nvPr>
        </p:nvSpPr>
        <p:spPr bwMode="auto"/>
        <p:txBody>
          <a:bodyPr/>
          <a:lstStyle/>
          <a:p>
            <a:pPr>
              <a:defRPr/>
            </a:pPr>
            <a:fld id="{C095632D-12EC-B692-A25B-E4C72A1554B1}" type="datetime1">
              <a:rPr/>
              <a:t>8/1/2011</a:t>
            </a:fld>
            <a:endParaRPr/>
          </a:p>
        </p:txBody>
      </p:sp>
      <p:sp>
        <p:nvSpPr>
          <p:cNvPr id="1637937331" name="Footer Placeholder 5"/>
          <p:cNvSpPr>
            <a:spLocks noChangeArrowheads="1" noGrp="1"/>
          </p:cNvSpPr>
          <p:nvPr>
            <p:ph type="ftr" sz="quarter" idx="11"/>
          </p:nvPr>
        </p:nvSpPr>
        <p:spPr bwMode="auto"/>
        <p:txBody>
          <a:bodyPr/>
          <a:lstStyle/>
          <a:p>
            <a:pPr>
              <a:defRPr/>
            </a:pPr>
            <a:endParaRPr/>
          </a:p>
        </p:txBody>
      </p:sp>
      <p:sp>
        <p:nvSpPr>
          <p:cNvPr id="1372286831" name="Slide Number Placeholder 6"/>
          <p:cNvSpPr>
            <a:spLocks noChangeArrowheads="1" noGrp="1"/>
          </p:cNvSpPr>
          <p:nvPr>
            <p:ph type="sldNum" sz="quarter" idx="12"/>
          </p:nvPr>
        </p:nvSpPr>
        <p:spPr bwMode="auto"/>
        <p:txBody>
          <a:bodyPr/>
          <a:lstStyle/>
          <a:p>
            <a:pPr>
              <a:defRPr/>
            </a:pPr>
            <a:fld id="{C095632D-01FF-B651-B15B-F704E91547A2}" type="slidenum">
              <a:rPr/>
              <a:t>‹#›</a:t>
            </a:fld>
            <a:endParaRPr/>
          </a:p>
        </p:txBody>
      </p:sp>
    </p:spTree>
  </p:cSld>
  <p:clrMapOvr>
    <a:masterClrMapping/>
  </p:clrMapOvr>
  <p:hf dt="1" ftr="0" hdr="0" sldNum="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2030170907" name="Title 1"/>
          <p:cNvSpPr>
            <a:spLocks noChangeArrowheads="1" noGrp="1"/>
          </p:cNvSpPr>
          <p:nvPr>
            <p:ph type="title"/>
          </p:nvPr>
        </p:nvSpPr>
        <p:spPr bwMode="auto"/>
        <p:txBody>
          <a:bodyPr/>
          <a:lstStyle/>
          <a:p>
            <a:pPr>
              <a:defRPr/>
            </a:pPr>
            <a:r>
              <a:rPr/>
              <a:t>Click </a:t>
            </a:r>
            <a:r>
              <a:rPr/>
              <a:t>to edit Master </a:t>
            </a:r>
            <a:r>
              <a:rPr/>
              <a:t>title </a:t>
            </a:r>
            <a:r>
              <a:rPr/>
              <a:t>style</a:t>
            </a:r>
            <a:endParaRPr/>
          </a:p>
        </p:txBody>
      </p:sp>
      <p:sp>
        <p:nvSpPr>
          <p:cNvPr id="447969269" name="Vertical Text Placeholder 2"/>
          <p:cNvSpPr>
            <a:spLocks noChangeArrowheads="1" noGrp="1"/>
          </p:cNvSpPr>
          <p:nvPr>
            <p:ph idx="1"/>
          </p:nvPr>
        </p:nvSpPr>
        <p:spPr bwMode="auto"/>
        <p:txBody>
          <a:bodyPr vert="vert" wrap="square" lIns="91440" tIns="45720" rIns="91440" bIns="45720" numCol="1" spcCol="215899" anchor="t">
            <a:prstTxWarp prst="textNoShape"/>
          </a:body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646920561" name="Date Placeholder 3"/>
          <p:cNvSpPr>
            <a:spLocks noChangeArrowheads="1" noGrp="1"/>
          </p:cNvSpPr>
          <p:nvPr>
            <p:ph type="dt" sz="half" idx="10"/>
          </p:nvPr>
        </p:nvSpPr>
        <p:spPr bwMode="auto"/>
        <p:txBody>
          <a:bodyPr/>
          <a:lstStyle/>
          <a:p>
            <a:pPr>
              <a:defRPr/>
            </a:pPr>
            <a:fld id="{C095632D-F8C9-9A1F-8777-0E4AA739715B}" type="datetime1">
              <a:rPr/>
              <a:t>8/1/2011</a:t>
            </a:fld>
            <a:endParaRPr/>
          </a:p>
        </p:txBody>
      </p:sp>
      <p:sp>
        <p:nvSpPr>
          <p:cNvPr id="406968961" name="Footer Placeholder 4"/>
          <p:cNvSpPr>
            <a:spLocks noChangeArrowheads="1" noGrp="1"/>
          </p:cNvSpPr>
          <p:nvPr>
            <p:ph type="ftr" sz="quarter" idx="11"/>
          </p:nvPr>
        </p:nvSpPr>
        <p:spPr bwMode="auto"/>
        <p:txBody>
          <a:bodyPr/>
          <a:lstStyle/>
          <a:p>
            <a:pPr>
              <a:defRPr/>
            </a:pPr>
            <a:endParaRPr/>
          </a:p>
        </p:txBody>
      </p:sp>
      <p:sp>
        <p:nvSpPr>
          <p:cNvPr id="1228113066" name="Slide Number Placeholder 5"/>
          <p:cNvSpPr>
            <a:spLocks noChangeArrowheads="1" noGrp="1"/>
          </p:cNvSpPr>
          <p:nvPr>
            <p:ph type="sldNum" sz="quarter" idx="12"/>
          </p:nvPr>
        </p:nvSpPr>
        <p:spPr bwMode="auto"/>
        <p:txBody>
          <a:bodyPr/>
          <a:lstStyle/>
          <a:p>
            <a:pPr>
              <a:defRPr/>
            </a:pPr>
            <a:fld id="{C095632D-A6CE-A28D-804F-50D835017605}" type="slidenum">
              <a:rPr/>
              <a:t>‹#›</a:t>
            </a:fld>
            <a:endParaRPr/>
          </a:p>
        </p:txBody>
      </p:sp>
    </p:spTree>
  </p:cSld>
  <p:clrMapOvr>
    <a:masterClrMapping/>
  </p:clrMapOvr>
  <p:hf dt="1" ftr="0" hdr="0" sldNum="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2123008523" name="Vertical Title 1"/>
          <p:cNvSpPr>
            <a:spLocks noChangeArrowheads="1" noGrp="1"/>
          </p:cNvSpPr>
          <p:nvPr>
            <p:ph type="title"/>
          </p:nvPr>
        </p:nvSpPr>
        <p:spPr bwMode="auto">
          <a:xfrm>
            <a:off x="6629400" y="274955"/>
            <a:ext cx="2057400" cy="5851525"/>
          </a:xfrm>
        </p:spPr>
        <p:txBody>
          <a:bodyPr vert="vert" wrap="square" lIns="91440" tIns="45720" rIns="91440" bIns="45720" numCol="1" spcCol="215899" anchor="ctr">
            <a:prstTxWarp prst="textNoShape"/>
          </a:bodyPr>
          <a:lstStyle/>
          <a:p>
            <a:pPr>
              <a:defRPr/>
            </a:pPr>
            <a:r>
              <a:rPr/>
              <a:t>Click </a:t>
            </a:r>
            <a:r>
              <a:rPr/>
              <a:t>to edit Master </a:t>
            </a:r>
            <a:r>
              <a:rPr/>
              <a:t>title </a:t>
            </a:r>
            <a:r>
              <a:rPr/>
              <a:t>style</a:t>
            </a:r>
            <a:endParaRPr/>
          </a:p>
        </p:txBody>
      </p:sp>
      <p:sp>
        <p:nvSpPr>
          <p:cNvPr id="1359968060" name="Vertical Text Placeholder 2"/>
          <p:cNvSpPr>
            <a:spLocks noChangeArrowheads="1" noGrp="1"/>
          </p:cNvSpPr>
          <p:nvPr>
            <p:ph idx="1"/>
          </p:nvPr>
        </p:nvSpPr>
        <p:spPr bwMode="auto">
          <a:xfrm>
            <a:off x="457200" y="274955"/>
            <a:ext cx="6019800" cy="5851525"/>
          </a:xfrm>
        </p:spPr>
        <p:txBody>
          <a:bodyPr vert="vert" wrap="square" lIns="91440" tIns="45720" rIns="91440" bIns="45720" numCol="1" spcCol="215899" anchor="t">
            <a:prstTxWarp prst="textNoShape"/>
          </a:body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869347472" name="Date Placeholder 3"/>
          <p:cNvSpPr>
            <a:spLocks noChangeArrowheads="1" noGrp="1"/>
          </p:cNvSpPr>
          <p:nvPr>
            <p:ph type="dt" sz="half" idx="10"/>
          </p:nvPr>
        </p:nvSpPr>
        <p:spPr bwMode="auto"/>
        <p:txBody>
          <a:bodyPr/>
          <a:lstStyle/>
          <a:p>
            <a:pPr>
              <a:defRPr/>
            </a:pPr>
            <a:fld id="{C095632D-A998-DE28-D633-5F7D907D200A}" type="datetime1">
              <a:rPr/>
              <a:t>8/1/2011</a:t>
            </a:fld>
            <a:endParaRPr/>
          </a:p>
        </p:txBody>
      </p:sp>
      <p:sp>
        <p:nvSpPr>
          <p:cNvPr id="287393915" name="Footer Placeholder 4"/>
          <p:cNvSpPr>
            <a:spLocks noChangeArrowheads="1" noGrp="1"/>
          </p:cNvSpPr>
          <p:nvPr>
            <p:ph type="ftr" sz="quarter" idx="11"/>
          </p:nvPr>
        </p:nvSpPr>
        <p:spPr bwMode="auto"/>
        <p:txBody>
          <a:bodyPr/>
          <a:lstStyle/>
          <a:p>
            <a:pPr>
              <a:defRPr/>
            </a:pPr>
            <a:endParaRPr/>
          </a:p>
        </p:txBody>
      </p:sp>
      <p:sp>
        <p:nvSpPr>
          <p:cNvPr id="1261981871" name="Slide Number Placeholder 5"/>
          <p:cNvSpPr>
            <a:spLocks noChangeArrowheads="1" noGrp="1"/>
          </p:cNvSpPr>
          <p:nvPr>
            <p:ph type="sldNum" sz="quarter" idx="12"/>
          </p:nvPr>
        </p:nvSpPr>
        <p:spPr bwMode="auto"/>
        <p:txBody>
          <a:bodyPr/>
          <a:lstStyle/>
          <a:p>
            <a:pPr>
              <a:defRPr/>
            </a:pPr>
            <a:fld id="{C095632D-3CCC-0910-82E4-CA45A8AA749F}" type="slidenum">
              <a:rPr/>
              <a:t>‹#›</a:t>
            </a:fld>
            <a:endParaRPr/>
          </a:p>
        </p:txBody>
      </p:sp>
    </p:spTree>
  </p:cSld>
  <p:clrMapOvr>
    <a:masterClrMapping/>
  </p:clrMapOvr>
  <p:hf dt="1" ftr="0" hdr="0" sldNum="1"/>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chemeClr val="bg1"/>
        </a:solidFill>
      </p:bgPr>
    </p:bg>
    <p:spTree>
      <p:nvGrpSpPr>
        <p:cNvPr id="1" name=""/>
        <p:cNvGrpSpPr/>
        <p:nvPr/>
      </p:nvGrpSpPr>
      <p:grpSpPr bwMode="auto">
        <a:xfrm>
          <a:off x="0" y="0"/>
          <a:ext cx="0" cy="0"/>
          <a:chOff x="0" y="0"/>
          <a:chExt cx="0" cy="0"/>
        </a:xfrm>
      </p:grpSpPr>
      <p:sp>
        <p:nvSpPr>
          <p:cNvPr id="270133972" name="Title Placeholder 1"/>
          <p:cNvSpPr>
            <a:spLocks noChangeArrowheads="1" noGrp="1"/>
          </p:cNvSpPr>
          <p:nvPr>
            <p:ph type="title"/>
          </p:nvPr>
        </p:nvSpPr>
        <p:spPr bwMode="auto">
          <a:xfrm>
            <a:off x="457200" y="274955"/>
            <a:ext cx="8229600" cy="1143000"/>
          </a:xfrm>
          <a:prstGeom prst="rect">
            <a:avLst/>
          </a:prstGeom>
        </p:spPr>
        <p:txBody>
          <a:bodyPr vert="horz" wrap="square" lIns="91440" tIns="45720" rIns="91440" bIns="45720" numCol="1" spcCol="215899" anchor="ctr">
            <a:prstTxWarp prst="textNoShape"/>
          </a:bodyPr>
          <a:lstStyle/>
          <a:p>
            <a:pPr>
              <a:defRPr/>
            </a:pPr>
            <a:r>
              <a:rPr/>
              <a:t>Click </a:t>
            </a:r>
            <a:r>
              <a:rPr/>
              <a:t>to edit Master </a:t>
            </a:r>
            <a:r>
              <a:rPr/>
              <a:t>title </a:t>
            </a:r>
            <a:r>
              <a:rPr/>
              <a:t>style</a:t>
            </a:r>
            <a:endParaRPr/>
          </a:p>
        </p:txBody>
      </p:sp>
      <p:sp>
        <p:nvSpPr>
          <p:cNvPr id="1555495576" name="Text Placeholder 2"/>
          <p:cNvSpPr>
            <a:spLocks noChangeArrowheads="1" noGrp="1"/>
          </p:cNvSpPr>
          <p:nvPr>
            <p:ph type="body" idx="1"/>
          </p:nvPr>
        </p:nvSpPr>
        <p:spPr bwMode="auto">
          <a:xfrm>
            <a:off x="457200" y="1600200"/>
            <a:ext cx="8229600" cy="4526280"/>
          </a:xfrm>
          <a:prstGeom prst="rect">
            <a:avLst/>
          </a:prstGeom>
        </p:spPr>
        <p:txBody>
          <a:bodyPr vert="horz" wrap="square" lIns="91440" tIns="45720" rIns="91440" bIns="45720" numCol="1" spcCol="215899" anchor="t">
            <a:prstTxWarp prst="textNoShape"/>
          </a:bodyPr>
          <a:lstStyle/>
          <a:p>
            <a:pPr>
              <a:defRPr/>
            </a:pPr>
            <a:r>
              <a:rPr/>
              <a:t>Click </a:t>
            </a:r>
            <a:r>
              <a:rPr/>
              <a:t>to edit Master </a:t>
            </a:r>
            <a:r>
              <a:rPr/>
              <a:t>text </a:t>
            </a:r>
            <a:r>
              <a:rPr/>
              <a:t>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2119208239" name="Date Placeholder 3"/>
          <p:cNvSpPr>
            <a:spLocks noChangeArrowheads="1" noGrp="1"/>
          </p:cNvSpPr>
          <p:nvPr>
            <p:ph type="dt" sz="half" idx="2"/>
          </p:nvPr>
        </p:nvSpPr>
        <p:spPr bwMode="auto">
          <a:xfrm>
            <a:off x="457200" y="6356350"/>
            <a:ext cx="2133600" cy="365125"/>
          </a:xfrm>
          <a:prstGeom prst="rect">
            <a:avLst/>
          </a:prstGeom>
        </p:spPr>
        <p:txBody>
          <a:bodyPr vert="horz" wrap="square" lIns="91440" tIns="45720" rIns="91440" bIns="45720" numCol="1" spcCol="215899" anchor="ctr">
            <a:prstTxWarp prst="textNoShape"/>
          </a:bodyPr>
          <a:lstStyle>
            <a:lvl1pPr algn="l">
              <a:defRPr sz="1200" cap="none">
                <a:solidFill>
                  <a:srgbClr val="8C8C8C"/>
                </a:solidFill>
              </a:defRPr>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fld id="{C095632D-E2DC-6D0C-9280-1459B4CE6441}" type="datetime1">
              <a:rPr/>
              <a:t/>
            </a:fld>
            <a:endParaRPr/>
          </a:p>
        </p:txBody>
      </p:sp>
      <p:sp>
        <p:nvSpPr>
          <p:cNvPr id="1164949148" name="Footer Placeholder 4"/>
          <p:cNvSpPr>
            <a:spLocks noChangeArrowheads="1" noGrp="1"/>
          </p:cNvSpPr>
          <p:nvPr>
            <p:ph type="ftr" sz="quarter" idx="3"/>
          </p:nvPr>
        </p:nvSpPr>
        <p:spPr bwMode="auto">
          <a:xfrm>
            <a:off x="3124200" y="6356350"/>
            <a:ext cx="2895600" cy="365125"/>
          </a:xfrm>
          <a:prstGeom prst="rect">
            <a:avLst/>
          </a:prstGeom>
        </p:spPr>
        <p:txBody>
          <a:bodyPr vert="horz" wrap="square" lIns="91440" tIns="45720" rIns="91440" bIns="45720" numCol="1" spcCol="215899" anchor="ctr">
            <a:prstTxWarp prst="textNoShape"/>
          </a:bodyPr>
          <a:lstStyle>
            <a:lvl1pPr algn="ctr">
              <a:defRPr sz="1200" cap="none">
                <a:solidFill>
                  <a:srgbClr val="8C8C8C"/>
                </a:solidFill>
              </a:defRPr>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endParaRPr/>
          </a:p>
        </p:txBody>
      </p:sp>
      <p:sp>
        <p:nvSpPr>
          <p:cNvPr id="609952775" name="Slide Number Placeholder 5"/>
          <p:cNvSpPr>
            <a:spLocks noChangeArrowheads="1" noGrp="1"/>
          </p:cNvSpPr>
          <p:nvPr>
            <p:ph type="sldNum" sz="quarter" idx="4"/>
          </p:nvPr>
        </p:nvSpPr>
        <p:spPr bwMode="auto">
          <a:xfrm>
            <a:off x="6553200" y="6356350"/>
            <a:ext cx="2133600" cy="365125"/>
          </a:xfrm>
          <a:prstGeom prst="rect">
            <a:avLst/>
          </a:prstGeom>
        </p:spPr>
        <p:txBody>
          <a:bodyPr vert="horz" wrap="square" lIns="91440" tIns="45720" rIns="91440" bIns="45720" numCol="1" spcCol="215899" anchor="ctr">
            <a:prstTxWarp prst="textNoShape"/>
          </a:bodyPr>
          <a:lstStyle>
            <a:lvl1pPr algn="r">
              <a:defRPr sz="1200" cap="none">
                <a:solidFill>
                  <a:srgbClr val="8C8C8C"/>
                </a:solidFill>
              </a:defRPr>
            </a:lvl1pPr>
            <a:lvl2pPr>
              <a:defRPr cap="none"/>
            </a:lvl2pPr>
            <a:lvl3pPr>
              <a:defRPr cap="none"/>
            </a:lvl3pPr>
            <a:lvl4pPr>
              <a:defRPr cap="none"/>
            </a:lvl4pPr>
            <a:lvl5pPr>
              <a:defRPr cap="none"/>
            </a:lvl5pPr>
            <a:lvl6pPr>
              <a:defRPr cap="none"/>
            </a:lvl6pPr>
            <a:lvl7pPr>
              <a:defRPr cap="none"/>
            </a:lvl7pPr>
            <a:lvl8pPr>
              <a:defRPr cap="none"/>
            </a:lvl8pPr>
            <a:lvl9pPr>
              <a:defRPr cap="none"/>
            </a:lvl9pPr>
          </a:lstStyle>
          <a:p>
            <a:pPr>
              <a:defRPr/>
            </a:pPr>
            <a:fld id="{C095632D-A18D-9742-C37A-5717FA343502}" type="slidenum">
              <a:rPr/>
              <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1" ftr="0" hdr="0" sldNum="1"/>
  <p:txStyles>
    <p:titleStyle>
      <a:lvl1pPr marL="0" marR="0" indent="0" algn="ctr" defTabSz="914400">
        <a:lnSpc>
          <a:spcPct val="100000"/>
        </a:lnSpc>
        <a:spcBef>
          <a:spcPts val="0"/>
        </a:spcBef>
        <a:spcAft>
          <a:spcPts val="0"/>
        </a:spcAft>
        <a:buNone/>
        <a:defRPr sz="4400" b="0" i="0" u="none" strike="noStrike" cap="none" spc="0">
          <a:solidFill>
            <a:schemeClr val="tx1"/>
          </a:solidFill>
          <a:latin typeface="Calibri"/>
          <a:ea typeface="Calibri"/>
          <a:cs typeface="Calibri"/>
        </a:defRPr>
      </a:lvl1pPr>
      <a:lvl2pPr marL="4572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2pPr>
      <a:lvl3pPr marL="9144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3pPr>
      <a:lvl4pPr marL="13716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4pPr>
      <a:lvl5pPr marL="18288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5pPr>
      <a:lvl6pPr marL="22860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6pPr>
      <a:lvl7pPr marL="27432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7pPr>
      <a:lvl8pPr marL="32004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8pPr>
      <a:lvl9pPr marL="36576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9pPr>
    </p:titleStyle>
    <p:bodyStyle>
      <a:lvl1pPr marL="342900" marR="0" indent="-342900" algn="l" defTabSz="914400">
        <a:lnSpc>
          <a:spcPct val="100000"/>
        </a:lnSpc>
        <a:spcBef>
          <a:spcPts val="0"/>
        </a:spcBef>
        <a:spcAft>
          <a:spcPts val="0"/>
        </a:spcAft>
        <a:buClrTx/>
        <a:buSzTx/>
        <a:buFont typeface="Arial"/>
        <a:buChar char="•"/>
        <a:defRPr sz="3200" b="0" i="0" u="none" strike="noStrike" cap="none" spc="0">
          <a:solidFill>
            <a:schemeClr val="tx1"/>
          </a:solidFill>
          <a:latin typeface="Calibri"/>
          <a:ea typeface="Calibri"/>
          <a:cs typeface="Calibri"/>
        </a:defRPr>
      </a:lvl1pPr>
      <a:lvl2pPr marL="742950" marR="0" indent="-285750" algn="l" defTabSz="914400">
        <a:lnSpc>
          <a:spcPct val="100000"/>
        </a:lnSpc>
        <a:spcBef>
          <a:spcPts val="0"/>
        </a:spcBef>
        <a:spcAft>
          <a:spcPts val="0"/>
        </a:spcAft>
        <a:buClrTx/>
        <a:buSzTx/>
        <a:buFont typeface="Arial"/>
        <a:buChar char="–"/>
        <a:defRPr sz="2800" b="0" i="0" u="none" strike="noStrike" cap="none" spc="0">
          <a:solidFill>
            <a:schemeClr val="tx1"/>
          </a:solidFill>
          <a:latin typeface="Calibri"/>
          <a:ea typeface="Calibri"/>
          <a:cs typeface="Calibri"/>
        </a:defRPr>
      </a:lvl2pPr>
      <a:lvl3pPr marL="1143000" marR="0" indent="-228600" algn="l" defTabSz="914400">
        <a:lnSpc>
          <a:spcPct val="100000"/>
        </a:lnSpc>
        <a:spcBef>
          <a:spcPts val="0"/>
        </a:spcBef>
        <a:spcAft>
          <a:spcPts val="0"/>
        </a:spcAft>
        <a:buClrTx/>
        <a:buSzTx/>
        <a:buFont typeface="Arial"/>
        <a:buChar char="•"/>
        <a:defRPr sz="2400" b="0" i="0" u="none" strike="noStrike" cap="none" spc="0">
          <a:solidFill>
            <a:schemeClr val="tx1"/>
          </a:solidFill>
          <a:latin typeface="Calibri"/>
          <a:ea typeface="Calibri"/>
          <a:cs typeface="Calibri"/>
        </a:defRPr>
      </a:lvl3pPr>
      <a:lvl4pPr marL="1600200" marR="0" indent="-228600" algn="l" defTabSz="914400">
        <a:lnSpc>
          <a:spcPct val="100000"/>
        </a:lnSpc>
        <a:spcBef>
          <a:spcPts val="0"/>
        </a:spcBef>
        <a:spcAft>
          <a:spcPts val="0"/>
        </a:spcAft>
        <a:buClrTx/>
        <a:buSzTx/>
        <a:buFont typeface="Arial"/>
        <a:buChar char="–"/>
        <a:defRPr sz="2000" b="0" i="0" u="none" strike="noStrike" cap="none" spc="0">
          <a:solidFill>
            <a:schemeClr val="tx1"/>
          </a:solidFill>
          <a:latin typeface="Calibri"/>
          <a:ea typeface="Calibri"/>
          <a:cs typeface="Calibri"/>
        </a:defRPr>
      </a:lvl4pPr>
      <a:lvl5pPr marL="2057400" marR="0" indent="-228600" algn="l" defTabSz="914400">
        <a:lnSpc>
          <a:spcPct val="100000"/>
        </a:lnSpc>
        <a:spcBef>
          <a:spcPts val="0"/>
        </a:spcBef>
        <a:spcAft>
          <a:spcPts val="0"/>
        </a:spcAft>
        <a:buClrTx/>
        <a:buSzTx/>
        <a:buFont typeface="Arial"/>
        <a:buChar char="»"/>
        <a:defRPr sz="2000" b="0" i="0" u="none" strike="noStrike" cap="none" spc="0">
          <a:solidFill>
            <a:schemeClr val="tx1"/>
          </a:solidFill>
          <a:latin typeface="Calibri"/>
          <a:ea typeface="Calibri"/>
          <a:cs typeface="Calibri"/>
        </a:defRPr>
      </a:lvl5pPr>
      <a:lvl6pPr marL="2514600" marR="0" indent="-228600" algn="l" defTabSz="914400">
        <a:lnSpc>
          <a:spcPct val="100000"/>
        </a:lnSpc>
        <a:spcBef>
          <a:spcPts val="0"/>
        </a:spcBef>
        <a:spcAft>
          <a:spcPts val="0"/>
        </a:spcAft>
        <a:buClrTx/>
        <a:buSzTx/>
        <a:buFont typeface="Arial"/>
        <a:buChar char="•"/>
        <a:defRPr sz="2000" b="0" i="0" u="none" strike="noStrike" cap="none" spc="0">
          <a:solidFill>
            <a:schemeClr val="tx1"/>
          </a:solidFill>
          <a:latin typeface="Calibri"/>
          <a:ea typeface="Calibri"/>
          <a:cs typeface="Calibri"/>
        </a:defRPr>
      </a:lvl6pPr>
      <a:lvl7pPr marL="2971800" marR="0" indent="-228600" algn="l" defTabSz="914400">
        <a:lnSpc>
          <a:spcPct val="100000"/>
        </a:lnSpc>
        <a:spcBef>
          <a:spcPts val="0"/>
        </a:spcBef>
        <a:spcAft>
          <a:spcPts val="0"/>
        </a:spcAft>
        <a:buClrTx/>
        <a:buSzTx/>
        <a:buFont typeface="Arial"/>
        <a:buChar char="•"/>
        <a:defRPr sz="2000" b="0" i="0" u="none" strike="noStrike" cap="none" spc="0">
          <a:solidFill>
            <a:schemeClr val="tx1"/>
          </a:solidFill>
          <a:latin typeface="Calibri"/>
          <a:ea typeface="Calibri"/>
          <a:cs typeface="Calibri"/>
        </a:defRPr>
      </a:lvl7pPr>
      <a:lvl8pPr marL="3429000" marR="0" indent="-228600" algn="l" defTabSz="914400">
        <a:lnSpc>
          <a:spcPct val="100000"/>
        </a:lnSpc>
        <a:spcBef>
          <a:spcPts val="0"/>
        </a:spcBef>
        <a:spcAft>
          <a:spcPts val="0"/>
        </a:spcAft>
        <a:buClrTx/>
        <a:buSzTx/>
        <a:buFont typeface="Arial"/>
        <a:buChar char="•"/>
        <a:defRPr sz="2000" b="0" i="0" u="none" strike="noStrike" cap="none" spc="0">
          <a:solidFill>
            <a:schemeClr val="tx1"/>
          </a:solidFill>
          <a:latin typeface="Calibri"/>
          <a:ea typeface="Calibri"/>
          <a:cs typeface="Calibri"/>
        </a:defRPr>
      </a:lvl8pPr>
      <a:lvl9pPr marL="3886200" marR="0" indent="-228600" algn="l" defTabSz="914400">
        <a:lnSpc>
          <a:spcPct val="100000"/>
        </a:lnSpc>
        <a:spcBef>
          <a:spcPts val="0"/>
        </a:spcBef>
        <a:spcAft>
          <a:spcPts val="0"/>
        </a:spcAft>
        <a:buClrTx/>
        <a:buSzTx/>
        <a:buFont typeface="Arial"/>
        <a:buChar char="•"/>
        <a:defRPr sz="2000" b="0" i="0" u="none" strike="noStrike" cap="none" spc="0">
          <a:solidFill>
            <a:schemeClr val="tx1"/>
          </a:solidFill>
          <a:latin typeface="Calibri"/>
          <a:ea typeface="Calibri"/>
          <a:cs typeface="Calibri"/>
        </a:defRPr>
      </a:lvl9pPr>
    </p:bodyStyle>
    <p:otherStyle>
      <a:lvl1pPr marL="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1pPr>
      <a:lvl2pPr marL="4572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2pPr>
      <a:lvl3pPr marL="9144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3pPr>
      <a:lvl4pPr marL="13716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4pPr>
      <a:lvl5pPr marL="18288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5pPr>
      <a:lvl6pPr marL="22860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6pPr>
      <a:lvl7pPr marL="27432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7pPr>
      <a:lvl8pPr marL="32004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8pPr>
      <a:lvl9pPr marL="3657600" marR="0" indent="0" algn="l" defTabSz="914400">
        <a:lnSpc>
          <a:spcPct val="100000"/>
        </a:lnSpc>
        <a:spcBef>
          <a:spcPts val="0"/>
        </a:spcBef>
        <a:spcAft>
          <a:spcPts val="0"/>
        </a:spcAft>
        <a:buNone/>
        <a:defRPr sz="1800" b="0" i="0" u="none" strike="noStrike" cap="none" spc="0">
          <a:solidFill>
            <a:schemeClr val="tx1"/>
          </a:solidFill>
          <a:latin typeface="Calibri"/>
          <a:ea typeface="Calibri"/>
          <a:cs typeface="Calibri"/>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media1.svg"/><Relationship Id="rId5" Type="http://schemas.openxmlformats.org/officeDocument/2006/relationships/image" Target="../media/image2.png"/><Relationship Id="rId6" Type="http://schemas.openxmlformats.org/officeDocument/2006/relationships/image" Target="../media/media2.svg"/><Relationship Id="rId7" Type="http://schemas.openxmlformats.org/officeDocument/2006/relationships/image" Target="../media/image3.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media3.svg"/><Relationship Id="rId5" Type="http://schemas.openxmlformats.org/officeDocument/2006/relationships/image" Target="../media/image5.png"/><Relationship Id="rId6" Type="http://schemas.openxmlformats.org/officeDocument/2006/relationships/image" Target="../media/media4.svg"/><Relationship Id="rId7" Type="http://schemas.openxmlformats.org/officeDocument/2006/relationships/image" Target="../media/image6.png"/><Relationship Id="rId8" Type="http://schemas.openxmlformats.org/officeDocument/2006/relationships/image" Target="../media/media5.svg"/><Relationship Id="rId9" Type="http://schemas.openxmlformats.org/officeDocument/2006/relationships/image" Target="../media/image3.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media6.sv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media7.svg"/><Relationship Id="rId8" Type="http://schemas.openxmlformats.org/officeDocument/2006/relationships/image" Target="../media/image3.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media8.svg"/><Relationship Id="rId5" Type="http://schemas.openxmlformats.org/officeDocument/2006/relationships/image" Target="../media/image10.png"/><Relationship Id="rId6" Type="http://schemas.openxmlformats.org/officeDocument/2006/relationships/image" Target="../media/media9.svg"/><Relationship Id="rId7" Type="http://schemas.openxmlformats.org/officeDocument/2006/relationships/image" Target="../media/image11.png"/><Relationship Id="rId8" Type="http://schemas.openxmlformats.org/officeDocument/2006/relationships/image" Target="../media/media10.svg"/><Relationship Id="rId9" Type="http://schemas.openxmlformats.org/officeDocument/2006/relationships/image" Target="../media/image12.png"/><Relationship Id="rId10" Type="http://schemas.openxmlformats.org/officeDocument/2006/relationships/image" Target="../media/media11.svg"/><Relationship Id="rId11" Type="http://schemas.openxmlformats.org/officeDocument/2006/relationships/image" Target="../media/image13.png"/><Relationship Id="rId12" Type="http://schemas.openxmlformats.org/officeDocument/2006/relationships/image" Target="../media/media12.svg"/><Relationship Id="rId13" Type="http://schemas.openxmlformats.org/officeDocument/2006/relationships/image" Target="../media/image14.png"/><Relationship Id="rId14" Type="http://schemas.openxmlformats.org/officeDocument/2006/relationships/image" Target="../media/media13.svg"/><Relationship Id="rId15" Type="http://schemas.openxmlformats.org/officeDocument/2006/relationships/image" Target="../media/image15.png"/><Relationship Id="rId16" Type="http://schemas.openxmlformats.org/officeDocument/2006/relationships/image" Target="../media/media14.svg"/><Relationship Id="rId17" Type="http://schemas.openxmlformats.org/officeDocument/2006/relationships/image" Target="../media/image8.png"/><Relationship Id="rId18" Type="http://schemas.openxmlformats.org/officeDocument/2006/relationships/image" Target="../media/image16.png"/><Relationship Id="rId19" Type="http://schemas.openxmlformats.org/officeDocument/2006/relationships/image" Target="../media/media15.svg"/><Relationship Id="rId20" Type="http://schemas.openxmlformats.org/officeDocument/2006/relationships/image" Target="../media/image3.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media16.svg"/><Relationship Id="rId5" Type="http://schemas.openxmlformats.org/officeDocument/2006/relationships/image" Target="../media/image18.png"/><Relationship Id="rId6" Type="http://schemas.openxmlformats.org/officeDocument/2006/relationships/image" Target="../media/media17.svg"/><Relationship Id="rId7" Type="http://schemas.openxmlformats.org/officeDocument/2006/relationships/image" Target="../media/image19.png"/><Relationship Id="rId8" Type="http://schemas.openxmlformats.org/officeDocument/2006/relationships/image" Target="../media/media18.svg"/><Relationship Id="rId9" Type="http://schemas.openxmlformats.org/officeDocument/2006/relationships/image" Target="../media/image20.png"/><Relationship Id="rId10" Type="http://schemas.openxmlformats.org/officeDocument/2006/relationships/image" Target="../media/media19.svg"/><Relationship Id="rId11" Type="http://schemas.openxmlformats.org/officeDocument/2006/relationships/image" Target="../media/image3.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jpg"/><Relationship Id="rId7" Type="http://schemas.openxmlformats.org/officeDocument/2006/relationships/image" Target="../media/image3.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jpg"/><Relationship Id="rId7" Type="http://schemas.openxmlformats.org/officeDocument/2006/relationships/image" Target="../media/image3.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media20.svg"/><Relationship Id="rId5" Type="http://schemas.openxmlformats.org/officeDocument/2006/relationships/image" Target="../media/image23.png"/><Relationship Id="rId6" Type="http://schemas.openxmlformats.org/officeDocument/2006/relationships/image" Target="../media/media21.svg"/><Relationship Id="rId7" Type="http://schemas.openxmlformats.org/officeDocument/2006/relationships/image" Target="../media/image24.png"/><Relationship Id="rId8" Type="http://schemas.openxmlformats.org/officeDocument/2006/relationships/image" Target="../media/media22.svg"/><Relationship Id="rId9" Type="http://schemas.openxmlformats.org/officeDocument/2006/relationships/image" Target="../media/image3.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 Id="rId8" Type="http://schemas.openxmlformats.org/officeDocument/2006/relationships/image" Target="../media/image25.jpg"/></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 Id="rId8" Type="http://schemas.openxmlformats.org/officeDocument/2006/relationships/image" Target="../media/image25.jpg"/></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6.png"/><Relationship Id="rId4" Type="http://schemas.openxmlformats.org/officeDocument/2006/relationships/image" Target="../media/media23.svg"/><Relationship Id="rId5" Type="http://schemas.openxmlformats.org/officeDocument/2006/relationships/image" Target="../media/image27.png"/><Relationship Id="rId6" Type="http://schemas.openxmlformats.org/officeDocument/2006/relationships/image" Target="../media/media24.svg"/><Relationship Id="rId7" Type="http://schemas.openxmlformats.org/officeDocument/2006/relationships/image" Target="../media/image28.png"/><Relationship Id="rId8" Type="http://schemas.openxmlformats.org/officeDocument/2006/relationships/image" Target="../media/media25.svg"/><Relationship Id="rId9" Type="http://schemas.openxmlformats.org/officeDocument/2006/relationships/image" Target="../media/image29.png"/><Relationship Id="rId10" Type="http://schemas.openxmlformats.org/officeDocument/2006/relationships/image" Target="../media/media26.sv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Judul presentasi">
    <p:spTree>
      <p:nvGrpSpPr>
        <p:cNvPr id="1" name=""/>
        <p:cNvGrpSpPr/>
        <p:nvPr/>
      </p:nvGrpSpPr>
      <p:grpSpPr bwMode="auto">
        <a:xfrm>
          <a:off x="0" y="0"/>
          <a:ext cx="0" cy="0"/>
          <a:chOff x="0" y="0"/>
          <a:chExt cx="0" cy="0"/>
        </a:xfrm>
      </p:grpSpPr>
      <p:grpSp>
        <p:nvGrpSpPr>
          <p:cNvPr id="796385499" name="Group 2"/>
          <p:cNvGrpSpPr/>
          <p:nvPr/>
        </p:nvGrpSpPr>
        <p:grpSpPr bwMode="auto">
          <a:xfrm>
            <a:off x="12939395" y="6668770"/>
            <a:ext cx="5348605" cy="3618230"/>
            <a:chOff x="12939395" y="6668770"/>
            <a:chExt cx="5348605" cy="3618230"/>
          </a:xfrm>
        </p:grpSpPr>
        <p:sp>
          <p:nvSpPr>
            <p:cNvPr id="4" name="Freeform 3"/>
            <p:cNvSpPr/>
            <p:nvPr/>
          </p:nvSpPr>
          <p:spPr bwMode="auto">
            <a:xfrm>
              <a:off x="12939395" y="6668770"/>
              <a:ext cx="5348605" cy="3618230"/>
            </a:xfrm>
            <a:custGeom>
              <a:avLst/>
              <a:gdLst/>
              <a:ahLst/>
              <a:cxnLst/>
              <a:rect l="0" t="0" r="5348605" b="3618230"/>
              <a:pathLst>
                <a:path w="5348605" h="3618230" fill="norm" stroke="1" extrusionOk="0">
                  <a:moveTo>
                    <a:pt x="0" y="0"/>
                  </a:moveTo>
                  <a:lnTo>
                    <a:pt x="5348605" y="0"/>
                  </a:lnTo>
                  <a:lnTo>
                    <a:pt x="5348605" y="3618230"/>
                  </a:lnTo>
                  <a:lnTo>
                    <a:pt x="0" y="3618230"/>
                  </a:lnTo>
                  <a:close/>
                </a:path>
              </a:pathLst>
            </a:custGeom>
            <a:solidFill>
              <a:srgbClr val="E4E4E4"/>
            </a:solidFill>
            <a:ln>
              <a:noFill/>
            </a:ln>
            <a:effectLst/>
          </p:spPr>
        </p:sp>
        <p:sp>
          <p:nvSpPr>
            <p:cNvPr id="3" name="TextBox 4"/>
            <p:cNvSpPr/>
            <p:nvPr/>
          </p:nvSpPr>
          <p:spPr bwMode="auto">
            <a:xfrm>
              <a:off x="12939395" y="6523990"/>
              <a:ext cx="5348605" cy="376301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181565665" name="Freeform 5"/>
          <p:cNvSpPr/>
          <p:nvPr/>
        </p:nvSpPr>
        <p:spPr bwMode="auto">
          <a:xfrm>
            <a:off x="16183610" y="2901950"/>
            <a:ext cx="1327785" cy="1327150"/>
          </a:xfrm>
          <a:custGeom>
            <a:avLst/>
            <a:gdLst/>
            <a:ahLst/>
            <a:cxnLst/>
            <a:rect l="0" t="0" r="1327785" b="1327150"/>
            <a:pathLst>
              <a:path w="1327785" h="1327150" fill="norm" stroke="1" extrusionOk="0">
                <a:moveTo>
                  <a:pt x="0" y="0"/>
                </a:moveTo>
                <a:lnTo>
                  <a:pt x="1327785" y="0"/>
                </a:lnTo>
                <a:lnTo>
                  <a:pt x="1327785" y="1327150"/>
                </a:lnTo>
                <a:lnTo>
                  <a:pt x="0" y="1327150"/>
                </a:lnTo>
                <a:lnTo>
                  <a:pt x="0" y="0"/>
                </a:lnTo>
                <a:close/>
              </a:path>
            </a:pathLst>
          </a:custGeom>
          <a:blipFill>
            <a:blip r:embed="rId3"/>
            <a:stretch/>
          </a:blipFill>
          <a:ln>
            <a:noFill/>
          </a:ln>
          <a:effectLst/>
        </p:spPr>
      </p:sp>
      <p:sp>
        <p:nvSpPr>
          <p:cNvPr id="1032677043" name="Freeform 6"/>
          <p:cNvSpPr/>
          <p:nvPr/>
        </p:nvSpPr>
        <p:spPr bwMode="auto">
          <a:xfrm>
            <a:off x="11746865" y="-2407920"/>
            <a:ext cx="5974080" cy="5973445"/>
          </a:xfrm>
          <a:custGeom>
            <a:avLst/>
            <a:gdLst/>
            <a:ahLst/>
            <a:cxnLst/>
            <a:rect l="0" t="0" r="5974080" b="5973445"/>
            <a:pathLst>
              <a:path w="5974080" h="5973445" fill="norm" stroke="1" extrusionOk="0">
                <a:moveTo>
                  <a:pt x="0" y="0"/>
                </a:moveTo>
                <a:lnTo>
                  <a:pt x="5974080" y="0"/>
                </a:lnTo>
                <a:lnTo>
                  <a:pt x="5974080" y="5973445"/>
                </a:lnTo>
                <a:lnTo>
                  <a:pt x="0" y="5973445"/>
                </a:lnTo>
                <a:lnTo>
                  <a:pt x="0" y="0"/>
                </a:lnTo>
                <a:close/>
              </a:path>
            </a:pathLst>
          </a:custGeom>
          <a:blipFill>
            <a:blip r:embed="rId5"/>
            <a:stretch/>
          </a:blipFill>
          <a:ln>
            <a:noFill/>
          </a:ln>
          <a:effectLst/>
        </p:spPr>
      </p:sp>
      <p:grpSp>
        <p:nvGrpSpPr>
          <p:cNvPr id="1004940814" name="Group 7"/>
          <p:cNvGrpSpPr/>
          <p:nvPr/>
        </p:nvGrpSpPr>
        <p:grpSpPr bwMode="auto">
          <a:xfrm>
            <a:off x="15351125" y="4400550"/>
            <a:ext cx="803275" cy="742950"/>
            <a:chOff x="15351125" y="4400550"/>
            <a:chExt cx="803275" cy="742950"/>
          </a:xfrm>
        </p:grpSpPr>
        <p:sp>
          <p:nvSpPr>
            <p:cNvPr id="9" name="Freeform 8"/>
            <p:cNvSpPr/>
            <p:nvPr/>
          </p:nvSpPr>
          <p:spPr bwMode="auto">
            <a:xfrm>
              <a:off x="15351125" y="4400550"/>
              <a:ext cx="803275" cy="742950"/>
            </a:xfrm>
            <a:custGeom>
              <a:avLst/>
              <a:gdLst/>
              <a:ahLst/>
              <a:cxnLst/>
              <a:rect l="0" t="0" r="803275" b="742950"/>
              <a:pathLst>
                <a:path w="803275" h="742950" fill="norm" stroke="1" extrusionOk="0">
                  <a:moveTo>
                    <a:pt x="0" y="0"/>
                  </a:moveTo>
                  <a:lnTo>
                    <a:pt x="803275" y="0"/>
                  </a:lnTo>
                  <a:lnTo>
                    <a:pt x="803275" y="742950"/>
                  </a:lnTo>
                  <a:lnTo>
                    <a:pt x="0" y="742950"/>
                  </a:lnTo>
                  <a:close/>
                </a:path>
              </a:pathLst>
            </a:custGeom>
            <a:solidFill>
              <a:srgbClr val="5DA295"/>
            </a:solidFill>
            <a:ln>
              <a:noFill/>
            </a:ln>
            <a:effectLst/>
          </p:spPr>
        </p:sp>
        <p:sp>
          <p:nvSpPr>
            <p:cNvPr id="8" name="TextBox 9"/>
            <p:cNvSpPr/>
            <p:nvPr/>
          </p:nvSpPr>
          <p:spPr bwMode="auto">
            <a:xfrm>
              <a:off x="15351125" y="4255770"/>
              <a:ext cx="803275" cy="88773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33322391" name="Group 10"/>
          <p:cNvGrpSpPr/>
          <p:nvPr/>
        </p:nvGrpSpPr>
        <p:grpSpPr bwMode="auto">
          <a:xfrm>
            <a:off x="0" y="0"/>
            <a:ext cx="619760" cy="2934335"/>
            <a:chOff x="0" y="0"/>
            <a:chExt cx="619760" cy="2934335"/>
          </a:xfrm>
        </p:grpSpPr>
        <p:sp>
          <p:nvSpPr>
            <p:cNvPr id="12" name="Freeform 11"/>
            <p:cNvSpPr/>
            <p:nvPr/>
          </p:nvSpPr>
          <p:spPr bwMode="auto">
            <a:xfrm>
              <a:off x="0" y="0"/>
              <a:ext cx="619760" cy="2934335"/>
            </a:xfrm>
            <a:custGeom>
              <a:avLst/>
              <a:gdLst/>
              <a:ahLst/>
              <a:cxnLst/>
              <a:rect l="0" t="0" r="619760" b="2934335"/>
              <a:pathLst>
                <a:path w="619760" h="2934335" fill="norm" stroke="1" extrusionOk="0">
                  <a:moveTo>
                    <a:pt x="0" y="0"/>
                  </a:moveTo>
                  <a:lnTo>
                    <a:pt x="619760" y="0"/>
                  </a:lnTo>
                  <a:lnTo>
                    <a:pt x="619760" y="2934335"/>
                  </a:lnTo>
                  <a:lnTo>
                    <a:pt x="0" y="2934335"/>
                  </a:lnTo>
                  <a:close/>
                </a:path>
              </a:pathLst>
            </a:custGeom>
            <a:solidFill>
              <a:srgbClr val="5DA295"/>
            </a:solidFill>
            <a:ln>
              <a:noFill/>
            </a:ln>
            <a:effectLst/>
          </p:spPr>
        </p:sp>
        <p:sp>
          <p:nvSpPr>
            <p:cNvPr id="11" name="TextBox 12"/>
            <p:cNvSpPr/>
            <p:nvPr/>
          </p:nvSpPr>
          <p:spPr bwMode="auto">
            <a:xfrm>
              <a:off x="0" y="-144780"/>
              <a:ext cx="619760" cy="3079115"/>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184280588" name="Group 13"/>
          <p:cNvGrpSpPr/>
          <p:nvPr/>
        </p:nvGrpSpPr>
        <p:grpSpPr bwMode="auto">
          <a:xfrm>
            <a:off x="0" y="2933699"/>
            <a:ext cx="619760" cy="1003935"/>
            <a:chOff x="0" y="2933699"/>
            <a:chExt cx="619760" cy="1003935"/>
          </a:xfrm>
        </p:grpSpPr>
        <p:sp>
          <p:nvSpPr>
            <p:cNvPr id="15" name="Freeform 14"/>
            <p:cNvSpPr/>
            <p:nvPr/>
          </p:nvSpPr>
          <p:spPr bwMode="auto">
            <a:xfrm>
              <a:off x="0" y="2933699"/>
              <a:ext cx="619760" cy="1003935"/>
            </a:xfrm>
            <a:custGeom>
              <a:avLst/>
              <a:gdLst/>
              <a:ahLst/>
              <a:cxnLst/>
              <a:rect l="0" t="0" r="619760" b="1003935"/>
              <a:pathLst>
                <a:path w="619760" h="1003935" fill="norm" stroke="1" extrusionOk="0">
                  <a:moveTo>
                    <a:pt x="0" y="0"/>
                  </a:moveTo>
                  <a:lnTo>
                    <a:pt x="619760" y="0"/>
                  </a:lnTo>
                  <a:lnTo>
                    <a:pt x="619760" y="1003935"/>
                  </a:lnTo>
                  <a:lnTo>
                    <a:pt x="0" y="1003935"/>
                  </a:lnTo>
                  <a:close/>
                </a:path>
              </a:pathLst>
            </a:custGeom>
            <a:solidFill>
              <a:srgbClr val="BFDDD2"/>
            </a:solidFill>
            <a:ln>
              <a:noFill/>
            </a:ln>
            <a:effectLst/>
          </p:spPr>
        </p:sp>
        <p:sp>
          <p:nvSpPr>
            <p:cNvPr id="14" name="TextBox 15"/>
            <p:cNvSpPr/>
            <p:nvPr/>
          </p:nvSpPr>
          <p:spPr bwMode="auto">
            <a:xfrm>
              <a:off x="0" y="2788920"/>
              <a:ext cx="619760" cy="1148715"/>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44859514" name="Group 16"/>
          <p:cNvGrpSpPr/>
          <p:nvPr/>
        </p:nvGrpSpPr>
        <p:grpSpPr bwMode="auto">
          <a:xfrm>
            <a:off x="0" y="6668770"/>
            <a:ext cx="12939395" cy="3618230"/>
            <a:chOff x="0" y="6668770"/>
            <a:chExt cx="12939395" cy="3618230"/>
          </a:xfrm>
        </p:grpSpPr>
        <p:sp>
          <p:nvSpPr>
            <p:cNvPr id="18" name="Freeform 17"/>
            <p:cNvSpPr/>
            <p:nvPr/>
          </p:nvSpPr>
          <p:spPr bwMode="auto">
            <a:xfrm>
              <a:off x="0" y="6668770"/>
              <a:ext cx="12939395" cy="3618230"/>
            </a:xfrm>
            <a:custGeom>
              <a:avLst/>
              <a:gdLst/>
              <a:ahLst/>
              <a:cxnLst/>
              <a:rect l="0" t="0" r="12939395" b="3618230"/>
              <a:pathLst>
                <a:path w="12939395" h="3618230" fill="norm" stroke="1" extrusionOk="0">
                  <a:moveTo>
                    <a:pt x="0" y="0"/>
                  </a:moveTo>
                  <a:lnTo>
                    <a:pt x="12939395" y="0"/>
                  </a:lnTo>
                  <a:lnTo>
                    <a:pt x="12939395" y="3618230"/>
                  </a:lnTo>
                  <a:lnTo>
                    <a:pt x="0" y="3618230"/>
                  </a:lnTo>
                  <a:close/>
                </a:path>
              </a:pathLst>
            </a:custGeom>
            <a:solidFill>
              <a:srgbClr val="5DA295"/>
            </a:solidFill>
            <a:ln>
              <a:noFill/>
            </a:ln>
            <a:effectLst/>
          </p:spPr>
        </p:sp>
        <p:sp>
          <p:nvSpPr>
            <p:cNvPr id="17" name="TextBox 18"/>
            <p:cNvSpPr/>
            <p:nvPr/>
          </p:nvSpPr>
          <p:spPr bwMode="auto">
            <a:xfrm>
              <a:off x="0" y="6523990"/>
              <a:ext cx="12939395" cy="376301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28822833" name="Group 19"/>
          <p:cNvGrpSpPr/>
          <p:nvPr/>
        </p:nvGrpSpPr>
        <p:grpSpPr bwMode="auto">
          <a:xfrm>
            <a:off x="1967865" y="7117715"/>
            <a:ext cx="142875" cy="2691765"/>
            <a:chOff x="1967865" y="7117715"/>
            <a:chExt cx="142875" cy="2691765"/>
          </a:xfrm>
        </p:grpSpPr>
        <p:sp>
          <p:nvSpPr>
            <p:cNvPr id="21" name="Freeform 20"/>
            <p:cNvSpPr/>
            <p:nvPr/>
          </p:nvSpPr>
          <p:spPr bwMode="auto">
            <a:xfrm>
              <a:off x="1967865" y="7117715"/>
              <a:ext cx="142875" cy="2691765"/>
            </a:xfrm>
            <a:custGeom>
              <a:avLst/>
              <a:gdLst/>
              <a:ahLst/>
              <a:cxnLst/>
              <a:rect l="0" t="0" r="142875" b="2691765"/>
              <a:pathLst>
                <a:path w="142875" h="2691765" fill="norm" stroke="1" extrusionOk="0">
                  <a:moveTo>
                    <a:pt x="0" y="0"/>
                  </a:moveTo>
                  <a:lnTo>
                    <a:pt x="142875" y="0"/>
                  </a:lnTo>
                  <a:lnTo>
                    <a:pt x="142875" y="2691765"/>
                  </a:lnTo>
                  <a:lnTo>
                    <a:pt x="0" y="2691765"/>
                  </a:lnTo>
                  <a:close/>
                </a:path>
              </a:pathLst>
            </a:custGeom>
            <a:solidFill>
              <a:srgbClr val="BFDDD2"/>
            </a:solidFill>
            <a:ln>
              <a:noFill/>
            </a:ln>
            <a:effectLst/>
          </p:spPr>
        </p:sp>
        <p:sp>
          <p:nvSpPr>
            <p:cNvPr id="20" name="TextBox 21"/>
            <p:cNvSpPr/>
            <p:nvPr/>
          </p:nvSpPr>
          <p:spPr bwMode="auto">
            <a:xfrm>
              <a:off x="1967865" y="6972935"/>
              <a:ext cx="142875" cy="2836545"/>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513949878" name="TextBox 22"/>
          <p:cNvSpPr/>
          <p:nvPr/>
        </p:nvSpPr>
        <p:spPr bwMode="auto">
          <a:xfrm>
            <a:off x="1957070" y="2586355"/>
            <a:ext cx="12927965" cy="3296920"/>
          </a:xfrm>
          <a:prstGeom prst="rect">
            <a:avLst/>
          </a:prstGeom>
          <a:noFill/>
          <a:ln>
            <a:noFill/>
          </a:ln>
          <a:effectLst/>
        </p:spPr>
        <p:txBody>
          <a:bodyPr vert="horz" wrap="square" lIns="0" tIns="0" rIns="0" bIns="0" numCol="1" spcCol="215899" anchor="t"/>
          <a:lstStyle/>
          <a:p>
            <a:pPr algn="l">
              <a:lnSpc>
                <a:spcPts val="12980"/>
              </a:lnSpc>
              <a:defRPr sz="11000" b="1" cap="none">
                <a:solidFill>
                  <a:srgbClr val="000000"/>
                </a:solidFill>
                <a:latin typeface="Glacial Indifference"/>
                <a:ea typeface="Glacial Indifference"/>
                <a:cs typeface="Glacial Indifference"/>
              </a:defRPr>
            </a:pPr>
            <a:r>
              <a:rPr/>
              <a:t>FRAKTUR</a:t>
            </a:r>
            <a:endParaRPr/>
          </a:p>
          <a:p>
            <a:pPr algn="l">
              <a:lnSpc>
                <a:spcPts val="12980"/>
              </a:lnSpc>
              <a:defRPr sz="11000" b="1" cap="none">
                <a:solidFill>
                  <a:srgbClr val="000000"/>
                </a:solidFill>
                <a:latin typeface="Glacial Indifference"/>
                <a:ea typeface="Glacial Indifference"/>
                <a:cs typeface="Glacial Indifference"/>
              </a:defRPr>
            </a:pPr>
            <a:r>
              <a:rPr/>
              <a:t>HUMERUS</a:t>
            </a:r>
            <a:endParaRPr/>
          </a:p>
        </p:txBody>
      </p:sp>
      <p:sp>
        <p:nvSpPr>
          <p:cNvPr id="1444987445" name="Freeform 23"/>
          <p:cNvSpPr/>
          <p:nvPr/>
        </p:nvSpPr>
        <p:spPr bwMode="auto">
          <a:xfrm>
            <a:off x="13063855" y="7372985"/>
            <a:ext cx="5100320" cy="2209800"/>
          </a:xfrm>
          <a:custGeom>
            <a:avLst/>
            <a:gdLst/>
            <a:ahLst/>
            <a:cxnLst/>
            <a:rect l="0" t="0" r="5100320" b="2209800"/>
            <a:pathLst>
              <a:path w="5100320" h="2209800" fill="norm" stroke="1" extrusionOk="0">
                <a:moveTo>
                  <a:pt x="0" y="0"/>
                </a:moveTo>
                <a:lnTo>
                  <a:pt x="5100321" y="0"/>
                </a:lnTo>
                <a:lnTo>
                  <a:pt x="5100321" y="2209800"/>
                </a:lnTo>
                <a:lnTo>
                  <a:pt x="0" y="2209800"/>
                </a:lnTo>
                <a:lnTo>
                  <a:pt x="0" y="0"/>
                </a:lnTo>
                <a:close/>
              </a:path>
            </a:pathLst>
          </a:custGeom>
          <a:blipFill>
            <a:blip r:embed="rId7"/>
            <a:stretch/>
          </a:blipFill>
          <a:ln>
            <a:noFill/>
          </a:ln>
          <a:effectLst/>
        </p:spPr>
      </p:sp>
      <p:sp>
        <p:nvSpPr>
          <p:cNvPr id="801300158" name="TextBox 24"/>
          <p:cNvSpPr/>
          <p:nvPr/>
        </p:nvSpPr>
        <p:spPr bwMode="auto">
          <a:xfrm>
            <a:off x="2677160" y="8516620"/>
            <a:ext cx="9057640" cy="474980"/>
          </a:xfrm>
          <a:prstGeom prst="rect">
            <a:avLst/>
          </a:prstGeom>
          <a:noFill/>
          <a:ln>
            <a:noFill/>
          </a:ln>
          <a:effectLst/>
        </p:spPr>
        <p:txBody>
          <a:bodyPr vert="horz" wrap="square" lIns="0" tIns="0" rIns="0" bIns="0" numCol="1" spcCol="215899" anchor="t"/>
          <a:lstStyle/>
          <a:p>
            <a:pPr algn="l">
              <a:lnSpc>
                <a:spcPts val="4755"/>
              </a:lnSpc>
              <a:defRPr/>
            </a:pPr>
            <a:r>
              <a:rPr sz="3400" cap="none">
                <a:solidFill>
                  <a:srgbClr val="FFFFFF"/>
                </a:solidFill>
                <a:latin typeface="Glacial Indifference"/>
                <a:ea typeface="Glacial Indifference"/>
                <a:cs typeface="Glacial Indifference"/>
              </a:rPr>
              <a:t>PROGRAM STUDI ANALIS KESEHATAN</a:t>
            </a:r>
            <a:endParaRPr sz="3400" cap="none">
              <a:solidFill>
                <a:srgbClr val="FFFFFF"/>
              </a:solidFill>
              <a:latin typeface="Glacial Indifference"/>
              <a:ea typeface="Glacial Indifference"/>
              <a:cs typeface="Glacial Indifference"/>
            </a:endParaRPr>
          </a:p>
        </p:txBody>
      </p:sp>
      <p:sp>
        <p:nvSpPr>
          <p:cNvPr id="2069062848" name="TextBox 25"/>
          <p:cNvSpPr/>
          <p:nvPr/>
        </p:nvSpPr>
        <p:spPr bwMode="auto">
          <a:xfrm>
            <a:off x="1967865" y="1341755"/>
            <a:ext cx="9779000" cy="977265"/>
          </a:xfrm>
          <a:prstGeom prst="rect">
            <a:avLst/>
          </a:prstGeom>
          <a:noFill/>
          <a:ln>
            <a:noFill/>
          </a:ln>
          <a:effectLst/>
        </p:spPr>
        <p:txBody>
          <a:bodyPr vert="horz" wrap="square" lIns="0" tIns="0" rIns="0" bIns="0" numCol="1" spcCol="215899" anchor="t"/>
          <a:lstStyle/>
          <a:p>
            <a:pPr algn="l">
              <a:lnSpc>
                <a:spcPts val="7695"/>
              </a:lnSpc>
              <a:defRPr sz="5500" b="1" cap="none">
                <a:solidFill>
                  <a:srgbClr val="5DA295"/>
                </a:solidFill>
                <a:latin typeface="Glacial Indifference"/>
                <a:ea typeface="Glacial Indifference"/>
                <a:cs typeface="Glacial Indifference"/>
              </a:defRPr>
            </a:pPr>
            <a:r>
              <a:rPr/>
              <a:t>ASUHAN KEPERAWATAN</a:t>
            </a:r>
            <a:endParaRPr/>
          </a:p>
        </p:txBody>
      </p:sp>
      <p:sp>
        <p:nvSpPr>
          <p:cNvPr id="1924940150" name="TextBox 26"/>
          <p:cNvSpPr/>
          <p:nvPr/>
        </p:nvSpPr>
        <p:spPr bwMode="auto">
          <a:xfrm>
            <a:off x="2677160" y="7078345"/>
            <a:ext cx="5056505" cy="688975"/>
          </a:xfrm>
          <a:prstGeom prst="rect">
            <a:avLst/>
          </a:prstGeom>
          <a:noFill/>
          <a:ln>
            <a:noFill/>
          </a:ln>
          <a:effectLst/>
        </p:spPr>
        <p:txBody>
          <a:bodyPr vert="horz" wrap="square" lIns="0" tIns="0" rIns="0" bIns="0" numCol="1" spcCol="215899" anchor="t"/>
          <a:lstStyle/>
          <a:p>
            <a:pPr algn="l">
              <a:lnSpc>
                <a:spcPts val="5595"/>
              </a:lnSpc>
              <a:defRPr cap="none">
                <a:latin typeface="Glacial Indifference"/>
                <a:ea typeface="Glacial Indifference"/>
                <a:cs typeface="Glacial Indifference"/>
              </a:defRPr>
            </a:pPr>
            <a:r>
              <a:rPr sz="4000" b="1" cap="none">
                <a:solidFill>
                  <a:srgbClr val="FFFFFF"/>
                </a:solidFill>
              </a:rPr>
              <a:t>Silviana </a:t>
            </a:r>
            <a:r>
              <a:rPr sz="4000" b="1" cap="none">
                <a:solidFill>
                  <a:srgbClr val="FFFFFF"/>
                </a:solidFill>
              </a:rPr>
              <a:t>Amara </a:t>
            </a:r>
            <a:endParaRPr sz="4000" b="1" cap="none">
              <a:solidFill>
                <a:srgbClr val="FFFFFF"/>
              </a:solidFill>
            </a:endParaRPr>
          </a:p>
        </p:txBody>
      </p:sp>
      <p:sp>
        <p:nvSpPr>
          <p:cNvPr id="1001633402" name="TextBox 27"/>
          <p:cNvSpPr/>
          <p:nvPr/>
        </p:nvSpPr>
        <p:spPr bwMode="auto">
          <a:xfrm>
            <a:off x="2677160" y="7850505"/>
            <a:ext cx="3755390" cy="580390"/>
          </a:xfrm>
          <a:prstGeom prst="rect">
            <a:avLst/>
          </a:prstGeom>
          <a:noFill/>
          <a:ln>
            <a:noFill/>
          </a:ln>
          <a:effectLst/>
        </p:spPr>
        <p:txBody>
          <a:bodyPr vert="horz" wrap="square" lIns="0" tIns="0" rIns="0" bIns="0" numCol="1" spcCol="215899" anchor="t"/>
          <a:lstStyle/>
          <a:p>
            <a:pPr algn="l">
              <a:lnSpc>
                <a:spcPts val="4755"/>
              </a:lnSpc>
              <a:defRPr/>
            </a:pPr>
            <a:r>
              <a:rPr sz="3400" cap="none">
                <a:solidFill>
                  <a:srgbClr val="FFFFFF"/>
                </a:solidFill>
                <a:latin typeface="Glacial Indifference"/>
                <a:ea typeface="Glacial Indifference"/>
                <a:cs typeface="Glacial Indifference"/>
              </a:rPr>
              <a:t>NIM : 1032213032</a:t>
            </a:r>
            <a:endParaRPr sz="3400" cap="none">
              <a:solidFill>
                <a:srgbClr val="FFFFFF"/>
              </a:solidFill>
              <a:latin typeface="Glacial Indifference"/>
              <a:ea typeface="Glacial Indifference"/>
              <a:cs typeface="Glacial Indifference"/>
            </a:endParaRPr>
          </a:p>
        </p:txBody>
      </p:sp>
      <p:sp>
        <p:nvSpPr>
          <p:cNvPr id="955549892" name="TextBox 28"/>
          <p:cNvSpPr/>
          <p:nvPr/>
        </p:nvSpPr>
        <p:spPr bwMode="auto">
          <a:xfrm>
            <a:off x="2677160" y="9182735"/>
            <a:ext cx="1455420" cy="603885"/>
          </a:xfrm>
          <a:prstGeom prst="rect">
            <a:avLst/>
          </a:prstGeom>
          <a:noFill/>
          <a:ln>
            <a:noFill/>
          </a:ln>
          <a:effectLst/>
        </p:spPr>
        <p:txBody>
          <a:bodyPr vert="horz" wrap="square" lIns="0" tIns="0" rIns="0" bIns="0" numCol="1" spcCol="215899" anchor="t"/>
          <a:lstStyle/>
          <a:p>
            <a:pPr algn="l">
              <a:lnSpc>
                <a:spcPts val="4755"/>
              </a:lnSpc>
              <a:defRPr sz="3400" b="1" cap="none">
                <a:solidFill>
                  <a:srgbClr val="FFFFFF"/>
                </a:solidFill>
                <a:latin typeface="Glacial Indifference"/>
                <a:ea typeface="Glacial Indifference"/>
                <a:cs typeface="Glacial Indifference"/>
              </a:defRPr>
            </a:pPr>
            <a:r>
              <a:rPr/>
              <a:t>2024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Definisi 1">
    <p:spTree>
      <p:nvGrpSpPr>
        <p:cNvPr id="1" name=""/>
        <p:cNvGrpSpPr/>
        <p:nvPr/>
      </p:nvGrpSpPr>
      <p:grpSpPr bwMode="auto">
        <a:xfrm>
          <a:off x="0" y="0"/>
          <a:ext cx="0" cy="0"/>
          <a:chOff x="0" y="0"/>
          <a:chExt cx="0" cy="0"/>
        </a:xfrm>
      </p:grpSpPr>
      <p:grpSp>
        <p:nvGrpSpPr>
          <p:cNvPr id="734359729"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460751103"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266798670"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928823662"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155295178"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632491141"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5"/>
            <a:stretch/>
          </a:blipFill>
          <a:ln>
            <a:noFill/>
          </a:ln>
          <a:effectLst/>
        </p:spPr>
      </p:sp>
      <p:sp>
        <p:nvSpPr>
          <p:cNvPr id="912751112"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7"/>
            <a:stretch/>
          </a:blipFill>
          <a:ln>
            <a:noFill/>
          </a:ln>
          <a:effectLst/>
        </p:spPr>
      </p:sp>
      <p:sp>
        <p:nvSpPr>
          <p:cNvPr id="1385880627" name="TextBox 15"/>
          <p:cNvSpPr/>
          <p:nvPr/>
        </p:nvSpPr>
        <p:spPr bwMode="auto">
          <a:xfrm>
            <a:off x="1497330" y="3018790"/>
            <a:ext cx="4949190" cy="958850"/>
          </a:xfrm>
          <a:prstGeom prst="rect">
            <a:avLst/>
          </a:prstGeom>
          <a:noFill/>
          <a:ln>
            <a:noFill/>
          </a:ln>
          <a:effectLst/>
        </p:spPr>
        <p:txBody>
          <a:bodyPr vert="horz" wrap="square" lIns="0" tIns="0" rIns="0" bIns="0" numCol="1" spcCol="215899" anchor="t"/>
          <a:lstStyle/>
          <a:p>
            <a:pPr algn="l">
              <a:lnSpc>
                <a:spcPts val="7550"/>
              </a:lnSpc>
              <a:defRPr sz="6400" b="1" cap="none">
                <a:solidFill>
                  <a:srgbClr val="000000"/>
                </a:solidFill>
                <a:latin typeface="Glacial Indifference"/>
                <a:ea typeface="Glacial Indifference"/>
                <a:cs typeface="Glacial Indifference"/>
              </a:defRPr>
            </a:pPr>
            <a:r>
              <a:rPr/>
              <a:t>Definisi</a:t>
            </a:r>
            <a:endParaRPr/>
          </a:p>
        </p:txBody>
      </p:sp>
      <p:sp>
        <p:nvSpPr>
          <p:cNvPr id="1822274632"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cap="none">
                <a:latin typeface="Glacial Indifference"/>
                <a:ea typeface="Glacial Indifference"/>
                <a:cs typeface="Glacial Indifference"/>
              </a:defRPr>
            </a:pPr>
            <a:r>
              <a:rPr sz="4500" b="1" cap="none">
                <a:solidFill>
                  <a:srgbClr val="000000"/>
                </a:solidFill>
              </a:rPr>
              <a:t>02</a:t>
            </a:r>
            <a:endParaRPr sz="4500" b="1" cap="none">
              <a:solidFill>
                <a:srgbClr val="000000"/>
              </a:solidFill>
            </a:endParaRPr>
          </a:p>
        </p:txBody>
      </p:sp>
      <p:sp>
        <p:nvSpPr>
          <p:cNvPr id="1332664483" name="TextBox 17"/>
          <p:cNvSpPr/>
          <p:nvPr/>
        </p:nvSpPr>
        <p:spPr bwMode="auto">
          <a:xfrm>
            <a:off x="8231505" y="3001009"/>
            <a:ext cx="8582660" cy="4356100"/>
          </a:xfrm>
          <a:prstGeom prst="rect">
            <a:avLst/>
          </a:prstGeom>
          <a:noFill/>
          <a:ln>
            <a:noFill/>
          </a:ln>
          <a:effectLst/>
        </p:spPr>
        <p:txBody>
          <a:bodyPr vert="horz" wrap="square" lIns="0" tIns="0" rIns="0" bIns="0" numCol="1" spcCol="215899" anchor="t"/>
          <a:lstStyle/>
          <a:p>
            <a:pPr algn="l">
              <a:lnSpc>
                <a:spcPts val="4900"/>
              </a:lnSpc>
              <a:defRPr sz="3200" cap="none"/>
            </a:pPr>
            <a:r>
              <a:rPr cap="none">
                <a:solidFill>
                  <a:srgbClr val="000000"/>
                </a:solidFill>
                <a:latin typeface="Glacial Indifference"/>
                <a:ea typeface="Glacial Indifference"/>
                <a:cs typeface="Glacial Indifference"/>
              </a:rPr>
              <a:t>Fraktur humerus adalah kondisi di mana terjadi patahan pada tulang humerus, yang merupakan tulang yang memanjang dari bahu sampai siku. Kondisi ini biasanya disebabkan oleh trauma langsung pada lengan, seperti jatuh dengan lengan yang terentang atau benturan keras.</a:t>
            </a:r>
            <a:endParaRPr cap="none">
              <a:solidFill>
                <a:srgbClr val="000000"/>
              </a:solidFill>
              <a:latin typeface="Glacial Indifference"/>
              <a:ea typeface="Glacial Indifference"/>
              <a:cs typeface="Glacial Indifference"/>
            </a:endParaRPr>
          </a:p>
        </p:txBody>
      </p:sp>
      <p:sp>
        <p:nvSpPr>
          <p:cNvPr id="1528872943"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791449275"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9"/>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Definisi 2">
    <p:spTree>
      <p:nvGrpSpPr>
        <p:cNvPr id="1" name=""/>
        <p:cNvGrpSpPr/>
        <p:nvPr/>
      </p:nvGrpSpPr>
      <p:grpSpPr bwMode="auto">
        <a:xfrm>
          <a:off x="0" y="0"/>
          <a:ext cx="0" cy="0"/>
          <a:chOff x="0" y="0"/>
          <a:chExt cx="0" cy="0"/>
        </a:xfrm>
      </p:grpSpPr>
      <p:sp>
        <p:nvSpPr>
          <p:cNvPr id="65991379" name="Freeform 2"/>
          <p:cNvSpPr/>
          <p:nvPr/>
        </p:nvSpPr>
        <p:spPr bwMode="auto">
          <a:xfrm>
            <a:off x="-1002030" y="6833870"/>
            <a:ext cx="5973445" cy="5973445"/>
          </a:xfrm>
          <a:custGeom>
            <a:avLst/>
            <a:gdLst/>
            <a:ahLst/>
            <a:cxnLst/>
            <a:rect l="0" t="0" r="5973445" b="5973445"/>
            <a:pathLst>
              <a:path w="5973445" h="5973445" fill="norm" stroke="1" extrusionOk="0">
                <a:moveTo>
                  <a:pt x="0" y="0"/>
                </a:moveTo>
                <a:lnTo>
                  <a:pt x="5973444" y="0"/>
                </a:lnTo>
                <a:lnTo>
                  <a:pt x="5973444" y="5973445"/>
                </a:lnTo>
                <a:lnTo>
                  <a:pt x="0" y="5973445"/>
                </a:lnTo>
                <a:lnTo>
                  <a:pt x="0" y="0"/>
                </a:lnTo>
                <a:close/>
              </a:path>
            </a:pathLst>
          </a:custGeom>
          <a:blipFill>
            <a:blip r:embed="rId3"/>
            <a:stretch/>
          </a:blipFill>
          <a:ln>
            <a:noFill/>
          </a:ln>
          <a:effectLst/>
        </p:spPr>
      </p:sp>
      <p:grpSp>
        <p:nvGrpSpPr>
          <p:cNvPr id="914447765" name="Group 3"/>
          <p:cNvGrpSpPr/>
          <p:nvPr/>
        </p:nvGrpSpPr>
        <p:grpSpPr bwMode="auto">
          <a:xfrm>
            <a:off x="0" y="10073640"/>
            <a:ext cx="18288000" cy="213360"/>
            <a:chOff x="0" y="10073640"/>
            <a:chExt cx="18288000" cy="213360"/>
          </a:xfrm>
        </p:grpSpPr>
        <p:sp>
          <p:nvSpPr>
            <p:cNvPr id="5" name="Freeform 4"/>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4" name="TextBox 5"/>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248425184" name="Group 6"/>
          <p:cNvGrpSpPr/>
          <p:nvPr/>
        </p:nvGrpSpPr>
        <p:grpSpPr bwMode="auto">
          <a:xfrm>
            <a:off x="0" y="0"/>
            <a:ext cx="18288000" cy="213360"/>
            <a:chOff x="0" y="0"/>
            <a:chExt cx="18288000" cy="213360"/>
          </a:xfrm>
        </p:grpSpPr>
        <p:sp>
          <p:nvSpPr>
            <p:cNvPr id="8" name="Freeform 7"/>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7" name="TextBox 8"/>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2121563627" name="AutoShape 9"/>
          <p:cNvSpPr/>
          <p:nvPr/>
        </p:nvSpPr>
        <p:spPr bwMode="auto">
          <a:xfrm>
            <a:off x="7059929" y="4213860"/>
            <a:ext cx="11329670" cy="0"/>
          </a:xfrm>
          <a:prstGeom prst="line">
            <a:avLst/>
          </a:prstGeom>
          <a:noFill/>
          <a:ln w="38100" cap="flat" cmpd="sng" algn="ctr">
            <a:solidFill>
              <a:srgbClr val="5DA295"/>
            </a:solidFill>
            <a:prstDash val="solid"/>
            <a:headEnd type="none"/>
            <a:tailEnd type="none"/>
          </a:ln>
          <a:effectLst/>
        </p:spPr>
      </p:sp>
      <p:sp>
        <p:nvSpPr>
          <p:cNvPr id="1694423776" name="AutoShape 10"/>
          <p:cNvSpPr/>
          <p:nvPr/>
        </p:nvSpPr>
        <p:spPr bwMode="auto">
          <a:xfrm>
            <a:off x="7059929" y="5734685"/>
            <a:ext cx="11329670" cy="0"/>
          </a:xfrm>
          <a:prstGeom prst="line">
            <a:avLst/>
          </a:prstGeom>
          <a:noFill/>
          <a:ln w="38100" cap="flat" cmpd="sng" algn="ctr">
            <a:solidFill>
              <a:srgbClr val="5DA295"/>
            </a:solidFill>
            <a:prstDash val="solid"/>
            <a:headEnd type="none"/>
            <a:tailEnd type="none"/>
          </a:ln>
          <a:effectLst/>
        </p:spPr>
      </p:sp>
      <p:sp>
        <p:nvSpPr>
          <p:cNvPr id="1070317865" name="AutoShape 11"/>
          <p:cNvSpPr/>
          <p:nvPr/>
        </p:nvSpPr>
        <p:spPr bwMode="auto">
          <a:xfrm>
            <a:off x="7059929" y="7255510"/>
            <a:ext cx="11329670" cy="0"/>
          </a:xfrm>
          <a:prstGeom prst="line">
            <a:avLst/>
          </a:prstGeom>
          <a:noFill/>
          <a:ln w="38100" cap="flat" cmpd="sng" algn="ctr">
            <a:solidFill>
              <a:srgbClr val="5DA295"/>
            </a:solidFill>
            <a:prstDash val="solid"/>
            <a:headEnd type="none"/>
            <a:tailEnd type="none"/>
          </a:ln>
          <a:effectLst/>
        </p:spPr>
      </p:sp>
      <p:sp>
        <p:nvSpPr>
          <p:cNvPr id="1788629102" name="Freeform 12"/>
          <p:cNvSpPr/>
          <p:nvPr/>
        </p:nvSpPr>
        <p:spPr bwMode="auto">
          <a:xfrm>
            <a:off x="4138295" y="6649720"/>
            <a:ext cx="1210945" cy="1210945"/>
          </a:xfrm>
          <a:custGeom>
            <a:avLst/>
            <a:gdLst/>
            <a:ahLst/>
            <a:cxnLst/>
            <a:rect l="0" t="0" r="1210945" b="1210945"/>
            <a:pathLst>
              <a:path w="1210945" h="1210945" fill="norm" stroke="1" extrusionOk="0">
                <a:moveTo>
                  <a:pt x="0" y="0"/>
                </a:moveTo>
                <a:lnTo>
                  <a:pt x="1210945" y="0"/>
                </a:lnTo>
                <a:lnTo>
                  <a:pt x="1210945" y="1210945"/>
                </a:lnTo>
                <a:lnTo>
                  <a:pt x="0" y="1210945"/>
                </a:lnTo>
                <a:lnTo>
                  <a:pt x="0" y="0"/>
                </a:lnTo>
                <a:close/>
              </a:path>
            </a:pathLst>
          </a:custGeom>
          <a:blipFill>
            <a:blip r:embed="rId5"/>
            <a:stretch/>
          </a:blipFill>
          <a:ln>
            <a:noFill/>
          </a:ln>
          <a:effectLst/>
        </p:spPr>
      </p:sp>
      <p:sp>
        <p:nvSpPr>
          <p:cNvPr id="1221484329" name="TextBox 13"/>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03</a:t>
            </a:r>
            <a:endParaRPr/>
          </a:p>
        </p:txBody>
      </p:sp>
      <p:sp>
        <p:nvSpPr>
          <p:cNvPr id="1501679938" name="AutoShape 14"/>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713093741" name="Freeform 15"/>
          <p:cNvSpPr/>
          <p:nvPr/>
        </p:nvSpPr>
        <p:spPr bwMode="auto">
          <a:xfrm>
            <a:off x="16893540" y="567690"/>
            <a:ext cx="1082675" cy="1082675"/>
          </a:xfrm>
          <a:custGeom>
            <a:avLst/>
            <a:gdLst/>
            <a:ahLst/>
            <a:cxnLst/>
            <a:rect l="0" t="0" r="1082675" b="1082675"/>
            <a:pathLst>
              <a:path w="1082675" h="1082675" fill="norm" stroke="1" extrusionOk="0">
                <a:moveTo>
                  <a:pt x="0" y="0"/>
                </a:moveTo>
                <a:lnTo>
                  <a:pt x="1082673" y="0"/>
                </a:lnTo>
                <a:lnTo>
                  <a:pt x="1082673" y="1082675"/>
                </a:lnTo>
                <a:lnTo>
                  <a:pt x="0" y="1082675"/>
                </a:lnTo>
                <a:lnTo>
                  <a:pt x="0" y="0"/>
                </a:lnTo>
                <a:close/>
              </a:path>
            </a:pathLst>
          </a:custGeom>
          <a:blipFill>
            <a:blip r:embed="rId6"/>
            <a:stretch/>
          </a:blipFill>
          <a:ln>
            <a:noFill/>
          </a:ln>
          <a:effectLst/>
        </p:spPr>
      </p:sp>
      <p:sp>
        <p:nvSpPr>
          <p:cNvPr id="779319147" name="TextBox 16"/>
          <p:cNvSpPr/>
          <p:nvPr/>
        </p:nvSpPr>
        <p:spPr bwMode="auto">
          <a:xfrm>
            <a:off x="1517650" y="2801620"/>
            <a:ext cx="4727575" cy="1104265"/>
          </a:xfrm>
          <a:prstGeom prst="rect">
            <a:avLst/>
          </a:prstGeom>
          <a:noFill/>
          <a:ln>
            <a:noFill/>
          </a:ln>
          <a:effectLst/>
        </p:spPr>
        <p:txBody>
          <a:bodyPr vert="horz" wrap="square" lIns="0" tIns="0" rIns="0" bIns="0" numCol="1" spcCol="215899" anchor="t"/>
          <a:lstStyle/>
          <a:p>
            <a:pPr algn="l">
              <a:lnSpc>
                <a:spcPts val="8955"/>
              </a:lnSpc>
              <a:defRPr sz="6400" b="1" cap="none">
                <a:solidFill>
                  <a:srgbClr val="000000"/>
                </a:solidFill>
                <a:latin typeface="Glacial Indifference"/>
                <a:ea typeface="Glacial Indifference"/>
                <a:cs typeface="Glacial Indifference"/>
              </a:defRPr>
            </a:pPr>
            <a:r>
              <a:rPr/>
              <a:t>Definisi</a:t>
            </a:r>
            <a:endParaRPr/>
          </a:p>
        </p:txBody>
      </p:sp>
      <p:sp>
        <p:nvSpPr>
          <p:cNvPr id="484112012" name="TextBox 17"/>
          <p:cNvSpPr/>
          <p:nvPr/>
        </p:nvSpPr>
        <p:spPr bwMode="auto">
          <a:xfrm>
            <a:off x="8168005" y="3479165"/>
            <a:ext cx="8873490" cy="537845"/>
          </a:xfrm>
          <a:prstGeom prst="rect">
            <a:avLst/>
          </a:prstGeom>
          <a:noFill/>
          <a:ln>
            <a:noFill/>
          </a:ln>
          <a:effectLst/>
        </p:spPr>
        <p:txBody>
          <a:bodyPr vert="horz" wrap="square" lIns="0" tIns="0" rIns="0" bIns="0" numCol="1" spcCol="215899" anchor="t"/>
          <a:lstStyle/>
          <a:p>
            <a:pPr algn="l">
              <a:lnSpc>
                <a:spcPts val="4480"/>
              </a:lnSpc>
              <a:defRPr/>
            </a:pPr>
            <a:r>
              <a:rPr sz="3200" cap="none">
                <a:solidFill>
                  <a:srgbClr val="000000"/>
                </a:solidFill>
                <a:latin typeface="Glacial Indifference"/>
                <a:ea typeface="Glacial Indifference"/>
                <a:cs typeface="Glacial Indifference"/>
              </a:rPr>
              <a:t>Terjadi pada bagian atas humerus dekat bahu</a:t>
            </a:r>
            <a:endParaRPr sz="3200" cap="none">
              <a:solidFill>
                <a:srgbClr val="000000"/>
              </a:solidFill>
              <a:latin typeface="Glacial Indifference"/>
              <a:ea typeface="Glacial Indifference"/>
              <a:cs typeface="Glacial Indifference"/>
            </a:endParaRPr>
          </a:p>
        </p:txBody>
      </p:sp>
      <p:sp>
        <p:nvSpPr>
          <p:cNvPr id="513016391" name="TextBox 18"/>
          <p:cNvSpPr/>
          <p:nvPr/>
        </p:nvSpPr>
        <p:spPr bwMode="auto">
          <a:xfrm>
            <a:off x="6916420" y="3112770"/>
            <a:ext cx="938530" cy="762000"/>
          </a:xfrm>
          <a:prstGeom prst="rect">
            <a:avLst/>
          </a:prstGeom>
          <a:noFill/>
          <a:ln>
            <a:noFill/>
          </a:ln>
          <a:effectLst/>
        </p:spPr>
        <p:txBody>
          <a:bodyPr vert="horz" wrap="square" lIns="0" tIns="0" rIns="0" bIns="0" numCol="1" spcCol="215899" anchor="t"/>
          <a:lstStyle/>
          <a:p>
            <a:pPr algn="r">
              <a:lnSpc>
                <a:spcPts val="6295"/>
              </a:lnSpc>
              <a:defRPr sz="4500" b="1" cap="none">
                <a:solidFill>
                  <a:srgbClr val="5DA295"/>
                </a:solidFill>
                <a:latin typeface="Glacial Indifference"/>
                <a:ea typeface="Glacial Indifference"/>
                <a:cs typeface="Glacial Indifference"/>
              </a:defRPr>
            </a:pPr>
            <a:r>
              <a:rPr/>
              <a:t>01.</a:t>
            </a:r>
            <a:endParaRPr/>
          </a:p>
        </p:txBody>
      </p:sp>
      <p:sp>
        <p:nvSpPr>
          <p:cNvPr id="180648129" name="TextBox 19"/>
          <p:cNvSpPr/>
          <p:nvPr/>
        </p:nvSpPr>
        <p:spPr bwMode="auto">
          <a:xfrm>
            <a:off x="8168005" y="2868295"/>
            <a:ext cx="3489960" cy="621665"/>
          </a:xfrm>
          <a:prstGeom prst="rect">
            <a:avLst/>
          </a:prstGeom>
          <a:noFill/>
          <a:ln>
            <a:noFill/>
          </a:ln>
          <a:effectLst/>
        </p:spPr>
        <p:txBody>
          <a:bodyPr vert="horz" wrap="square" lIns="0" tIns="0" rIns="0" bIns="0" numCol="1" spcCol="215899" anchor="t"/>
          <a:lstStyle/>
          <a:p>
            <a:pPr algn="l">
              <a:lnSpc>
                <a:spcPts val="4895"/>
              </a:lnSpc>
              <a:defRPr sz="3500" b="1" cap="none">
                <a:solidFill>
                  <a:srgbClr val="5DA295"/>
                </a:solidFill>
                <a:latin typeface="Glacial Indifference"/>
                <a:ea typeface="Glacial Indifference"/>
                <a:cs typeface="Glacial Indifference"/>
              </a:defRPr>
            </a:pPr>
            <a:r>
              <a:rPr/>
              <a:t>Proksimal</a:t>
            </a:r>
            <a:endParaRPr/>
          </a:p>
        </p:txBody>
      </p:sp>
      <p:sp>
        <p:nvSpPr>
          <p:cNvPr id="941424625" name="TextBox 20"/>
          <p:cNvSpPr/>
          <p:nvPr/>
        </p:nvSpPr>
        <p:spPr bwMode="auto">
          <a:xfrm>
            <a:off x="6758305" y="4598035"/>
            <a:ext cx="1096645" cy="762000"/>
          </a:xfrm>
          <a:prstGeom prst="rect">
            <a:avLst/>
          </a:prstGeom>
          <a:noFill/>
          <a:ln>
            <a:noFill/>
          </a:ln>
          <a:effectLst/>
        </p:spPr>
        <p:txBody>
          <a:bodyPr vert="horz" wrap="square" lIns="0" tIns="0" rIns="0" bIns="0" numCol="1" spcCol="215899" anchor="t"/>
          <a:lstStyle/>
          <a:p>
            <a:pPr algn="r">
              <a:lnSpc>
                <a:spcPts val="6295"/>
              </a:lnSpc>
              <a:defRPr sz="4500" b="1" cap="none">
                <a:solidFill>
                  <a:srgbClr val="5DA295"/>
                </a:solidFill>
                <a:latin typeface="Glacial Indifference"/>
                <a:ea typeface="Glacial Indifference"/>
                <a:cs typeface="Glacial Indifference"/>
              </a:defRPr>
            </a:pPr>
            <a:r>
              <a:rPr/>
              <a:t>02.</a:t>
            </a:r>
            <a:endParaRPr/>
          </a:p>
        </p:txBody>
      </p:sp>
      <p:sp>
        <p:nvSpPr>
          <p:cNvPr id="277794827" name="TextBox 21"/>
          <p:cNvSpPr/>
          <p:nvPr/>
        </p:nvSpPr>
        <p:spPr bwMode="auto">
          <a:xfrm>
            <a:off x="8168005" y="4358005"/>
            <a:ext cx="3489960" cy="621665"/>
          </a:xfrm>
          <a:prstGeom prst="rect">
            <a:avLst/>
          </a:prstGeom>
          <a:noFill/>
          <a:ln>
            <a:noFill/>
          </a:ln>
          <a:effectLst/>
        </p:spPr>
        <p:txBody>
          <a:bodyPr vert="horz" wrap="square" lIns="0" tIns="0" rIns="0" bIns="0" numCol="1" spcCol="215899" anchor="t"/>
          <a:lstStyle/>
          <a:p>
            <a:pPr algn="l">
              <a:lnSpc>
                <a:spcPts val="4895"/>
              </a:lnSpc>
              <a:defRPr sz="3500" b="1" cap="none">
                <a:solidFill>
                  <a:srgbClr val="5DA295"/>
                </a:solidFill>
                <a:latin typeface="Glacial Indifference"/>
                <a:ea typeface="Glacial Indifference"/>
                <a:cs typeface="Glacial Indifference"/>
              </a:defRPr>
            </a:pPr>
            <a:r>
              <a:rPr/>
              <a:t>Poros Tengah</a:t>
            </a:r>
            <a:endParaRPr/>
          </a:p>
        </p:txBody>
      </p:sp>
      <p:sp>
        <p:nvSpPr>
          <p:cNvPr id="203122614" name="TextBox 22"/>
          <p:cNvSpPr/>
          <p:nvPr/>
        </p:nvSpPr>
        <p:spPr bwMode="auto">
          <a:xfrm>
            <a:off x="8168005" y="4964430"/>
            <a:ext cx="8873490" cy="537845"/>
          </a:xfrm>
          <a:prstGeom prst="rect">
            <a:avLst/>
          </a:prstGeom>
          <a:noFill/>
          <a:ln>
            <a:noFill/>
          </a:ln>
          <a:effectLst/>
        </p:spPr>
        <p:txBody>
          <a:bodyPr vert="horz" wrap="square" lIns="0" tIns="0" rIns="0" bIns="0" numCol="1" spcCol="215899" anchor="t"/>
          <a:lstStyle/>
          <a:p>
            <a:pPr algn="l">
              <a:lnSpc>
                <a:spcPts val="4480"/>
              </a:lnSpc>
              <a:defRPr/>
            </a:pPr>
            <a:r>
              <a:rPr sz="3200" cap="none">
                <a:solidFill>
                  <a:srgbClr val="000000"/>
                </a:solidFill>
                <a:latin typeface="Glacial Indifference"/>
                <a:ea typeface="Glacial Indifference"/>
                <a:cs typeface="Glacial Indifference"/>
              </a:rPr>
              <a:t>Terjadi di tengah humerus</a:t>
            </a:r>
            <a:endParaRPr sz="3200" cap="none">
              <a:solidFill>
                <a:srgbClr val="000000"/>
              </a:solidFill>
              <a:latin typeface="Glacial Indifference"/>
              <a:ea typeface="Glacial Indifference"/>
              <a:cs typeface="Glacial Indifference"/>
            </a:endParaRPr>
          </a:p>
        </p:txBody>
      </p:sp>
      <p:sp>
        <p:nvSpPr>
          <p:cNvPr id="1577282430" name="TextBox 23"/>
          <p:cNvSpPr/>
          <p:nvPr/>
        </p:nvSpPr>
        <p:spPr bwMode="auto">
          <a:xfrm>
            <a:off x="8168005" y="5890260"/>
            <a:ext cx="3489960" cy="621665"/>
          </a:xfrm>
          <a:prstGeom prst="rect">
            <a:avLst/>
          </a:prstGeom>
          <a:noFill/>
          <a:ln>
            <a:noFill/>
          </a:ln>
          <a:effectLst/>
        </p:spPr>
        <p:txBody>
          <a:bodyPr vert="horz" wrap="square" lIns="0" tIns="0" rIns="0" bIns="0" numCol="1" spcCol="215899" anchor="t"/>
          <a:lstStyle/>
          <a:p>
            <a:pPr algn="l">
              <a:lnSpc>
                <a:spcPts val="4895"/>
              </a:lnSpc>
              <a:defRPr sz="3500" b="1" cap="none">
                <a:solidFill>
                  <a:srgbClr val="5DA295"/>
                </a:solidFill>
                <a:latin typeface="Glacial Indifference"/>
                <a:ea typeface="Glacial Indifference"/>
                <a:cs typeface="Glacial Indifference"/>
              </a:defRPr>
            </a:pPr>
            <a:r>
              <a:rPr/>
              <a:t>Distal</a:t>
            </a:r>
            <a:endParaRPr/>
          </a:p>
        </p:txBody>
      </p:sp>
      <p:sp>
        <p:nvSpPr>
          <p:cNvPr id="1518078703" name="TextBox 24"/>
          <p:cNvSpPr/>
          <p:nvPr/>
        </p:nvSpPr>
        <p:spPr bwMode="auto">
          <a:xfrm>
            <a:off x="8168005" y="6496684"/>
            <a:ext cx="8873490" cy="537845"/>
          </a:xfrm>
          <a:prstGeom prst="rect">
            <a:avLst/>
          </a:prstGeom>
          <a:noFill/>
          <a:ln>
            <a:noFill/>
          </a:ln>
          <a:effectLst/>
        </p:spPr>
        <p:txBody>
          <a:bodyPr vert="horz" wrap="square" lIns="0" tIns="0" rIns="0" bIns="0" numCol="1" spcCol="215899" anchor="t"/>
          <a:lstStyle/>
          <a:p>
            <a:pPr algn="l">
              <a:lnSpc>
                <a:spcPts val="4480"/>
              </a:lnSpc>
              <a:defRPr/>
            </a:pPr>
            <a:r>
              <a:rPr sz="3200" cap="none">
                <a:solidFill>
                  <a:srgbClr val="000000"/>
                </a:solidFill>
                <a:latin typeface="Glacial Indifference"/>
                <a:ea typeface="Glacial Indifference"/>
                <a:cs typeface="Glacial Indifference"/>
              </a:rPr>
              <a:t>Terjadi di bagian bawah humerus dekat siku</a:t>
            </a:r>
            <a:endParaRPr sz="3200" cap="none">
              <a:solidFill>
                <a:srgbClr val="000000"/>
              </a:solidFill>
              <a:latin typeface="Glacial Indifference"/>
              <a:ea typeface="Glacial Indifference"/>
              <a:cs typeface="Glacial Indifference"/>
            </a:endParaRPr>
          </a:p>
        </p:txBody>
      </p:sp>
      <p:sp>
        <p:nvSpPr>
          <p:cNvPr id="2118573067" name="TextBox 25"/>
          <p:cNvSpPr/>
          <p:nvPr/>
        </p:nvSpPr>
        <p:spPr bwMode="auto">
          <a:xfrm>
            <a:off x="6758305" y="6071870"/>
            <a:ext cx="1096645" cy="762000"/>
          </a:xfrm>
          <a:prstGeom prst="rect">
            <a:avLst/>
          </a:prstGeom>
          <a:noFill/>
          <a:ln>
            <a:noFill/>
          </a:ln>
          <a:effectLst/>
        </p:spPr>
        <p:txBody>
          <a:bodyPr vert="horz" wrap="square" lIns="0" tIns="0" rIns="0" bIns="0" numCol="1" spcCol="215899" anchor="t"/>
          <a:lstStyle/>
          <a:p>
            <a:pPr algn="r">
              <a:lnSpc>
                <a:spcPts val="6295"/>
              </a:lnSpc>
              <a:defRPr sz="4500" b="1" cap="none">
                <a:solidFill>
                  <a:srgbClr val="5DA295"/>
                </a:solidFill>
                <a:latin typeface="Glacial Indifference"/>
                <a:ea typeface="Glacial Indifference"/>
                <a:cs typeface="Glacial Indifference"/>
              </a:defRPr>
            </a:pPr>
            <a:r>
              <a:rPr/>
              <a:t>03.</a:t>
            </a:r>
            <a:endParaRPr/>
          </a:p>
        </p:txBody>
      </p:sp>
      <p:sp>
        <p:nvSpPr>
          <p:cNvPr id="180846453" name="TextBox 26"/>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158464983" name="Freeform 27"/>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enyebab 1">
    <p:spTree>
      <p:nvGrpSpPr>
        <p:cNvPr id="1" name=""/>
        <p:cNvGrpSpPr/>
        <p:nvPr/>
      </p:nvGrpSpPr>
      <p:grpSpPr bwMode="auto">
        <a:xfrm>
          <a:off x="0" y="0"/>
          <a:ext cx="0" cy="0"/>
          <a:chOff x="0" y="0"/>
          <a:chExt cx="0" cy="0"/>
        </a:xfrm>
      </p:grpSpPr>
      <p:grpSp>
        <p:nvGrpSpPr>
          <p:cNvPr id="2072437071"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537553882"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24319329"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1132413357"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342135385"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902724047"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50396486"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404072898" name="TextBox 15"/>
          <p:cNvSpPr/>
          <p:nvPr/>
        </p:nvSpPr>
        <p:spPr bwMode="auto">
          <a:xfrm>
            <a:off x="1497330" y="3018790"/>
            <a:ext cx="4949190" cy="958850"/>
          </a:xfrm>
          <a:prstGeom prst="rect">
            <a:avLst/>
          </a:prstGeom>
          <a:noFill/>
          <a:ln>
            <a:noFill/>
          </a:ln>
          <a:effectLst/>
        </p:spPr>
        <p:txBody>
          <a:bodyPr vert="horz" wrap="square" lIns="0" tIns="0" rIns="0" bIns="0" numCol="1" spcCol="215899" anchor="t"/>
          <a:lstStyle/>
          <a:p>
            <a:pPr algn="l">
              <a:lnSpc>
                <a:spcPts val="7550"/>
              </a:lnSpc>
              <a:defRPr sz="6400" b="1" cap="none">
                <a:solidFill>
                  <a:srgbClr val="000000"/>
                </a:solidFill>
                <a:latin typeface="Glacial Indifference"/>
                <a:ea typeface="Glacial Indifference"/>
                <a:cs typeface="Glacial Indifference"/>
              </a:defRPr>
            </a:pPr>
            <a:r>
              <a:rPr/>
              <a:t>Penyebab</a:t>
            </a:r>
            <a:endParaRPr/>
          </a:p>
        </p:txBody>
      </p:sp>
      <p:sp>
        <p:nvSpPr>
          <p:cNvPr id="2004469296" name="TextBox 16"/>
          <p:cNvSpPr/>
          <p:nvPr/>
        </p:nvSpPr>
        <p:spPr bwMode="auto">
          <a:xfrm>
            <a:off x="16563975" y="8834120"/>
            <a:ext cx="955040" cy="76263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04</a:t>
            </a:r>
            <a:endParaRPr/>
          </a:p>
        </p:txBody>
      </p:sp>
      <p:sp>
        <p:nvSpPr>
          <p:cNvPr id="982081886" name="TextBox 17"/>
          <p:cNvSpPr/>
          <p:nvPr/>
        </p:nvSpPr>
        <p:spPr bwMode="auto">
          <a:xfrm>
            <a:off x="7981315" y="3276600"/>
            <a:ext cx="9849485" cy="4038600"/>
          </a:xfrm>
          <a:prstGeom prst="rect">
            <a:avLst/>
          </a:prstGeom>
          <a:noFill/>
          <a:ln>
            <a:noFill/>
          </a:ln>
          <a:effectLst/>
        </p:spPr>
        <p:txBody>
          <a:bodyPr vert="horz" wrap="square" lIns="0" tIns="0" rIns="0" bIns="0" numCol="1" spcCol="215899" anchor="t"/>
          <a:lstStyle/>
          <a:p>
            <a:pPr algn="l">
              <a:lnSpc>
                <a:spcPct val="100000"/>
              </a:lnSpc>
              <a:defRPr sz="3200" cap="none"/>
            </a:pPr>
            <a:r>
              <a:rPr cap="none">
                <a:solidFill>
                  <a:srgbClr val="000000"/>
                </a:solidFill>
                <a:latin typeface="Glacial Indifference"/>
                <a:ea typeface="Glacial Indifference"/>
                <a:cs typeface="Glacial Indifference"/>
              </a:rPr>
              <a:t>Trauma Langsung: Fraktur humerus biasanya disebabkan oleh trauma langsung yang mengenai tulang, seperti kecelakaan mobil, olahraga, atau jatuh. Misalnya, fraktur </a:t>
            </a:r>
            <a:r>
              <a:rPr cap="none">
                <a:solidFill>
                  <a:srgbClr val="000000"/>
                </a:solidFill>
                <a:latin typeface="Glacial Indifference"/>
                <a:ea typeface="Glacial Indifference"/>
                <a:cs typeface="Glacial Indifference"/>
              </a:rPr>
              <a:t>collum humerus dapat terjadi akibat jatuh dengan tangan yang memuntir humerus sehingga menyebabkan fraktur spiral. Jatuh pada siku saat lengan pada posisi abduksi dapat merusak tulang menyebabkan fraktur </a:t>
            </a:r>
            <a:r>
              <a:rPr cap="none">
                <a:solidFill>
                  <a:srgbClr val="000000"/>
                </a:solidFill>
                <a:latin typeface="Glacial Indifference"/>
                <a:ea typeface="Glacial Indifference"/>
                <a:cs typeface="Glacial Indifference"/>
              </a:rPr>
              <a:t>oblik atau melintang.</a:t>
            </a:r>
            <a:endParaRPr cap="none">
              <a:solidFill>
                <a:srgbClr val="000000"/>
              </a:solidFill>
              <a:latin typeface="Glacial Indifference"/>
              <a:ea typeface="Glacial Indifference"/>
              <a:cs typeface="Glacial Indifference"/>
            </a:endParaRPr>
          </a:p>
        </p:txBody>
      </p:sp>
      <p:sp>
        <p:nvSpPr>
          <p:cNvPr id="1911700020"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686028638"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enyebab 2">
    <p:spTree>
      <p:nvGrpSpPr>
        <p:cNvPr id="1" name=""/>
        <p:cNvGrpSpPr/>
        <p:nvPr/>
      </p:nvGrpSpPr>
      <p:grpSpPr bwMode="auto">
        <a:xfrm>
          <a:off x="0" y="0"/>
          <a:ext cx="0" cy="0"/>
          <a:chOff x="0" y="0"/>
          <a:chExt cx="0" cy="0"/>
        </a:xfrm>
      </p:grpSpPr>
      <p:grpSp>
        <p:nvGrpSpPr>
          <p:cNvPr id="515406349"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556332850"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170711523"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1284692924"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999679179"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572574579"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949013578"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730538227" name="TextBox 15"/>
          <p:cNvSpPr/>
          <p:nvPr/>
        </p:nvSpPr>
        <p:spPr bwMode="auto">
          <a:xfrm>
            <a:off x="1497330" y="3018790"/>
            <a:ext cx="4949190" cy="969010"/>
          </a:xfrm>
          <a:prstGeom prst="rect">
            <a:avLst/>
          </a:prstGeom>
          <a:noFill/>
          <a:ln>
            <a:noFill/>
          </a:ln>
          <a:effectLst/>
        </p:spPr>
        <p:txBody>
          <a:bodyPr vert="horz" wrap="square" lIns="0" tIns="0" rIns="0" bIns="0" numCol="1" spcCol="215899" anchor="t"/>
          <a:lstStyle/>
          <a:p>
            <a:pPr algn="l">
              <a:lnSpc>
                <a:spcPts val="7550"/>
              </a:lnSpc>
              <a:defRPr sz="6400" b="1" cap="none">
                <a:solidFill>
                  <a:srgbClr val="000000"/>
                </a:solidFill>
                <a:latin typeface="Glacial Indifference"/>
                <a:ea typeface="Glacial Indifference"/>
                <a:cs typeface="Glacial Indifference"/>
              </a:defRPr>
            </a:pPr>
            <a:r>
              <a:rPr/>
              <a:t>Penyebab</a:t>
            </a:r>
            <a:endParaRPr/>
          </a:p>
        </p:txBody>
      </p:sp>
      <p:sp>
        <p:nvSpPr>
          <p:cNvPr id="1779842121" name="TextBox 16"/>
          <p:cNvSpPr/>
          <p:nvPr/>
        </p:nvSpPr>
        <p:spPr bwMode="auto">
          <a:xfrm>
            <a:off x="16563975" y="8834120"/>
            <a:ext cx="955040" cy="76263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05</a:t>
            </a:r>
            <a:endParaRPr/>
          </a:p>
        </p:txBody>
      </p:sp>
      <p:sp>
        <p:nvSpPr>
          <p:cNvPr id="455117948" name="TextBox 17"/>
          <p:cNvSpPr/>
          <p:nvPr/>
        </p:nvSpPr>
        <p:spPr bwMode="auto">
          <a:xfrm>
            <a:off x="7981315" y="3352800"/>
            <a:ext cx="9620885" cy="3756025"/>
          </a:xfrm>
          <a:prstGeom prst="rect">
            <a:avLst/>
          </a:prstGeom>
          <a:noFill/>
          <a:ln>
            <a:noFill/>
          </a:ln>
          <a:effectLst/>
        </p:spPr>
        <p:txBody>
          <a:bodyPr vert="horz" wrap="square" lIns="0" tIns="0" rIns="0" bIns="0" numCol="1" spcCol="215899" anchor="t"/>
          <a:lstStyle/>
          <a:p>
            <a:pPr algn="l">
              <a:lnSpc>
                <a:spcPct val="100000"/>
              </a:lnSpc>
              <a:defRPr sz="3200" cap="none">
                <a:solidFill>
                  <a:srgbClr val="000000"/>
                </a:solidFill>
                <a:latin typeface="Glacial Indifference"/>
                <a:ea typeface="Glacial Indifference"/>
                <a:cs typeface="Glacial Indifference"/>
              </a:defRPr>
            </a:pPr>
            <a:r>
              <a:rPr/>
              <a:t>Fraktur Patologis: Fraktur humerus juga bisa merupakan fraktur patologis, yang terjadi sebagai akibat dari kondisi kesehatan yang menyebabkan tulang keropos. Hal-hal yang dapat menyebabkan fraktur humerus patologis meliputi osteoporosis, kanker tulang, kista atau tumor tulang, dan infeksi tulang.</a:t>
            </a:r>
            <a:endParaRPr/>
          </a:p>
        </p:txBody>
      </p:sp>
      <p:sp>
        <p:nvSpPr>
          <p:cNvPr id="1964739629"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824025558"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Gejala">
    <p:spTree>
      <p:nvGrpSpPr>
        <p:cNvPr id="1" name=""/>
        <p:cNvGrpSpPr/>
        <p:nvPr/>
      </p:nvGrpSpPr>
      <p:grpSpPr bwMode="auto">
        <a:xfrm>
          <a:off x="0" y="0"/>
          <a:ext cx="0" cy="0"/>
          <a:chOff x="0" y="0"/>
          <a:chExt cx="0" cy="0"/>
        </a:xfrm>
      </p:grpSpPr>
      <p:grpSp>
        <p:nvGrpSpPr>
          <p:cNvPr id="1835360222"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696117846"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420061473"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957763256"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655090906"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87581059"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1723342129"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40886575" name="TextBox 15"/>
          <p:cNvSpPr/>
          <p:nvPr/>
        </p:nvSpPr>
        <p:spPr bwMode="auto">
          <a:xfrm>
            <a:off x="1497330" y="3028315"/>
            <a:ext cx="4949190" cy="1056005"/>
          </a:xfrm>
          <a:prstGeom prst="rect">
            <a:avLst/>
          </a:prstGeom>
          <a:noFill/>
          <a:ln>
            <a:noFill/>
          </a:ln>
          <a:effectLst/>
        </p:spPr>
        <p:txBody>
          <a:bodyPr vert="horz" wrap="square" lIns="0" tIns="0" rIns="0" bIns="0" numCol="1" spcCol="215899" anchor="t"/>
          <a:lstStyle/>
          <a:p>
            <a:pPr algn="l">
              <a:lnSpc>
                <a:spcPts val="8255"/>
              </a:lnSpc>
              <a:defRPr sz="7000" b="1" cap="none">
                <a:solidFill>
                  <a:srgbClr val="000000"/>
                </a:solidFill>
                <a:latin typeface="Glacial Indifference"/>
                <a:ea typeface="Glacial Indifference"/>
                <a:cs typeface="Glacial Indifference"/>
              </a:defRPr>
            </a:pPr>
            <a:r>
              <a:rPr/>
              <a:t>Gejala</a:t>
            </a:r>
            <a:endParaRPr/>
          </a:p>
        </p:txBody>
      </p:sp>
      <p:sp>
        <p:nvSpPr>
          <p:cNvPr id="1677740279"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06</a:t>
            </a:r>
            <a:endParaRPr/>
          </a:p>
        </p:txBody>
      </p:sp>
      <p:sp>
        <p:nvSpPr>
          <p:cNvPr id="92739442" name="TextBox 17"/>
          <p:cNvSpPr/>
          <p:nvPr/>
        </p:nvSpPr>
        <p:spPr bwMode="auto">
          <a:xfrm>
            <a:off x="7924800" y="3352800"/>
            <a:ext cx="9697085" cy="3901440"/>
          </a:xfrm>
          <a:prstGeom prst="rect">
            <a:avLst/>
          </a:prstGeom>
          <a:noFill/>
          <a:ln>
            <a:noFill/>
          </a:ln>
          <a:effectLst/>
        </p:spPr>
        <p:txBody>
          <a:bodyPr vert="horz" wrap="square" lIns="0" tIns="0" rIns="0" bIns="0" numCol="1" spcCol="215899" anchor="t"/>
          <a:lstStyle/>
          <a:p>
            <a:pPr algn="l">
              <a:lnSpc>
                <a:spcPct val="100000"/>
              </a:lnSpc>
              <a:defRPr sz="3200" cap="none"/>
            </a:pPr>
            <a:r>
              <a:rPr cap="none">
                <a:solidFill>
                  <a:srgbClr val="000000"/>
                </a:solidFill>
                <a:latin typeface="Glacial Indifference"/>
                <a:ea typeface="Glacial Indifference"/>
                <a:cs typeface="Glacial Indifference"/>
              </a:rPr>
              <a:t>Gejala fraktur humerus dapat bervariasi tergantung pada jenis dan lokasi fraktur, tetapi umumnya meliputi rasa sakit yang parah, bengkak dan memar di sekitar area patah tulang, </a:t>
            </a:r>
            <a:r>
              <a:rPr cap="none">
                <a:solidFill>
                  <a:srgbClr val="000000"/>
                </a:solidFill>
                <a:latin typeface="Glacial Indifference"/>
                <a:ea typeface="Glacial Indifference"/>
                <a:cs typeface="Glacial Indifference"/>
              </a:rPr>
              <a:t>ketidakmampuan atau kesulitan menggerakkan bahu, sensasi </a:t>
            </a:r>
            <a:r>
              <a:rPr cap="none">
                <a:solidFill>
                  <a:srgbClr val="000000"/>
                </a:solidFill>
                <a:latin typeface="Glacial Indifference"/>
                <a:ea typeface="Glacial Indifference"/>
                <a:cs typeface="Glacial Indifference"/>
              </a:rPr>
              <a:t>timbulnya suara "klik" ketika mencoba menggerakkan bahu, serta </a:t>
            </a:r>
            <a:r>
              <a:rPr cap="none">
                <a:solidFill>
                  <a:srgbClr val="000000"/>
                </a:solidFill>
                <a:latin typeface="Glacial Indifference"/>
                <a:ea typeface="Glacial Indifference"/>
                <a:cs typeface="Glacial Indifference"/>
              </a:rPr>
              <a:t>deformitas atau kelainan bentuk lengan atas yang tampak bengkok atau tidak berbentuk normal.</a:t>
            </a:r>
            <a:endParaRPr cap="none">
              <a:solidFill>
                <a:srgbClr val="000000"/>
              </a:solidFill>
              <a:latin typeface="Glacial Indifference"/>
              <a:ea typeface="Glacial Indifference"/>
              <a:cs typeface="Glacial Indifference"/>
            </a:endParaRPr>
          </a:p>
        </p:txBody>
      </p:sp>
      <p:sp>
        <p:nvSpPr>
          <p:cNvPr id="1707360120"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052275338"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Diagnosis">
    <p:spTree>
      <p:nvGrpSpPr>
        <p:cNvPr id="1" name=""/>
        <p:cNvGrpSpPr/>
        <p:nvPr/>
      </p:nvGrpSpPr>
      <p:grpSpPr bwMode="auto">
        <a:xfrm>
          <a:off x="0" y="0"/>
          <a:ext cx="0" cy="0"/>
          <a:chOff x="0" y="0"/>
          <a:chExt cx="0" cy="0"/>
        </a:xfrm>
      </p:grpSpPr>
      <p:grpSp>
        <p:nvGrpSpPr>
          <p:cNvPr id="775686988"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837223636"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523124305"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07</a:t>
            </a:r>
            <a:endParaRPr/>
          </a:p>
        </p:txBody>
      </p:sp>
      <p:sp>
        <p:nvSpPr>
          <p:cNvPr id="1501806933"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35084509"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996560890"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1818452708"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1071987346"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1306901174"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1251464552"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208707027"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1288873685"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930551722"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694886122"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405191744"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316408765" name="Freeform 29"/>
          <p:cNvSpPr/>
          <p:nvPr/>
        </p:nvSpPr>
        <p:spPr bwMode="auto">
          <a:xfrm>
            <a:off x="2822575" y="3417570"/>
            <a:ext cx="744855" cy="842010"/>
          </a:xfrm>
          <a:custGeom>
            <a:avLst/>
            <a:gdLst/>
            <a:ahLst/>
            <a:cxnLst/>
            <a:rect l="0" t="0" r="744855" b="842010"/>
            <a:pathLst>
              <a:path w="744855" h="842010" fill="norm" stroke="1" extrusionOk="0">
                <a:moveTo>
                  <a:pt x="0" y="0"/>
                </a:moveTo>
                <a:lnTo>
                  <a:pt x="744855" y="0"/>
                </a:lnTo>
                <a:lnTo>
                  <a:pt x="744855" y="842010"/>
                </a:lnTo>
                <a:lnTo>
                  <a:pt x="0" y="842010"/>
                </a:lnTo>
                <a:lnTo>
                  <a:pt x="0" y="0"/>
                </a:lnTo>
                <a:close/>
              </a:path>
            </a:pathLst>
          </a:custGeom>
          <a:blipFill>
            <a:blip r:embed="rId3"/>
            <a:stretch/>
          </a:blipFill>
          <a:ln>
            <a:noFill/>
          </a:ln>
          <a:effectLst/>
        </p:spPr>
      </p:sp>
      <p:sp>
        <p:nvSpPr>
          <p:cNvPr id="72250805" name="Freeform 30"/>
          <p:cNvSpPr/>
          <p:nvPr/>
        </p:nvSpPr>
        <p:spPr bwMode="auto">
          <a:xfrm>
            <a:off x="6744970" y="3426460"/>
            <a:ext cx="889635" cy="823595"/>
          </a:xfrm>
          <a:custGeom>
            <a:avLst/>
            <a:gdLst/>
            <a:ahLst/>
            <a:cxnLst/>
            <a:rect l="0" t="0" r="889635" b="823595"/>
            <a:pathLst>
              <a:path w="889635" h="823595" fill="norm" stroke="1" extrusionOk="0">
                <a:moveTo>
                  <a:pt x="0" y="0"/>
                </a:moveTo>
                <a:lnTo>
                  <a:pt x="889635" y="0"/>
                </a:lnTo>
                <a:lnTo>
                  <a:pt x="889635" y="823595"/>
                </a:lnTo>
                <a:lnTo>
                  <a:pt x="0" y="823595"/>
                </a:lnTo>
                <a:lnTo>
                  <a:pt x="0" y="0"/>
                </a:lnTo>
                <a:close/>
              </a:path>
            </a:pathLst>
          </a:custGeom>
          <a:blipFill>
            <a:blip r:embed="rId5"/>
            <a:stretch/>
          </a:blipFill>
          <a:ln>
            <a:noFill/>
          </a:ln>
          <a:effectLst/>
        </p:spPr>
      </p:sp>
      <p:sp>
        <p:nvSpPr>
          <p:cNvPr id="680031539" name="Freeform 31"/>
          <p:cNvSpPr/>
          <p:nvPr/>
        </p:nvSpPr>
        <p:spPr bwMode="auto">
          <a:xfrm>
            <a:off x="10758170" y="3416300"/>
            <a:ext cx="809625" cy="844550"/>
          </a:xfrm>
          <a:custGeom>
            <a:avLst/>
            <a:gdLst/>
            <a:ahLst/>
            <a:cxnLst/>
            <a:rect l="0" t="0" r="809625" b="844550"/>
            <a:pathLst>
              <a:path w="809625" h="844550" fill="norm" stroke="1" extrusionOk="0">
                <a:moveTo>
                  <a:pt x="0" y="0"/>
                </a:moveTo>
                <a:lnTo>
                  <a:pt x="809625" y="0"/>
                </a:lnTo>
                <a:lnTo>
                  <a:pt x="809625" y="844550"/>
                </a:lnTo>
                <a:lnTo>
                  <a:pt x="0" y="844550"/>
                </a:lnTo>
                <a:lnTo>
                  <a:pt x="0" y="0"/>
                </a:lnTo>
                <a:close/>
              </a:path>
            </a:pathLst>
          </a:custGeom>
          <a:blipFill>
            <a:blip r:embed="rId7"/>
            <a:stretch/>
          </a:blipFill>
          <a:ln>
            <a:noFill/>
          </a:ln>
          <a:effectLst/>
        </p:spPr>
      </p:sp>
      <p:sp>
        <p:nvSpPr>
          <p:cNvPr id="539387093" name="Freeform 32"/>
          <p:cNvSpPr/>
          <p:nvPr/>
        </p:nvSpPr>
        <p:spPr bwMode="auto">
          <a:xfrm>
            <a:off x="14622145" y="3418205"/>
            <a:ext cx="680720" cy="840740"/>
          </a:xfrm>
          <a:custGeom>
            <a:avLst/>
            <a:gdLst/>
            <a:ahLst/>
            <a:cxnLst/>
            <a:rect l="0" t="0" r="680720" b="840740"/>
            <a:pathLst>
              <a:path w="680720" h="840740" fill="norm" stroke="1" extrusionOk="0">
                <a:moveTo>
                  <a:pt x="0" y="0"/>
                </a:moveTo>
                <a:lnTo>
                  <a:pt x="680721" y="0"/>
                </a:lnTo>
                <a:lnTo>
                  <a:pt x="680721" y="840740"/>
                </a:lnTo>
                <a:lnTo>
                  <a:pt x="0" y="840740"/>
                </a:lnTo>
                <a:lnTo>
                  <a:pt x="0" y="0"/>
                </a:lnTo>
                <a:close/>
              </a:path>
            </a:pathLst>
          </a:custGeom>
          <a:blipFill>
            <a:blip r:embed="rId9"/>
            <a:stretch/>
          </a:blipFill>
          <a:ln>
            <a:noFill/>
          </a:ln>
          <a:effectLst/>
        </p:spPr>
      </p:sp>
      <p:sp>
        <p:nvSpPr>
          <p:cNvPr id="1604065966" name="Freeform 33"/>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11"/>
            <a:stretch/>
          </a:blipFill>
          <a:ln>
            <a:noFill/>
          </a:ln>
          <a:effectLst/>
        </p:spPr>
      </p:sp>
      <p:sp>
        <p:nvSpPr>
          <p:cNvPr id="2049884842" name="Freeform 34"/>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13"/>
            <a:stretch/>
          </a:blipFill>
          <a:ln>
            <a:noFill/>
          </a:ln>
          <a:effectLst/>
        </p:spPr>
      </p:sp>
      <p:sp>
        <p:nvSpPr>
          <p:cNvPr id="1059386703" name="Freeform 35"/>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15"/>
            <a:stretch/>
          </a:blipFill>
          <a:ln>
            <a:noFill/>
          </a:ln>
          <a:effectLst/>
        </p:spPr>
      </p:sp>
      <p:sp>
        <p:nvSpPr>
          <p:cNvPr id="896786848" name="Freeform 36"/>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17"/>
            <a:stretch/>
          </a:blipFill>
          <a:ln>
            <a:noFill/>
          </a:ln>
          <a:effectLst/>
        </p:spPr>
      </p:sp>
      <p:sp>
        <p:nvSpPr>
          <p:cNvPr id="947479309" name="TextBox 37"/>
          <p:cNvSpPr/>
          <p:nvPr/>
        </p:nvSpPr>
        <p:spPr bwMode="auto">
          <a:xfrm>
            <a:off x="4075430" y="1551305"/>
            <a:ext cx="10137140" cy="1111250"/>
          </a:xfrm>
          <a:prstGeom prst="rect">
            <a:avLst/>
          </a:prstGeom>
          <a:noFill/>
          <a:ln>
            <a:noFill/>
          </a:ln>
          <a:effectLst/>
        </p:spPr>
        <p:txBody>
          <a:bodyPr vert="horz" wrap="square" lIns="0" tIns="0" rIns="0" bIns="0" numCol="1" spcCol="215899" anchor="t"/>
          <a:lstStyle/>
          <a:p>
            <a:pPr algn="ctr">
              <a:lnSpc>
                <a:spcPts val="9095"/>
              </a:lnSpc>
              <a:defRPr sz="6500" b="1" cap="none">
                <a:solidFill>
                  <a:srgbClr val="000000"/>
                </a:solidFill>
                <a:latin typeface="Glacial Indifference"/>
                <a:ea typeface="Glacial Indifference"/>
                <a:cs typeface="Glacial Indifference"/>
              </a:defRPr>
            </a:pPr>
            <a:r>
              <a:rPr/>
              <a:t>Diagnosis</a:t>
            </a:r>
            <a:endParaRPr/>
          </a:p>
        </p:txBody>
      </p:sp>
      <p:sp>
        <p:nvSpPr>
          <p:cNvPr id="2002991038" name="TextBox 38"/>
          <p:cNvSpPr/>
          <p:nvPr/>
        </p:nvSpPr>
        <p:spPr bwMode="auto">
          <a:xfrm>
            <a:off x="1580515" y="4787265"/>
            <a:ext cx="3243580" cy="1099820"/>
          </a:xfrm>
          <a:prstGeom prst="rect">
            <a:avLst/>
          </a:prstGeom>
          <a:noFill/>
          <a:ln>
            <a:noFill/>
          </a:ln>
          <a:effectLst/>
        </p:spPr>
        <p:txBody>
          <a:bodyPr vert="horz" wrap="square" lIns="0" tIns="0" rIns="0" bIns="0" numCol="1" spcCol="215899" anchor="t"/>
          <a:lstStyle/>
          <a:p>
            <a:pPr algn="ctr">
              <a:lnSpc>
                <a:spcPts val="4480"/>
              </a:lnSpc>
              <a:defRPr sz="3000" b="1" cap="none">
                <a:solidFill>
                  <a:srgbClr val="000000"/>
                </a:solidFill>
                <a:latin typeface="Glacial Indifference"/>
                <a:ea typeface="Glacial Indifference"/>
                <a:cs typeface="Glacial Indifference"/>
              </a:defRPr>
            </a:pPr>
            <a:r>
              <a:rPr/>
              <a:t>Riwayat Penyakit dan Cedera</a:t>
            </a:r>
            <a:endParaRPr/>
          </a:p>
        </p:txBody>
      </p:sp>
      <p:sp>
        <p:nvSpPr>
          <p:cNvPr id="963398970" name="TextBox 39"/>
          <p:cNvSpPr/>
          <p:nvPr/>
        </p:nvSpPr>
        <p:spPr bwMode="auto">
          <a:xfrm>
            <a:off x="5593080" y="4787265"/>
            <a:ext cx="3194050" cy="537845"/>
          </a:xfrm>
          <a:prstGeom prst="rect">
            <a:avLst/>
          </a:prstGeom>
          <a:noFill/>
          <a:ln>
            <a:noFill/>
          </a:ln>
          <a:effectLst/>
        </p:spPr>
        <p:txBody>
          <a:bodyPr vert="horz" wrap="square" lIns="0" tIns="0" rIns="0" bIns="0" numCol="1" spcCol="215899" anchor="t"/>
          <a:lstStyle/>
          <a:p>
            <a:pPr algn="ctr">
              <a:lnSpc>
                <a:spcPts val="4480"/>
              </a:lnSpc>
              <a:defRPr sz="3200" b="1" cap="none">
                <a:solidFill>
                  <a:srgbClr val="000000"/>
                </a:solidFill>
                <a:latin typeface="Glacial Indifference"/>
                <a:ea typeface="Glacial Indifference"/>
                <a:cs typeface="Glacial Indifference"/>
              </a:defRPr>
            </a:pPr>
            <a:r>
              <a:rPr/>
              <a:t>Keluhan Pasien</a:t>
            </a:r>
            <a:endParaRPr/>
          </a:p>
        </p:txBody>
      </p:sp>
      <p:sp>
        <p:nvSpPr>
          <p:cNvPr id="66993734" name="TextBox 40"/>
          <p:cNvSpPr/>
          <p:nvPr/>
        </p:nvSpPr>
        <p:spPr bwMode="auto">
          <a:xfrm>
            <a:off x="9614535" y="4754245"/>
            <a:ext cx="3096895" cy="568960"/>
          </a:xfrm>
          <a:prstGeom prst="rect">
            <a:avLst/>
          </a:prstGeom>
          <a:noFill/>
          <a:ln>
            <a:noFill/>
          </a:ln>
          <a:effectLst/>
        </p:spPr>
        <p:txBody>
          <a:bodyPr vert="horz" wrap="square" lIns="0" tIns="0" rIns="0" bIns="0" numCol="1" spcCol="215899" anchor="t"/>
          <a:lstStyle/>
          <a:p>
            <a:pPr algn="ctr">
              <a:lnSpc>
                <a:spcPts val="4480"/>
              </a:lnSpc>
              <a:defRPr sz="3200" b="1" cap="none">
                <a:solidFill>
                  <a:srgbClr val="000000"/>
                </a:solidFill>
                <a:latin typeface="Glacial Indifference"/>
                <a:ea typeface="Glacial Indifference"/>
                <a:cs typeface="Glacial Indifference"/>
              </a:defRPr>
            </a:pPr>
            <a:r>
              <a:rPr/>
              <a:t>Pem. Fisik</a:t>
            </a:r>
            <a:endParaRPr/>
          </a:p>
        </p:txBody>
      </p:sp>
      <p:sp>
        <p:nvSpPr>
          <p:cNvPr id="1706951903" name="TextBox 41"/>
          <p:cNvSpPr/>
          <p:nvPr/>
        </p:nvSpPr>
        <p:spPr bwMode="auto">
          <a:xfrm>
            <a:off x="13203555" y="4787265"/>
            <a:ext cx="3518535" cy="537845"/>
          </a:xfrm>
          <a:prstGeom prst="rect">
            <a:avLst/>
          </a:prstGeom>
          <a:noFill/>
          <a:ln>
            <a:noFill/>
          </a:ln>
          <a:effectLst/>
        </p:spPr>
        <p:txBody>
          <a:bodyPr vert="horz" wrap="square" lIns="0" tIns="0" rIns="0" bIns="0" numCol="1" spcCol="215899" anchor="t"/>
          <a:lstStyle/>
          <a:p>
            <a:pPr algn="ctr">
              <a:lnSpc>
                <a:spcPts val="4480"/>
              </a:lnSpc>
              <a:defRPr sz="3200" b="1" cap="none">
                <a:solidFill>
                  <a:srgbClr val="000000"/>
                </a:solidFill>
                <a:latin typeface="Glacial Indifference"/>
                <a:ea typeface="Glacial Indifference"/>
                <a:cs typeface="Glacial Indifference"/>
              </a:defRPr>
            </a:pPr>
            <a:r>
              <a:rPr/>
              <a:t>Pem. Penunjang</a:t>
            </a:r>
            <a:endParaRPr/>
          </a:p>
        </p:txBody>
      </p:sp>
      <p:sp>
        <p:nvSpPr>
          <p:cNvPr id="708218026" name="TextBox 42"/>
          <p:cNvSpPr/>
          <p:nvPr/>
        </p:nvSpPr>
        <p:spPr bwMode="auto">
          <a:xfrm>
            <a:off x="1649730" y="6249035"/>
            <a:ext cx="3257550" cy="1590675"/>
          </a:xfrm>
          <a:prstGeom prst="rect">
            <a:avLst/>
          </a:prstGeom>
          <a:noFill/>
          <a:ln>
            <a:noFill/>
          </a:ln>
          <a:effectLst/>
        </p:spPr>
        <p:txBody>
          <a:bodyPr vert="horz" wrap="square" lIns="0" tIns="0" rIns="0" bIns="0" numCol="1" spcCol="215899" anchor="t"/>
          <a:lstStyle/>
          <a:p>
            <a:pPr algn="ctr">
              <a:lnSpc>
                <a:spcPts val="4200"/>
              </a:lnSpc>
              <a:defRPr/>
            </a:pPr>
            <a:r>
              <a:rPr sz="3000" cap="none">
                <a:solidFill>
                  <a:srgbClr val="000000"/>
                </a:solidFill>
                <a:latin typeface="Glacial Indifference"/>
                <a:ea typeface="Glacial Indifference"/>
                <a:cs typeface="Glacial Indifference"/>
              </a:rPr>
              <a:t>Untuk menentukan penyebab potensial fraktur</a:t>
            </a:r>
            <a:endParaRPr sz="3000" cap="none">
              <a:solidFill>
                <a:srgbClr val="000000"/>
              </a:solidFill>
              <a:latin typeface="Glacial Indifference"/>
              <a:ea typeface="Glacial Indifference"/>
              <a:cs typeface="Glacial Indifference"/>
            </a:endParaRPr>
          </a:p>
        </p:txBody>
      </p:sp>
      <p:sp>
        <p:nvSpPr>
          <p:cNvPr id="1614496542" name="TextBox 43"/>
          <p:cNvSpPr/>
          <p:nvPr/>
        </p:nvSpPr>
        <p:spPr bwMode="auto">
          <a:xfrm>
            <a:off x="5516880" y="5466715"/>
            <a:ext cx="3346450" cy="2657475"/>
          </a:xfrm>
          <a:prstGeom prst="rect">
            <a:avLst/>
          </a:prstGeom>
          <a:noFill/>
          <a:ln>
            <a:noFill/>
          </a:ln>
          <a:effectLst/>
        </p:spPr>
        <p:txBody>
          <a:bodyPr vert="horz" wrap="square" lIns="0" tIns="0" rIns="0" bIns="0" numCol="1" spcCol="215899" anchor="t"/>
          <a:lstStyle/>
          <a:p>
            <a:pPr algn="ctr">
              <a:lnSpc>
                <a:spcPts val="4200"/>
              </a:lnSpc>
              <a:defRPr sz="1600" cap="none"/>
            </a:pPr>
            <a:r>
              <a:rPr sz="2800" cap="none">
                <a:solidFill>
                  <a:srgbClr val="000000"/>
                </a:solidFill>
                <a:latin typeface="Glacial Indifference"/>
                <a:ea typeface="Glacial Indifference"/>
                <a:cs typeface="Glacial Indifference"/>
              </a:rPr>
              <a:t>Pencatatan keluhan pasien seperti rasa sakit, bengkak, dan </a:t>
            </a:r>
            <a:r>
              <a:rPr sz="2800" cap="none">
                <a:solidFill>
                  <a:srgbClr val="000000"/>
                </a:solidFill>
                <a:latin typeface="Glacial Indifference"/>
                <a:ea typeface="Glacial Indifference"/>
                <a:cs typeface="Glacial Indifference"/>
              </a:rPr>
              <a:t>ketidakmampuan menggerakkan bahu</a:t>
            </a:r>
            <a:endParaRPr sz="2800" cap="none">
              <a:solidFill>
                <a:srgbClr val="000000"/>
              </a:solidFill>
              <a:latin typeface="Glacial Indifference"/>
              <a:ea typeface="Glacial Indifference"/>
              <a:cs typeface="Glacial Indifference"/>
            </a:endParaRPr>
          </a:p>
        </p:txBody>
      </p:sp>
      <p:sp>
        <p:nvSpPr>
          <p:cNvPr id="68823685" name="TextBox 44"/>
          <p:cNvSpPr/>
          <p:nvPr/>
        </p:nvSpPr>
        <p:spPr bwMode="auto">
          <a:xfrm>
            <a:off x="9556115" y="5466715"/>
            <a:ext cx="3213100" cy="2667000"/>
          </a:xfrm>
          <a:prstGeom prst="rect">
            <a:avLst/>
          </a:prstGeom>
          <a:noFill/>
          <a:ln>
            <a:noFill/>
          </a:ln>
          <a:effectLst/>
        </p:spPr>
        <p:txBody>
          <a:bodyPr vert="horz" wrap="square" lIns="0" tIns="0" rIns="0" bIns="0" numCol="1" spcCol="215899" anchor="t"/>
          <a:lstStyle/>
          <a:p>
            <a:pPr algn="ctr">
              <a:lnSpc>
                <a:spcPts val="4200"/>
              </a:lnSpc>
              <a:defRPr sz="1600" cap="none"/>
            </a:pPr>
            <a:r>
              <a:rPr sz="2800" cap="none">
                <a:solidFill>
                  <a:srgbClr val="000000"/>
                </a:solidFill>
                <a:latin typeface="Glacial Indifference"/>
                <a:ea typeface="Glacial Indifference"/>
                <a:cs typeface="Glacial Indifference"/>
              </a:rPr>
              <a:t>Untuk menunjukkan tanda-tanda peradangan dan </a:t>
            </a:r>
            <a:r>
              <a:rPr sz="2800" cap="none">
                <a:solidFill>
                  <a:srgbClr val="000000"/>
                </a:solidFill>
                <a:latin typeface="Glacial Indifference"/>
                <a:ea typeface="Glacial Indifference"/>
                <a:cs typeface="Glacial Indifference"/>
              </a:rPr>
              <a:t>ketidakmampuan gerak</a:t>
            </a:r>
            <a:endParaRPr sz="2800" cap="none">
              <a:solidFill>
                <a:srgbClr val="000000"/>
              </a:solidFill>
              <a:latin typeface="Glacial Indifference"/>
              <a:ea typeface="Glacial Indifference"/>
              <a:cs typeface="Glacial Indifference"/>
            </a:endParaRPr>
          </a:p>
        </p:txBody>
      </p:sp>
      <p:sp>
        <p:nvSpPr>
          <p:cNvPr id="1939857273" name="TextBox 45"/>
          <p:cNvSpPr/>
          <p:nvPr/>
        </p:nvSpPr>
        <p:spPr bwMode="auto">
          <a:xfrm>
            <a:off x="13462635" y="5542915"/>
            <a:ext cx="3000375" cy="2638425"/>
          </a:xfrm>
          <a:prstGeom prst="rect">
            <a:avLst/>
          </a:prstGeom>
          <a:noFill/>
          <a:ln>
            <a:noFill/>
          </a:ln>
          <a:effectLst/>
        </p:spPr>
        <p:txBody>
          <a:bodyPr vert="horz" wrap="square" lIns="0" tIns="0" rIns="0" bIns="0" numCol="1" spcCol="215899" anchor="t"/>
          <a:lstStyle/>
          <a:p>
            <a:pPr algn="ctr">
              <a:lnSpc>
                <a:spcPts val="3450"/>
              </a:lnSpc>
              <a:defRPr sz="1600" cap="none"/>
            </a:pPr>
            <a:r>
              <a:rPr sz="2800" cap="none">
                <a:solidFill>
                  <a:srgbClr val="000000"/>
                </a:solidFill>
                <a:latin typeface="Glacial Indifference"/>
                <a:ea typeface="Glacial Indifference"/>
                <a:cs typeface="Glacial Indifference"/>
              </a:rPr>
              <a:t>Untuk diagnosis pasti fraktur humerus dan menentukan derajat </a:t>
            </a:r>
            <a:r>
              <a:rPr sz="2800" cap="none">
                <a:solidFill>
                  <a:srgbClr val="000000"/>
                </a:solidFill>
                <a:latin typeface="Glacial Indifference"/>
                <a:ea typeface="Glacial Indifference"/>
                <a:cs typeface="Glacial Indifference"/>
              </a:rPr>
              <a:t>keparahan fraktur</a:t>
            </a:r>
            <a:endParaRPr sz="2800" cap="none">
              <a:solidFill>
                <a:srgbClr val="000000"/>
              </a:solidFill>
              <a:latin typeface="Glacial Indifference"/>
              <a:ea typeface="Glacial Indifference"/>
              <a:cs typeface="Glacial Indifference"/>
            </a:endParaRPr>
          </a:p>
        </p:txBody>
      </p:sp>
      <p:sp>
        <p:nvSpPr>
          <p:cNvPr id="3900441" name="TextBox 46"/>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366854682" name="Freeform 4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18"/>
            <a:stretch/>
          </a:blipFill>
          <a:ln>
            <a:noFill/>
          </a:ln>
          <a:effectLst/>
        </p:spPr>
      </p:sp>
      <p:sp>
        <p:nvSpPr>
          <p:cNvPr id="1650744287" name="Freeform 4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20"/>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endahuluan Askep 1">
    <p:bg>
      <p:bgPr shadeToTitle="0">
        <a:solidFill>
          <a:srgbClr val="5DA295"/>
        </a:solidFill>
      </p:bgPr>
    </p:bg>
    <p:spTree>
      <p:nvGrpSpPr>
        <p:cNvPr id="1" name=""/>
        <p:cNvGrpSpPr/>
        <p:nvPr/>
      </p:nvGrpSpPr>
      <p:grpSpPr bwMode="auto">
        <a:xfrm>
          <a:off x="0" y="0"/>
          <a:ext cx="0" cy="0"/>
          <a:chOff x="0" y="0"/>
          <a:chExt cx="0" cy="0"/>
        </a:xfrm>
      </p:grpSpPr>
      <p:grpSp>
        <p:nvGrpSpPr>
          <p:cNvPr id="214270038"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79460554"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828755413"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08</a:t>
            </a:r>
            <a:endParaRPr/>
          </a:p>
        </p:txBody>
      </p:sp>
      <p:sp>
        <p:nvSpPr>
          <p:cNvPr id="245952168"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1287736469"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260090825"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5"/>
            <a:stretch/>
          </a:blipFill>
          <a:ln>
            <a:noFill/>
          </a:ln>
          <a:effectLst/>
        </p:spPr>
      </p:sp>
      <p:sp>
        <p:nvSpPr>
          <p:cNvPr id="669349536"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7"/>
            <a:stretch/>
          </a:blipFill>
          <a:ln>
            <a:noFill/>
          </a:ln>
          <a:effectLst/>
        </p:spPr>
      </p:sp>
      <p:sp>
        <p:nvSpPr>
          <p:cNvPr id="811171844"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9"/>
            <a:stretch/>
          </a:blipFill>
          <a:ln>
            <a:noFill/>
          </a:ln>
          <a:effectLst/>
        </p:spPr>
      </p:sp>
      <p:sp>
        <p:nvSpPr>
          <p:cNvPr id="1039068748" name="TextBox 14"/>
          <p:cNvSpPr/>
          <p:nvPr/>
        </p:nvSpPr>
        <p:spPr bwMode="auto">
          <a:xfrm>
            <a:off x="1028700" y="2185035"/>
            <a:ext cx="16230600" cy="1104265"/>
          </a:xfrm>
          <a:prstGeom prst="rect">
            <a:avLst/>
          </a:prstGeom>
          <a:noFill/>
          <a:ln>
            <a:noFill/>
          </a:ln>
          <a:effectLst/>
        </p:spPr>
        <p:txBody>
          <a:bodyPr vert="horz" wrap="square" lIns="0" tIns="0" rIns="0" bIns="0" numCol="1" spcCol="215899" anchor="t"/>
          <a:lstStyle/>
          <a:p>
            <a:pPr algn="ctr">
              <a:lnSpc>
                <a:spcPts val="8955"/>
              </a:lnSpc>
              <a:defRPr sz="6400" b="1" cap="none">
                <a:solidFill>
                  <a:srgbClr val="FFFFFF"/>
                </a:solidFill>
                <a:latin typeface="Glacial Indifference"/>
                <a:ea typeface="Glacial Indifference"/>
                <a:cs typeface="Glacial Indifference"/>
              </a:defRPr>
            </a:pPr>
            <a:r>
              <a:rPr/>
              <a:t>Pendahuluan </a:t>
            </a:r>
            <a:r>
              <a:rPr/>
              <a:t>Askep: Manajemen Nyeri</a:t>
            </a:r>
            <a:endParaRPr/>
          </a:p>
        </p:txBody>
      </p:sp>
      <p:sp>
        <p:nvSpPr>
          <p:cNvPr id="1756128109" name="TextBox 15"/>
          <p:cNvSpPr/>
          <p:nvPr/>
        </p:nvSpPr>
        <p:spPr bwMode="auto">
          <a:xfrm>
            <a:off x="1028700" y="3660775"/>
            <a:ext cx="16230600" cy="4311650"/>
          </a:xfrm>
          <a:prstGeom prst="rect">
            <a:avLst/>
          </a:prstGeom>
          <a:noFill/>
          <a:ln>
            <a:noFill/>
          </a:ln>
          <a:effectLst/>
        </p:spPr>
        <p:txBody>
          <a:bodyPr vert="horz" wrap="square" lIns="0" tIns="0" rIns="0" bIns="0" numCol="1" spcCol="215899" anchor="t"/>
          <a:lstStyle/>
          <a:p>
            <a:pPr algn="ctr">
              <a:lnSpc>
                <a:spcPts val="4895"/>
              </a:lnSpc>
              <a:defRPr sz="3200" cap="none"/>
            </a:pPr>
            <a:r>
              <a:rPr cap="none">
                <a:solidFill>
                  <a:srgbClr val="FFFFFF"/>
                </a:solidFill>
                <a:latin typeface="Glacial Indifference"/>
                <a:ea typeface="Glacial Indifference"/>
                <a:cs typeface="Glacial Indifference"/>
              </a:rPr>
              <a:t>Manajemen nyeri pada fraktur humerus dapat dilakukan melalui pemberian obat-obatan analgesik untuk mengurangi rasa sakit. Selain itu, teknik non-farmakologis seperti menempatkan pasien dalam posisi yang nyaman dan menggunakan teknik relaksasi juga dapat membantu mengurangi </a:t>
            </a:r>
            <a:r>
              <a:rPr cap="none">
                <a:solidFill>
                  <a:srgbClr val="FFFFFF"/>
                </a:solidFill>
                <a:latin typeface="Glacial Indifference"/>
                <a:ea typeface="Glacial Indifference"/>
                <a:cs typeface="Glacial Indifference"/>
              </a:rPr>
              <a:t>ketidaknyamanan akibat fraktur humerus. Pemberian obat-obatan dan penerapan teknik non-farmakologis tersebut merupakan bagian penting dari asuhan keperawatan untuk memastikan kenyamanan pasien dan memfasilitasi proses pemulihan.</a:t>
            </a:r>
            <a:endParaRPr cap="none">
              <a:solidFill>
                <a:srgbClr val="FFFFFF"/>
              </a:solidFill>
              <a:latin typeface="Glacial Indifference"/>
              <a:ea typeface="Glacial Indifference"/>
              <a:cs typeface="Glacial Indifference"/>
            </a:endParaRPr>
          </a:p>
        </p:txBody>
      </p:sp>
      <p:sp>
        <p:nvSpPr>
          <p:cNvPr id="1045945542" name="TextBox 16"/>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
        <p:nvSpPr>
          <p:cNvPr id="1194172572" name="Freeform 17"/>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11"/>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endahuluan Askep 2">
    <p:spTree>
      <p:nvGrpSpPr>
        <p:cNvPr id="1" name=""/>
        <p:cNvGrpSpPr/>
        <p:nvPr/>
      </p:nvGrpSpPr>
      <p:grpSpPr bwMode="auto">
        <a:xfrm>
          <a:off x="0" y="0"/>
          <a:ext cx="0" cy="0"/>
          <a:chOff x="0" y="0"/>
          <a:chExt cx="0" cy="0"/>
        </a:xfrm>
      </p:grpSpPr>
      <p:sp>
        <p:nvSpPr>
          <p:cNvPr id="612493727" name="Freeform 2"/>
          <p:cNvSpPr/>
          <p:nvPr/>
        </p:nvSpPr>
        <p:spPr bwMode="auto">
          <a:xfrm>
            <a:off x="777240" y="8227695"/>
            <a:ext cx="3303905" cy="3304540"/>
          </a:xfrm>
          <a:custGeom>
            <a:avLst/>
            <a:gdLst/>
            <a:ahLst/>
            <a:cxnLst/>
            <a:rect l="0" t="0" r="3303905" b="3304540"/>
            <a:pathLst>
              <a:path w="3303905" h="3304540" fill="norm" stroke="1" extrusionOk="0">
                <a:moveTo>
                  <a:pt x="0" y="0"/>
                </a:moveTo>
                <a:lnTo>
                  <a:pt x="3303905" y="0"/>
                </a:lnTo>
                <a:lnTo>
                  <a:pt x="3303905" y="3304540"/>
                </a:lnTo>
                <a:lnTo>
                  <a:pt x="0" y="3304540"/>
                </a:lnTo>
                <a:lnTo>
                  <a:pt x="0" y="0"/>
                </a:lnTo>
                <a:close/>
              </a:path>
            </a:pathLst>
          </a:custGeom>
          <a:blipFill>
            <a:blip r:embed="rId3"/>
            <a:stretch/>
          </a:blipFill>
          <a:ln>
            <a:noFill/>
          </a:ln>
          <a:effectLst/>
        </p:spPr>
      </p:sp>
      <p:sp>
        <p:nvSpPr>
          <p:cNvPr id="771222259" name="Freeform 3"/>
          <p:cNvSpPr/>
          <p:nvPr/>
        </p:nvSpPr>
        <p:spPr bwMode="auto">
          <a:xfrm>
            <a:off x="-857250" y="6106795"/>
            <a:ext cx="3380105" cy="3380105"/>
          </a:xfrm>
          <a:custGeom>
            <a:avLst/>
            <a:gdLst/>
            <a:ahLst/>
            <a:cxnLst/>
            <a:rect l="0" t="0" r="3380105" b="3380105"/>
            <a:pathLst>
              <a:path w="3380105" h="3380105" fill="norm" stroke="1" extrusionOk="0">
                <a:moveTo>
                  <a:pt x="0" y="0"/>
                </a:moveTo>
                <a:lnTo>
                  <a:pt x="3380105" y="0"/>
                </a:lnTo>
                <a:lnTo>
                  <a:pt x="3380105" y="3380105"/>
                </a:lnTo>
                <a:lnTo>
                  <a:pt x="0" y="3380105"/>
                </a:lnTo>
                <a:lnTo>
                  <a:pt x="0" y="0"/>
                </a:lnTo>
                <a:close/>
              </a:path>
            </a:pathLst>
          </a:custGeom>
          <a:blipFill>
            <a:blip r:embed="rId4"/>
            <a:stretch/>
          </a:blipFill>
          <a:ln>
            <a:noFill/>
          </a:ln>
          <a:effectLst/>
        </p:spPr>
      </p:sp>
      <p:grpSp>
        <p:nvGrpSpPr>
          <p:cNvPr id="1237138698" name="Group 4"/>
          <p:cNvGrpSpPr/>
          <p:nvPr/>
        </p:nvGrpSpPr>
        <p:grpSpPr bwMode="auto">
          <a:xfrm>
            <a:off x="0" y="10073640"/>
            <a:ext cx="18288000" cy="213360"/>
            <a:chOff x="0" y="10073640"/>
            <a:chExt cx="18288000" cy="213360"/>
          </a:xfrm>
        </p:grpSpPr>
        <p:sp>
          <p:nvSpPr>
            <p:cNvPr id="6" name="Freeform 5"/>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5" name="TextBox 6"/>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290389843" name="Freeform 7"/>
          <p:cNvSpPr/>
          <p:nvPr/>
        </p:nvSpPr>
        <p:spPr bwMode="auto">
          <a:xfrm flipV="1">
            <a:off x="14380845" y="-611504"/>
            <a:ext cx="4271010" cy="3459480"/>
          </a:xfrm>
          <a:custGeom>
            <a:avLst/>
            <a:gdLst/>
            <a:ahLst/>
            <a:cxnLst/>
            <a:rect l="0" t="0" r="4271010" b="3459480"/>
            <a:pathLst>
              <a:path w="4271010" h="3459480" fill="norm" stroke="1" extrusionOk="0">
                <a:moveTo>
                  <a:pt x="0" y="3459480"/>
                </a:moveTo>
                <a:lnTo>
                  <a:pt x="4271010" y="3459480"/>
                </a:lnTo>
                <a:lnTo>
                  <a:pt x="4271010" y="0"/>
                </a:lnTo>
                <a:lnTo>
                  <a:pt x="0" y="0"/>
                </a:lnTo>
                <a:lnTo>
                  <a:pt x="0" y="3459480"/>
                </a:lnTo>
                <a:close/>
              </a:path>
            </a:pathLst>
          </a:custGeom>
          <a:blipFill>
            <a:blip r:embed="rId5"/>
            <a:stretch/>
          </a:blipFill>
          <a:ln>
            <a:noFill/>
          </a:ln>
          <a:effectLst/>
        </p:spPr>
      </p:sp>
      <p:grpSp>
        <p:nvGrpSpPr>
          <p:cNvPr id="1651493796" name="Group 8"/>
          <p:cNvGrpSpPr/>
          <p:nvPr/>
        </p:nvGrpSpPr>
        <p:grpSpPr bwMode="auto">
          <a:xfrm>
            <a:off x="0" y="0"/>
            <a:ext cx="18288000" cy="213360"/>
            <a:chOff x="0" y="0"/>
            <a:chExt cx="18288000" cy="213360"/>
          </a:xfrm>
        </p:grpSpPr>
        <p:sp>
          <p:nvSpPr>
            <p:cNvPr id="10" name="Freeform 9"/>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9" name="TextBox 10"/>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593465330" name="TextBox 11"/>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09</a:t>
            </a:r>
            <a:endParaRPr/>
          </a:p>
        </p:txBody>
      </p:sp>
      <p:sp>
        <p:nvSpPr>
          <p:cNvPr id="1179631474" name="AutoShape 12"/>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grpSp>
        <p:nvGrpSpPr>
          <p:cNvPr id="1188100066" name="Group 13"/>
          <p:cNvGrpSpPr/>
          <p:nvPr/>
        </p:nvGrpSpPr>
        <p:grpSpPr bwMode="auto">
          <a:xfrm>
            <a:off x="16368395" y="2629535"/>
            <a:ext cx="1150620" cy="1006474"/>
            <a:chOff x="16368395" y="2629535"/>
            <a:chExt cx="1150620" cy="1006474"/>
          </a:xfrm>
        </p:grpSpPr>
        <p:sp>
          <p:nvSpPr>
            <p:cNvPr id="15" name="Freeform 14"/>
            <p:cNvSpPr/>
            <p:nvPr/>
          </p:nvSpPr>
          <p:spPr bwMode="auto">
            <a:xfrm>
              <a:off x="16368395" y="2629535"/>
              <a:ext cx="1150620" cy="1006474"/>
            </a:xfrm>
            <a:custGeom>
              <a:avLst/>
              <a:gdLst/>
              <a:ahLst/>
              <a:cxnLst/>
              <a:rect l="0" t="0" r="1150620" b="1006475"/>
              <a:pathLst>
                <a:path w="1150620" h="1006475" fill="norm" stroke="1" extrusionOk="0">
                  <a:moveTo>
                    <a:pt x="575310" y="0"/>
                  </a:moveTo>
                  <a:lnTo>
                    <a:pt x="1150620" y="1006475"/>
                  </a:lnTo>
                  <a:lnTo>
                    <a:pt x="0" y="1006475"/>
                  </a:lnTo>
                  <a:lnTo>
                    <a:pt x="575310" y="0"/>
                  </a:lnTo>
                  <a:close/>
                </a:path>
              </a:pathLst>
            </a:custGeom>
            <a:solidFill>
              <a:srgbClr val="BFDDD2"/>
            </a:solidFill>
            <a:ln>
              <a:noFill/>
            </a:ln>
            <a:effectLst/>
          </p:spPr>
        </p:sp>
        <p:sp>
          <p:nvSpPr>
            <p:cNvPr id="14" name="TextBox 15"/>
            <p:cNvSpPr/>
            <p:nvPr/>
          </p:nvSpPr>
          <p:spPr bwMode="auto">
            <a:xfrm>
              <a:off x="16548100" y="3042920"/>
              <a:ext cx="791210" cy="521335"/>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2028499653" name="Group 16"/>
          <p:cNvGrpSpPr/>
          <p:nvPr/>
        </p:nvGrpSpPr>
        <p:grpSpPr bwMode="auto">
          <a:xfrm>
            <a:off x="2830830" y="3225165"/>
            <a:ext cx="5080000" cy="5246370"/>
            <a:chOff x="2830830" y="3225165"/>
            <a:chExt cx="5080000" cy="5246370"/>
          </a:xfrm>
        </p:grpSpPr>
        <p:sp>
          <p:nvSpPr>
            <p:cNvPr id="18" name="Freeform 17"/>
            <p:cNvSpPr/>
            <p:nvPr/>
          </p:nvSpPr>
          <p:spPr bwMode="auto">
            <a:xfrm>
              <a:off x="2890520" y="3284855"/>
              <a:ext cx="4960620" cy="5126990"/>
            </a:xfrm>
            <a:custGeom>
              <a:avLst/>
              <a:gdLst/>
              <a:ahLst/>
              <a:cxnLst/>
              <a:rect l="0" t="0" r="4960620" b="5126990"/>
              <a:pathLst>
                <a:path w="4960620" h="5126990" fill="norm" stroke="1" extrusionOk="0">
                  <a:moveTo>
                    <a:pt x="4960620" y="4281636"/>
                  </a:moveTo>
                  <a:cubicBezTo>
                    <a:pt x="4960620" y="4749019"/>
                    <a:pt x="4581613" y="5126990"/>
                    <a:pt x="4115221" y="5126990"/>
                  </a:cubicBezTo>
                  <a:lnTo>
                    <a:pt x="845399" y="5126990"/>
                  </a:lnTo>
                  <a:cubicBezTo>
                    <a:pt x="377991" y="5126990"/>
                    <a:pt x="0" y="4748003"/>
                    <a:pt x="0" y="4281636"/>
                  </a:cubicBezTo>
                  <a:lnTo>
                    <a:pt x="0" y="845354"/>
                  </a:lnTo>
                  <a:cubicBezTo>
                    <a:pt x="0" y="377971"/>
                    <a:pt x="379007" y="0"/>
                    <a:pt x="845399" y="0"/>
                  </a:cubicBezTo>
                  <a:lnTo>
                    <a:pt x="4115221" y="0"/>
                  </a:lnTo>
                  <a:cubicBezTo>
                    <a:pt x="4582629" y="0"/>
                    <a:pt x="4960620" y="378987"/>
                    <a:pt x="4960620" y="845354"/>
                  </a:cubicBezTo>
                  <a:lnTo>
                    <a:pt x="4960620" y="4281636"/>
                  </a:lnTo>
                  <a:close/>
                </a:path>
              </a:pathLst>
            </a:custGeom>
            <a:blipFill>
              <a:blip r:embed="rId6"/>
              <a:srcRect l="1616" t="0" r="1616" b="0"/>
              <a:stretch/>
            </a:blipFill>
            <a:ln>
              <a:noFill/>
            </a:ln>
            <a:effectLst/>
          </p:spPr>
        </p:sp>
        <p:sp>
          <p:nvSpPr>
            <p:cNvPr id="17" name="Freeform 18"/>
            <p:cNvSpPr/>
            <p:nvPr/>
          </p:nvSpPr>
          <p:spPr bwMode="auto">
            <a:xfrm>
              <a:off x="2830830" y="3225165"/>
              <a:ext cx="5080000" cy="5246370"/>
            </a:xfrm>
            <a:custGeom>
              <a:avLst/>
              <a:gdLst/>
              <a:ahLst/>
              <a:cxnLst/>
              <a:rect l="0" t="0" r="5080000" b="5246370"/>
              <a:pathLst>
                <a:path w="5080000" h="5246370" fill="norm" stroke="1" extrusionOk="0">
                  <a:moveTo>
                    <a:pt x="4174744" y="5246370"/>
                  </a:moveTo>
                  <a:lnTo>
                    <a:pt x="905256" y="5246370"/>
                  </a:lnTo>
                  <a:cubicBezTo>
                    <a:pt x="406400" y="5246370"/>
                    <a:pt x="0" y="4839990"/>
                    <a:pt x="0" y="4341158"/>
                  </a:cubicBezTo>
                  <a:lnTo>
                    <a:pt x="0" y="905212"/>
                  </a:lnTo>
                  <a:cubicBezTo>
                    <a:pt x="0" y="406380"/>
                    <a:pt x="406400" y="0"/>
                    <a:pt x="905256" y="0"/>
                  </a:cubicBezTo>
                  <a:lnTo>
                    <a:pt x="4174744" y="0"/>
                  </a:lnTo>
                  <a:cubicBezTo>
                    <a:pt x="4673600" y="0"/>
                    <a:pt x="5080000" y="406380"/>
                    <a:pt x="5080000" y="905212"/>
                  </a:cubicBezTo>
                  <a:lnTo>
                    <a:pt x="5080000" y="4340142"/>
                  </a:lnTo>
                  <a:cubicBezTo>
                    <a:pt x="5080000" y="4839990"/>
                    <a:pt x="4673600" y="5246370"/>
                    <a:pt x="4174744" y="5246370"/>
                  </a:cubicBezTo>
                  <a:close/>
                  <a:moveTo>
                    <a:pt x="905256" y="119882"/>
                  </a:moveTo>
                  <a:cubicBezTo>
                    <a:pt x="472440" y="119882"/>
                    <a:pt x="119888" y="472417"/>
                    <a:pt x="119888" y="905212"/>
                  </a:cubicBezTo>
                  <a:lnTo>
                    <a:pt x="119888" y="4340142"/>
                  </a:lnTo>
                  <a:cubicBezTo>
                    <a:pt x="119888" y="4772937"/>
                    <a:pt x="472440" y="5125472"/>
                    <a:pt x="905256" y="5125472"/>
                  </a:cubicBezTo>
                  <a:lnTo>
                    <a:pt x="4174744" y="5125472"/>
                  </a:lnTo>
                  <a:cubicBezTo>
                    <a:pt x="4607560" y="5125472"/>
                    <a:pt x="4960112" y="4772937"/>
                    <a:pt x="4960112" y="4340142"/>
                  </a:cubicBezTo>
                  <a:lnTo>
                    <a:pt x="4960112" y="905212"/>
                  </a:lnTo>
                  <a:cubicBezTo>
                    <a:pt x="4960112" y="472417"/>
                    <a:pt x="4607560" y="119882"/>
                    <a:pt x="4174744" y="119882"/>
                  </a:cubicBezTo>
                  <a:lnTo>
                    <a:pt x="905256" y="119882"/>
                  </a:lnTo>
                  <a:close/>
                </a:path>
              </a:pathLst>
            </a:custGeom>
            <a:solidFill>
              <a:srgbClr val="5DA295"/>
            </a:solidFill>
            <a:ln>
              <a:noFill/>
            </a:ln>
            <a:effectLst/>
          </p:spPr>
        </p:sp>
      </p:grpSp>
      <p:sp>
        <p:nvSpPr>
          <p:cNvPr id="1810737235" name="TextBox 19"/>
          <p:cNvSpPr/>
          <p:nvPr/>
        </p:nvSpPr>
        <p:spPr bwMode="auto">
          <a:xfrm>
            <a:off x="1344295" y="1484630"/>
            <a:ext cx="1559941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000000"/>
                </a:solidFill>
                <a:latin typeface="Glacial Indifference"/>
                <a:ea typeface="Glacial Indifference"/>
                <a:cs typeface="Glacial Indifference"/>
              </a:defRPr>
            </a:pPr>
            <a:r>
              <a:rPr/>
              <a:t>Pendahuluan </a:t>
            </a:r>
            <a:r>
              <a:rPr/>
              <a:t>Askep: Pemulihan Fungsi</a:t>
            </a:r>
            <a:endParaRPr/>
          </a:p>
        </p:txBody>
      </p:sp>
      <p:sp>
        <p:nvSpPr>
          <p:cNvPr id="1204266243" name="TextBox 20"/>
          <p:cNvSpPr/>
          <p:nvPr/>
        </p:nvSpPr>
        <p:spPr bwMode="auto">
          <a:xfrm>
            <a:off x="9144000" y="3569335"/>
            <a:ext cx="8115300" cy="3019425"/>
          </a:xfrm>
          <a:prstGeom prst="rect">
            <a:avLst/>
          </a:prstGeom>
          <a:noFill/>
          <a:ln>
            <a:noFill/>
          </a:ln>
          <a:effectLst/>
        </p:spPr>
        <p:txBody>
          <a:bodyPr vert="horz" wrap="square" lIns="0" tIns="0" rIns="0" bIns="0" numCol="1" spcCol="215899" anchor="t"/>
          <a:lstStyle/>
          <a:p>
            <a:pPr algn="l">
              <a:lnSpc>
                <a:spcPts val="4755"/>
              </a:lnSpc>
              <a:defRPr sz="3200" cap="none"/>
            </a:pPr>
            <a:r>
              <a:rPr cap="none">
                <a:solidFill>
                  <a:srgbClr val="000000"/>
                </a:solidFill>
                <a:latin typeface="Glacial Indifference"/>
                <a:ea typeface="Glacial Indifference"/>
                <a:cs typeface="Glacial Indifference"/>
              </a:rPr>
              <a:t>Rehabilitasi dan pemulihan fungsi pada fraktur humerus melalui fisioterapi dan latihan terapi bertujuan untuk memulihkan fleksibilitas, kekuatan, dan rentang gerak lengan yang terkena dampak fraktur. </a:t>
            </a:r>
            <a:endParaRPr cap="none">
              <a:solidFill>
                <a:srgbClr val="000000"/>
              </a:solidFill>
              <a:latin typeface="Glacial Indifference"/>
              <a:ea typeface="Glacial Indifference"/>
              <a:cs typeface="Glacial Indifference"/>
            </a:endParaRPr>
          </a:p>
        </p:txBody>
      </p:sp>
      <p:sp>
        <p:nvSpPr>
          <p:cNvPr id="16854848" name="TextBox 21"/>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cap="none">
                <a:latin typeface="Glacial Indifference"/>
                <a:ea typeface="Glacial Indifference"/>
                <a:cs typeface="Glacial Indifference"/>
              </a:defRPr>
            </a:pPr>
            <a:r>
              <a:rPr sz="3000" b="1" cap="none">
                <a:solidFill>
                  <a:srgbClr val="000000"/>
                </a:solidFill>
              </a:rPr>
              <a:t>FRAKTUR HUMERUS</a:t>
            </a:r>
            <a:endParaRPr sz="3000" b="1" cap="none">
              <a:solidFill>
                <a:srgbClr val="000000"/>
              </a:solidFill>
            </a:endParaRPr>
          </a:p>
        </p:txBody>
      </p:sp>
      <p:sp>
        <p:nvSpPr>
          <p:cNvPr id="1368560442" name="Freeform 22"/>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endahuluan Askep 3">
    <p:spTree>
      <p:nvGrpSpPr>
        <p:cNvPr id="1" name=""/>
        <p:cNvGrpSpPr/>
        <p:nvPr/>
      </p:nvGrpSpPr>
      <p:grpSpPr bwMode="auto">
        <a:xfrm>
          <a:off x="0" y="0"/>
          <a:ext cx="0" cy="0"/>
          <a:chOff x="0" y="0"/>
          <a:chExt cx="0" cy="0"/>
        </a:xfrm>
      </p:grpSpPr>
      <p:sp>
        <p:nvSpPr>
          <p:cNvPr id="1814348103" name="Freeform 2"/>
          <p:cNvSpPr/>
          <p:nvPr/>
        </p:nvSpPr>
        <p:spPr bwMode="auto">
          <a:xfrm>
            <a:off x="777240" y="8227695"/>
            <a:ext cx="3303905" cy="3304540"/>
          </a:xfrm>
          <a:custGeom>
            <a:avLst/>
            <a:gdLst/>
            <a:ahLst/>
            <a:cxnLst/>
            <a:rect l="0" t="0" r="3303905" b="3304540"/>
            <a:pathLst>
              <a:path w="3303905" h="3304540" fill="norm" stroke="1" extrusionOk="0">
                <a:moveTo>
                  <a:pt x="0" y="0"/>
                </a:moveTo>
                <a:lnTo>
                  <a:pt x="3303905" y="0"/>
                </a:lnTo>
                <a:lnTo>
                  <a:pt x="3303905" y="3304540"/>
                </a:lnTo>
                <a:lnTo>
                  <a:pt x="0" y="3304540"/>
                </a:lnTo>
                <a:lnTo>
                  <a:pt x="0" y="0"/>
                </a:lnTo>
                <a:close/>
              </a:path>
            </a:pathLst>
          </a:custGeom>
          <a:blipFill>
            <a:blip r:embed="rId3"/>
            <a:stretch/>
          </a:blipFill>
          <a:ln>
            <a:noFill/>
          </a:ln>
          <a:effectLst/>
        </p:spPr>
      </p:sp>
      <p:sp>
        <p:nvSpPr>
          <p:cNvPr id="1817988646" name="Freeform 3"/>
          <p:cNvSpPr/>
          <p:nvPr/>
        </p:nvSpPr>
        <p:spPr bwMode="auto">
          <a:xfrm>
            <a:off x="-857250" y="6106795"/>
            <a:ext cx="3380105" cy="3380105"/>
          </a:xfrm>
          <a:custGeom>
            <a:avLst/>
            <a:gdLst/>
            <a:ahLst/>
            <a:cxnLst/>
            <a:rect l="0" t="0" r="3380105" b="3380105"/>
            <a:pathLst>
              <a:path w="3380105" h="3380105" fill="norm" stroke="1" extrusionOk="0">
                <a:moveTo>
                  <a:pt x="0" y="0"/>
                </a:moveTo>
                <a:lnTo>
                  <a:pt x="3380105" y="0"/>
                </a:lnTo>
                <a:lnTo>
                  <a:pt x="3380105" y="3380105"/>
                </a:lnTo>
                <a:lnTo>
                  <a:pt x="0" y="3380105"/>
                </a:lnTo>
                <a:lnTo>
                  <a:pt x="0" y="0"/>
                </a:lnTo>
                <a:close/>
              </a:path>
            </a:pathLst>
          </a:custGeom>
          <a:blipFill>
            <a:blip r:embed="rId4"/>
            <a:stretch/>
          </a:blipFill>
          <a:ln>
            <a:noFill/>
          </a:ln>
          <a:effectLst/>
        </p:spPr>
      </p:sp>
      <p:grpSp>
        <p:nvGrpSpPr>
          <p:cNvPr id="600916202" name="Group 4"/>
          <p:cNvGrpSpPr/>
          <p:nvPr/>
        </p:nvGrpSpPr>
        <p:grpSpPr bwMode="auto">
          <a:xfrm>
            <a:off x="0" y="10073640"/>
            <a:ext cx="18288000" cy="213360"/>
            <a:chOff x="0" y="10073640"/>
            <a:chExt cx="18288000" cy="213360"/>
          </a:xfrm>
        </p:grpSpPr>
        <p:sp>
          <p:nvSpPr>
            <p:cNvPr id="6" name="Freeform 5"/>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5" name="TextBox 6"/>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423677598" name="Freeform 7"/>
          <p:cNvSpPr/>
          <p:nvPr/>
        </p:nvSpPr>
        <p:spPr bwMode="auto">
          <a:xfrm flipV="1">
            <a:off x="14380845" y="-611504"/>
            <a:ext cx="4271010" cy="3459480"/>
          </a:xfrm>
          <a:custGeom>
            <a:avLst/>
            <a:gdLst/>
            <a:ahLst/>
            <a:cxnLst/>
            <a:rect l="0" t="0" r="4271010" b="3459480"/>
            <a:pathLst>
              <a:path w="4271010" h="3459480" fill="norm" stroke="1" extrusionOk="0">
                <a:moveTo>
                  <a:pt x="0" y="3459480"/>
                </a:moveTo>
                <a:lnTo>
                  <a:pt x="4271010" y="3459480"/>
                </a:lnTo>
                <a:lnTo>
                  <a:pt x="4271010" y="0"/>
                </a:lnTo>
                <a:lnTo>
                  <a:pt x="0" y="0"/>
                </a:lnTo>
                <a:lnTo>
                  <a:pt x="0" y="3459480"/>
                </a:lnTo>
                <a:close/>
              </a:path>
            </a:pathLst>
          </a:custGeom>
          <a:blipFill>
            <a:blip r:embed="rId5"/>
            <a:stretch/>
          </a:blipFill>
          <a:ln>
            <a:noFill/>
          </a:ln>
          <a:effectLst/>
        </p:spPr>
      </p:sp>
      <p:grpSp>
        <p:nvGrpSpPr>
          <p:cNvPr id="385910566" name="Group 8"/>
          <p:cNvGrpSpPr/>
          <p:nvPr/>
        </p:nvGrpSpPr>
        <p:grpSpPr bwMode="auto">
          <a:xfrm>
            <a:off x="0" y="0"/>
            <a:ext cx="18288000" cy="213360"/>
            <a:chOff x="0" y="0"/>
            <a:chExt cx="18288000" cy="213360"/>
          </a:xfrm>
        </p:grpSpPr>
        <p:sp>
          <p:nvSpPr>
            <p:cNvPr id="10" name="Freeform 9"/>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9" name="TextBox 10"/>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381469363" name="TextBox 11"/>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10</a:t>
            </a:r>
            <a:endParaRPr/>
          </a:p>
        </p:txBody>
      </p:sp>
      <p:sp>
        <p:nvSpPr>
          <p:cNvPr id="166580243" name="AutoShape 12"/>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grpSp>
        <p:nvGrpSpPr>
          <p:cNvPr id="1110383167" name="Group 13"/>
          <p:cNvGrpSpPr/>
          <p:nvPr/>
        </p:nvGrpSpPr>
        <p:grpSpPr bwMode="auto">
          <a:xfrm>
            <a:off x="16368395" y="2629535"/>
            <a:ext cx="1150620" cy="1006474"/>
            <a:chOff x="16368395" y="2629535"/>
            <a:chExt cx="1150620" cy="1006474"/>
          </a:xfrm>
        </p:grpSpPr>
        <p:sp>
          <p:nvSpPr>
            <p:cNvPr id="15" name="Freeform 14"/>
            <p:cNvSpPr/>
            <p:nvPr/>
          </p:nvSpPr>
          <p:spPr bwMode="auto">
            <a:xfrm>
              <a:off x="16368395" y="2629535"/>
              <a:ext cx="1150620" cy="1006474"/>
            </a:xfrm>
            <a:custGeom>
              <a:avLst/>
              <a:gdLst/>
              <a:ahLst/>
              <a:cxnLst/>
              <a:rect l="0" t="0" r="1150620" b="1006475"/>
              <a:pathLst>
                <a:path w="1150620" h="1006475" fill="norm" stroke="1" extrusionOk="0">
                  <a:moveTo>
                    <a:pt x="575310" y="0"/>
                  </a:moveTo>
                  <a:lnTo>
                    <a:pt x="1150620" y="1006475"/>
                  </a:lnTo>
                  <a:lnTo>
                    <a:pt x="0" y="1006475"/>
                  </a:lnTo>
                  <a:lnTo>
                    <a:pt x="575310" y="0"/>
                  </a:lnTo>
                  <a:close/>
                </a:path>
              </a:pathLst>
            </a:custGeom>
            <a:solidFill>
              <a:srgbClr val="BFDDD2"/>
            </a:solidFill>
            <a:ln>
              <a:noFill/>
            </a:ln>
            <a:effectLst/>
          </p:spPr>
        </p:sp>
        <p:sp>
          <p:nvSpPr>
            <p:cNvPr id="14" name="TextBox 15"/>
            <p:cNvSpPr/>
            <p:nvPr/>
          </p:nvSpPr>
          <p:spPr bwMode="auto">
            <a:xfrm>
              <a:off x="16548100" y="3042920"/>
              <a:ext cx="791210" cy="521335"/>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415893940" name="Group 16"/>
          <p:cNvGrpSpPr/>
          <p:nvPr/>
        </p:nvGrpSpPr>
        <p:grpSpPr bwMode="auto">
          <a:xfrm>
            <a:off x="2830830" y="3225165"/>
            <a:ext cx="5080000" cy="5246370"/>
            <a:chOff x="2830830" y="3225165"/>
            <a:chExt cx="5080000" cy="5246370"/>
          </a:xfrm>
        </p:grpSpPr>
        <p:sp>
          <p:nvSpPr>
            <p:cNvPr id="18" name="Freeform 17"/>
            <p:cNvSpPr/>
            <p:nvPr/>
          </p:nvSpPr>
          <p:spPr bwMode="auto">
            <a:xfrm>
              <a:off x="2890520" y="3284855"/>
              <a:ext cx="4960620" cy="5126990"/>
            </a:xfrm>
            <a:custGeom>
              <a:avLst/>
              <a:gdLst/>
              <a:ahLst/>
              <a:cxnLst/>
              <a:rect l="0" t="0" r="4960620" b="5126990"/>
              <a:pathLst>
                <a:path w="4960620" h="5126990" fill="norm" stroke="1" extrusionOk="0">
                  <a:moveTo>
                    <a:pt x="4960620" y="4281636"/>
                  </a:moveTo>
                  <a:cubicBezTo>
                    <a:pt x="4960620" y="4749019"/>
                    <a:pt x="4581613" y="5126990"/>
                    <a:pt x="4115221" y="5126990"/>
                  </a:cubicBezTo>
                  <a:lnTo>
                    <a:pt x="845399" y="5126990"/>
                  </a:lnTo>
                  <a:cubicBezTo>
                    <a:pt x="377991" y="5126990"/>
                    <a:pt x="0" y="4748003"/>
                    <a:pt x="0" y="4281636"/>
                  </a:cubicBezTo>
                  <a:lnTo>
                    <a:pt x="0" y="845354"/>
                  </a:lnTo>
                  <a:cubicBezTo>
                    <a:pt x="0" y="377971"/>
                    <a:pt x="379007" y="0"/>
                    <a:pt x="845399" y="0"/>
                  </a:cubicBezTo>
                  <a:lnTo>
                    <a:pt x="4115221" y="0"/>
                  </a:lnTo>
                  <a:cubicBezTo>
                    <a:pt x="4582629" y="0"/>
                    <a:pt x="4960620" y="378987"/>
                    <a:pt x="4960620" y="845354"/>
                  </a:cubicBezTo>
                  <a:lnTo>
                    <a:pt x="4960620" y="4281636"/>
                  </a:lnTo>
                  <a:close/>
                </a:path>
              </a:pathLst>
            </a:custGeom>
            <a:blipFill>
              <a:blip r:embed="rId6"/>
              <a:srcRect l="1616" t="0" r="1616" b="0"/>
              <a:stretch/>
            </a:blipFill>
            <a:ln>
              <a:noFill/>
            </a:ln>
            <a:effectLst/>
          </p:spPr>
        </p:sp>
        <p:sp>
          <p:nvSpPr>
            <p:cNvPr id="17" name="Freeform 18"/>
            <p:cNvSpPr/>
            <p:nvPr/>
          </p:nvSpPr>
          <p:spPr bwMode="auto">
            <a:xfrm>
              <a:off x="2830830" y="3225165"/>
              <a:ext cx="5080000" cy="5246370"/>
            </a:xfrm>
            <a:custGeom>
              <a:avLst/>
              <a:gdLst/>
              <a:ahLst/>
              <a:cxnLst/>
              <a:rect l="0" t="0" r="5080000" b="5246370"/>
              <a:pathLst>
                <a:path w="5080000" h="5246370" fill="norm" stroke="1" extrusionOk="0">
                  <a:moveTo>
                    <a:pt x="4174744" y="5246370"/>
                  </a:moveTo>
                  <a:lnTo>
                    <a:pt x="905256" y="5246370"/>
                  </a:lnTo>
                  <a:cubicBezTo>
                    <a:pt x="406400" y="5246370"/>
                    <a:pt x="0" y="4839990"/>
                    <a:pt x="0" y="4341158"/>
                  </a:cubicBezTo>
                  <a:lnTo>
                    <a:pt x="0" y="905212"/>
                  </a:lnTo>
                  <a:cubicBezTo>
                    <a:pt x="0" y="406380"/>
                    <a:pt x="406400" y="0"/>
                    <a:pt x="905256" y="0"/>
                  </a:cubicBezTo>
                  <a:lnTo>
                    <a:pt x="4174744" y="0"/>
                  </a:lnTo>
                  <a:cubicBezTo>
                    <a:pt x="4673600" y="0"/>
                    <a:pt x="5080000" y="406380"/>
                    <a:pt x="5080000" y="905212"/>
                  </a:cubicBezTo>
                  <a:lnTo>
                    <a:pt x="5080000" y="4340142"/>
                  </a:lnTo>
                  <a:cubicBezTo>
                    <a:pt x="5080000" y="4839990"/>
                    <a:pt x="4673600" y="5246370"/>
                    <a:pt x="4174744" y="5246370"/>
                  </a:cubicBezTo>
                  <a:close/>
                  <a:moveTo>
                    <a:pt x="905256" y="119882"/>
                  </a:moveTo>
                  <a:cubicBezTo>
                    <a:pt x="472440" y="119882"/>
                    <a:pt x="119888" y="472417"/>
                    <a:pt x="119888" y="905212"/>
                  </a:cubicBezTo>
                  <a:lnTo>
                    <a:pt x="119888" y="4340142"/>
                  </a:lnTo>
                  <a:cubicBezTo>
                    <a:pt x="119888" y="4772937"/>
                    <a:pt x="472440" y="5125472"/>
                    <a:pt x="905256" y="5125472"/>
                  </a:cubicBezTo>
                  <a:lnTo>
                    <a:pt x="4174744" y="5125472"/>
                  </a:lnTo>
                  <a:cubicBezTo>
                    <a:pt x="4607560" y="5125472"/>
                    <a:pt x="4960112" y="4772937"/>
                    <a:pt x="4960112" y="4340142"/>
                  </a:cubicBezTo>
                  <a:lnTo>
                    <a:pt x="4960112" y="905212"/>
                  </a:lnTo>
                  <a:cubicBezTo>
                    <a:pt x="4960112" y="472417"/>
                    <a:pt x="4607560" y="119882"/>
                    <a:pt x="4174744" y="119882"/>
                  </a:cubicBezTo>
                  <a:lnTo>
                    <a:pt x="905256" y="119882"/>
                  </a:lnTo>
                  <a:close/>
                </a:path>
              </a:pathLst>
            </a:custGeom>
            <a:solidFill>
              <a:srgbClr val="5DA295"/>
            </a:solidFill>
            <a:ln>
              <a:noFill/>
            </a:ln>
            <a:effectLst/>
          </p:spPr>
        </p:sp>
      </p:grpSp>
      <p:sp>
        <p:nvSpPr>
          <p:cNvPr id="1437877809" name="TextBox 19"/>
          <p:cNvSpPr/>
          <p:nvPr/>
        </p:nvSpPr>
        <p:spPr bwMode="auto">
          <a:xfrm>
            <a:off x="1344295" y="1484630"/>
            <a:ext cx="1559941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000000"/>
                </a:solidFill>
                <a:latin typeface="Glacial Indifference"/>
                <a:ea typeface="Glacial Indifference"/>
                <a:cs typeface="Glacial Indifference"/>
              </a:defRPr>
            </a:pPr>
            <a:r>
              <a:rPr/>
              <a:t>Pendahuluan </a:t>
            </a:r>
            <a:r>
              <a:rPr/>
              <a:t>Askep: Pemulihan Fungsi</a:t>
            </a:r>
            <a:endParaRPr/>
          </a:p>
        </p:txBody>
      </p:sp>
      <p:sp>
        <p:nvSpPr>
          <p:cNvPr id="261042473" name="TextBox 20"/>
          <p:cNvSpPr/>
          <p:nvPr/>
        </p:nvSpPr>
        <p:spPr bwMode="auto">
          <a:xfrm>
            <a:off x="9144000" y="3616960"/>
            <a:ext cx="8115300" cy="4264660"/>
          </a:xfrm>
          <a:prstGeom prst="rect">
            <a:avLst/>
          </a:prstGeom>
          <a:noFill/>
          <a:ln>
            <a:noFill/>
          </a:ln>
          <a:effectLst/>
        </p:spPr>
        <p:txBody>
          <a:bodyPr vert="horz" wrap="square" lIns="0" tIns="0" rIns="0" bIns="0" numCol="1" spcCol="215899" anchor="t"/>
          <a:lstStyle/>
          <a:p>
            <a:pPr algn="l">
              <a:lnSpc>
                <a:spcPts val="4245"/>
              </a:lnSpc>
              <a:defRPr sz="3200" cap="none"/>
            </a:pPr>
            <a:r>
              <a:rPr cap="none">
                <a:solidFill>
                  <a:srgbClr val="000000"/>
                </a:solidFill>
                <a:latin typeface="Glacial Indifference"/>
                <a:ea typeface="Glacial Indifference"/>
                <a:cs typeface="Glacial Indifference"/>
              </a:rPr>
              <a:t>Fisioterapi membantu memperkuat otot-otot dan memulihkan fungsi lengan, sedangkan latihan terapi bertujuan untuk meningkatkan fleksibilitas dan rentang gerak. Tujuan dari kedua metode ini adalah memastikan pasien dapat kembali melakukan aktivitas sehari-hari dengan normal setelah fraktur humerus.</a:t>
            </a:r>
            <a:endParaRPr cap="none">
              <a:solidFill>
                <a:srgbClr val="000000"/>
              </a:solidFill>
              <a:latin typeface="Glacial Indifference"/>
              <a:ea typeface="Glacial Indifference"/>
              <a:cs typeface="Glacial Indifference"/>
            </a:endParaRPr>
          </a:p>
        </p:txBody>
      </p:sp>
      <p:sp>
        <p:nvSpPr>
          <p:cNvPr id="459139570" name="TextBox 21"/>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375868722" name="Freeform 22"/>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endahuluan Askep 4">
    <p:bg>
      <p:bgPr shadeToTitle="0">
        <a:solidFill>
          <a:srgbClr val="5DA295"/>
        </a:solidFill>
      </p:bgPr>
    </p:bg>
    <p:spTree>
      <p:nvGrpSpPr>
        <p:cNvPr id="1" name=""/>
        <p:cNvGrpSpPr/>
        <p:nvPr/>
      </p:nvGrpSpPr>
      <p:grpSpPr bwMode="auto">
        <a:xfrm>
          <a:off x="0" y="0"/>
          <a:ext cx="0" cy="0"/>
          <a:chOff x="0" y="0"/>
          <a:chExt cx="0" cy="0"/>
        </a:xfrm>
      </p:grpSpPr>
      <p:grpSp>
        <p:nvGrpSpPr>
          <p:cNvPr id="1008164124"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2037709846"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2050244417"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11</a:t>
            </a:r>
            <a:endParaRPr/>
          </a:p>
        </p:txBody>
      </p:sp>
      <p:sp>
        <p:nvSpPr>
          <p:cNvPr id="428818725"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2088025962"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712914849"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105154456"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1943456510"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712979409" name="TextBox 14"/>
          <p:cNvSpPr/>
          <p:nvPr/>
        </p:nvSpPr>
        <p:spPr bwMode="auto">
          <a:xfrm>
            <a:off x="1246505" y="2185035"/>
            <a:ext cx="15794990" cy="1137285"/>
          </a:xfrm>
          <a:prstGeom prst="rect">
            <a:avLst/>
          </a:prstGeom>
          <a:noFill/>
          <a:ln>
            <a:noFill/>
          </a:ln>
          <a:effectLst/>
        </p:spPr>
        <p:txBody>
          <a:bodyPr vert="horz" wrap="square" lIns="0" tIns="0" rIns="0" bIns="0" numCol="1" spcCol="215899" anchor="t"/>
          <a:lstStyle/>
          <a:p>
            <a:pPr algn="ctr">
              <a:lnSpc>
                <a:spcPts val="8955"/>
              </a:lnSpc>
              <a:defRPr sz="4800" b="1" cap="none">
                <a:solidFill>
                  <a:srgbClr val="FFFFFF"/>
                </a:solidFill>
                <a:latin typeface="Glacial Indifference"/>
                <a:ea typeface="Glacial Indifference"/>
                <a:cs typeface="Glacial Indifference"/>
              </a:defRPr>
            </a:pPr>
            <a:r>
              <a:rPr/>
              <a:t>Pendahuluan </a:t>
            </a:r>
            <a:r>
              <a:rPr/>
              <a:t>Askep: Dukungan Emosional</a:t>
            </a:r>
            <a:endParaRPr/>
          </a:p>
        </p:txBody>
      </p:sp>
      <p:sp>
        <p:nvSpPr>
          <p:cNvPr id="1595997225" name="TextBox 15"/>
          <p:cNvSpPr/>
          <p:nvPr/>
        </p:nvSpPr>
        <p:spPr bwMode="auto">
          <a:xfrm>
            <a:off x="1028700" y="3660775"/>
            <a:ext cx="16230600" cy="4351655"/>
          </a:xfrm>
          <a:prstGeom prst="rect">
            <a:avLst/>
          </a:prstGeom>
          <a:noFill/>
          <a:ln>
            <a:noFill/>
          </a:ln>
          <a:effectLst/>
        </p:spPr>
        <p:txBody>
          <a:bodyPr vert="horz" wrap="square" lIns="0" tIns="0" rIns="0" bIns="0" numCol="1" spcCol="215899" anchor="t"/>
          <a:lstStyle/>
          <a:p>
            <a:pPr algn="ctr">
              <a:lnSpc>
                <a:spcPts val="4895"/>
              </a:lnSpc>
              <a:defRPr sz="3200" cap="none"/>
            </a:pPr>
            <a:r>
              <a:rPr cap="none">
                <a:solidFill>
                  <a:srgbClr val="FFFFFF"/>
                </a:solidFill>
                <a:latin typeface="Glacial Indifference"/>
                <a:ea typeface="Glacial Indifference"/>
                <a:cs typeface="Glacial Indifference"/>
              </a:rPr>
              <a:t>Dukungan emosional pada pasien dengan fraktur humerus melibatkan memberikan perhatian dan pemahaman terhadap kecemasan dan stres yang mungkin dirasakan pasien akibat </a:t>
            </a:r>
            <a:r>
              <a:rPr cap="none">
                <a:solidFill>
                  <a:srgbClr val="FFFFFF"/>
                </a:solidFill>
                <a:latin typeface="Glacial Indifference"/>
                <a:ea typeface="Glacial Indifference"/>
                <a:cs typeface="Glacial Indifference"/>
              </a:rPr>
              <a:t>kondisinya. Sementara itu, edukasi pasien tentang kondisi mereka, proses penyembuhan, dan cara merawat diri sendiri di rumah bertujuan untuk memberikan pemahaman yang jelas kepada pasien sehingga mereka dapat terlibat aktif dalam perawatan mereka dan memahami tindakan yang perlu dilakukan untuk mendukung pemulihan mereka.</a:t>
            </a:r>
            <a:endParaRPr cap="none">
              <a:solidFill>
                <a:srgbClr val="FFFFFF"/>
              </a:solidFill>
              <a:latin typeface="Glacial Indifference"/>
              <a:ea typeface="Glacial Indifference"/>
              <a:cs typeface="Glacial Indifference"/>
            </a:endParaRPr>
          </a:p>
        </p:txBody>
      </p:sp>
      <p:sp>
        <p:nvSpPr>
          <p:cNvPr id="1268503852" name="TextBox 16"/>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
        <p:nvSpPr>
          <p:cNvPr id="2022174679" name="Freeform 17"/>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endahuluan Askep 5">
    <p:bg>
      <p:bgPr shadeToTitle="0">
        <a:solidFill>
          <a:srgbClr val="5DA295"/>
        </a:solidFill>
      </p:bgPr>
    </p:bg>
    <p:spTree>
      <p:nvGrpSpPr>
        <p:cNvPr id="1" name=""/>
        <p:cNvGrpSpPr/>
        <p:nvPr/>
      </p:nvGrpSpPr>
      <p:grpSpPr bwMode="auto">
        <a:xfrm>
          <a:off x="0" y="0"/>
          <a:ext cx="0" cy="0"/>
          <a:chOff x="0" y="0"/>
          <a:chExt cx="0" cy="0"/>
        </a:xfrm>
      </p:grpSpPr>
      <p:grpSp>
        <p:nvGrpSpPr>
          <p:cNvPr id="1527140336"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468970898"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612868774"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12</a:t>
            </a:r>
            <a:endParaRPr/>
          </a:p>
        </p:txBody>
      </p:sp>
      <p:sp>
        <p:nvSpPr>
          <p:cNvPr id="1694768689"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1921662172"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651888749"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836903006"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1695352514"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74497456" name="TextBox 14"/>
          <p:cNvSpPr/>
          <p:nvPr/>
        </p:nvSpPr>
        <p:spPr bwMode="auto">
          <a:xfrm>
            <a:off x="3068319" y="2238375"/>
            <a:ext cx="12151360" cy="2487930"/>
          </a:xfrm>
          <a:prstGeom prst="rect">
            <a:avLst/>
          </a:prstGeom>
          <a:noFill/>
          <a:ln>
            <a:noFill/>
          </a:ln>
          <a:effectLst/>
        </p:spPr>
        <p:txBody>
          <a:bodyPr vert="horz" wrap="square" lIns="0" tIns="0" rIns="0" bIns="0" numCol="1" spcCol="215899" anchor="t"/>
          <a:lstStyle/>
          <a:p>
            <a:pPr algn="ctr">
              <a:lnSpc>
                <a:spcPts val="9795"/>
              </a:lnSpc>
              <a:defRPr sz="7000" b="1" cap="none">
                <a:solidFill>
                  <a:srgbClr val="FFFFFF"/>
                </a:solidFill>
                <a:latin typeface="Glacial Indifference"/>
                <a:ea typeface="Glacial Indifference"/>
                <a:cs typeface="Glacial Indifference"/>
              </a:defRPr>
            </a:pPr>
            <a:r>
              <a:rPr/>
              <a:t>Pendahuluan </a:t>
            </a:r>
            <a:r>
              <a:rPr/>
              <a:t>Askep: Pencegahan Komplikasi</a:t>
            </a:r>
            <a:endParaRPr/>
          </a:p>
        </p:txBody>
      </p:sp>
      <p:sp>
        <p:nvSpPr>
          <p:cNvPr id="297208248" name="TextBox 15"/>
          <p:cNvSpPr/>
          <p:nvPr/>
        </p:nvSpPr>
        <p:spPr bwMode="auto">
          <a:xfrm>
            <a:off x="2732405" y="4841875"/>
            <a:ext cx="12823190" cy="3108325"/>
          </a:xfrm>
          <a:prstGeom prst="rect">
            <a:avLst/>
          </a:prstGeom>
          <a:noFill/>
          <a:ln>
            <a:noFill/>
          </a:ln>
          <a:effectLst/>
        </p:spPr>
        <p:txBody>
          <a:bodyPr vert="horz" wrap="square" lIns="0" tIns="0" rIns="0" bIns="0" numCol="1" spcCol="215899" anchor="t"/>
          <a:lstStyle/>
          <a:p>
            <a:pPr algn="ctr">
              <a:lnSpc>
                <a:spcPts val="4895"/>
              </a:lnSpc>
              <a:defRPr sz="3200" cap="none"/>
            </a:pPr>
            <a:r>
              <a:rPr cap="none">
                <a:solidFill>
                  <a:srgbClr val="FFFFFF"/>
                </a:solidFill>
                <a:latin typeface="Glacial Indifference"/>
                <a:ea typeface="Glacial Indifference"/>
                <a:cs typeface="Glacial Indifference"/>
              </a:rPr>
              <a:t>Pencegahan komplikasi seperti infeksi, penyembuhan tulang yang buruk, dan </a:t>
            </a:r>
            <a:r>
              <a:rPr cap="none">
                <a:solidFill>
                  <a:srgbClr val="FFFFFF"/>
                </a:solidFill>
                <a:latin typeface="Glacial Indifference"/>
                <a:ea typeface="Glacial Indifference"/>
                <a:cs typeface="Glacial Indifference"/>
              </a:rPr>
              <a:t>osteoartritis pada fraktur humerus melibatkan perawatan luka yang baik untuk mencegah infeksi, pemantauan yang cermat terhadap proses penyembuhan tulang, dan rehabilitasi yang tepat untuk mencegah </a:t>
            </a:r>
            <a:r>
              <a:rPr cap="none">
                <a:solidFill>
                  <a:srgbClr val="FFFFFF"/>
                </a:solidFill>
                <a:latin typeface="Glacial Indifference"/>
                <a:ea typeface="Glacial Indifference"/>
                <a:cs typeface="Glacial Indifference"/>
              </a:rPr>
              <a:t>osteoartritis.</a:t>
            </a:r>
            <a:endParaRPr cap="none">
              <a:solidFill>
                <a:srgbClr val="FFFFFF"/>
              </a:solidFill>
              <a:latin typeface="Glacial Indifference"/>
              <a:ea typeface="Glacial Indifference"/>
              <a:cs typeface="Glacial Indifference"/>
            </a:endParaRPr>
          </a:p>
        </p:txBody>
      </p:sp>
      <p:sp>
        <p:nvSpPr>
          <p:cNvPr id="1229522053" name="TextBox 16"/>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a:pPr>
            <a:r>
              <a:rPr sz="3000" b="1" cap="none">
                <a:solidFill>
                  <a:srgbClr val="FFFFFF"/>
                </a:solidFill>
                <a:latin typeface="Glacial Indifference"/>
                <a:ea typeface="Glacial Indifference"/>
                <a:cs typeface="Glacial Indifference"/>
              </a:rPr>
              <a:t>FRAKTUR HUMERUS</a:t>
            </a:r>
            <a:r>
              <a:rPr sz="3000" b="1" cap="none">
                <a:solidFill>
                  <a:srgbClr val="FFFFFF"/>
                </a:solidFill>
                <a:latin typeface="Glacial Indifference Bold"/>
                <a:ea typeface="Glacial Indifference Bold"/>
                <a:cs typeface="Glacial Indifference Bold"/>
              </a:rPr>
              <a:t> </a:t>
            </a:r>
            <a:endParaRPr sz="3000" b="1" cap="none">
              <a:solidFill>
                <a:srgbClr val="FFFFFF"/>
              </a:solidFill>
              <a:latin typeface="Glacial Indifference Bold"/>
              <a:ea typeface="Glacial Indifference Bold"/>
              <a:cs typeface="Glacial Indifference Bold"/>
            </a:endParaRPr>
          </a:p>
        </p:txBody>
      </p:sp>
      <p:sp>
        <p:nvSpPr>
          <p:cNvPr id="2027745044" name="Freeform 17"/>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endahuluan Askep 6">
    <p:spTree>
      <p:nvGrpSpPr>
        <p:cNvPr id="1" name=""/>
        <p:cNvGrpSpPr/>
        <p:nvPr/>
      </p:nvGrpSpPr>
      <p:grpSpPr bwMode="auto">
        <a:xfrm>
          <a:off x="0" y="0"/>
          <a:ext cx="0" cy="0"/>
          <a:chOff x="0" y="0"/>
          <a:chExt cx="0" cy="0"/>
        </a:xfrm>
      </p:grpSpPr>
      <p:grpSp>
        <p:nvGrpSpPr>
          <p:cNvPr id="493264174" name="Group 2"/>
          <p:cNvGrpSpPr/>
          <p:nvPr/>
        </p:nvGrpSpPr>
        <p:grpSpPr bwMode="auto">
          <a:xfrm>
            <a:off x="0" y="5422264"/>
            <a:ext cx="18288000" cy="4864735"/>
            <a:chOff x="0" y="5422264"/>
            <a:chExt cx="18288000" cy="4864735"/>
          </a:xfrm>
        </p:grpSpPr>
        <p:sp>
          <p:nvSpPr>
            <p:cNvPr id="4" name="Freeform 3"/>
            <p:cNvSpPr/>
            <p:nvPr/>
          </p:nvSpPr>
          <p:spPr bwMode="auto">
            <a:xfrm>
              <a:off x="0" y="5422264"/>
              <a:ext cx="18288000" cy="4864735"/>
            </a:xfrm>
            <a:custGeom>
              <a:avLst/>
              <a:gdLst/>
              <a:ahLst/>
              <a:cxnLst/>
              <a:rect l="0" t="0" r="18288000" b="4864735"/>
              <a:pathLst>
                <a:path w="18288000" h="4864735" fill="norm" stroke="1" extrusionOk="0">
                  <a:moveTo>
                    <a:pt x="0" y="0"/>
                  </a:moveTo>
                  <a:lnTo>
                    <a:pt x="18288000" y="0"/>
                  </a:lnTo>
                  <a:lnTo>
                    <a:pt x="18288000" y="4864735"/>
                  </a:lnTo>
                  <a:lnTo>
                    <a:pt x="0" y="4864735"/>
                  </a:lnTo>
                  <a:close/>
                </a:path>
              </a:pathLst>
            </a:custGeom>
            <a:solidFill>
              <a:srgbClr val="5DA295"/>
            </a:solidFill>
            <a:ln>
              <a:noFill/>
            </a:ln>
            <a:effectLst/>
          </p:spPr>
        </p:sp>
        <p:sp>
          <p:nvSpPr>
            <p:cNvPr id="3" name="TextBox 4"/>
            <p:cNvSpPr/>
            <p:nvPr/>
          </p:nvSpPr>
          <p:spPr bwMode="auto">
            <a:xfrm>
              <a:off x="0" y="5277485"/>
              <a:ext cx="18288000" cy="5009515"/>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933580108"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573432557"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13</a:t>
            </a:r>
            <a:endParaRPr/>
          </a:p>
        </p:txBody>
      </p:sp>
      <p:sp>
        <p:nvSpPr>
          <p:cNvPr id="809772521"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grpSp>
        <p:nvGrpSpPr>
          <p:cNvPr id="1699754365" name="Group 10"/>
          <p:cNvGrpSpPr/>
          <p:nvPr/>
        </p:nvGrpSpPr>
        <p:grpSpPr bwMode="auto">
          <a:xfrm>
            <a:off x="6609715" y="2924810"/>
            <a:ext cx="5068570" cy="5514340"/>
            <a:chOff x="6609715" y="2924810"/>
            <a:chExt cx="5068570" cy="5514340"/>
          </a:xfrm>
        </p:grpSpPr>
        <p:sp>
          <p:nvSpPr>
            <p:cNvPr id="12" name="Freeform 11"/>
            <p:cNvSpPr/>
            <p:nvPr/>
          </p:nvSpPr>
          <p:spPr bwMode="auto">
            <a:xfrm>
              <a:off x="6609715" y="2924810"/>
              <a:ext cx="5068570" cy="5514340"/>
            </a:xfrm>
            <a:custGeom>
              <a:avLst/>
              <a:gdLst/>
              <a:ahLst/>
              <a:cxnLst/>
              <a:rect l="0" t="0" r="5068570" b="5514340"/>
              <a:pathLst>
                <a:path w="5068570" h="5514340" fill="norm" stroke="1" extrusionOk="0">
                  <a:moveTo>
                    <a:pt x="0" y="0"/>
                  </a:moveTo>
                  <a:lnTo>
                    <a:pt x="5068570" y="0"/>
                  </a:lnTo>
                  <a:lnTo>
                    <a:pt x="5068570" y="5514340"/>
                  </a:lnTo>
                  <a:lnTo>
                    <a:pt x="0" y="5514340"/>
                  </a:lnTo>
                  <a:close/>
                </a:path>
              </a:pathLst>
            </a:custGeom>
            <a:solidFill>
              <a:srgbClr val="E4E4E4"/>
            </a:solidFill>
            <a:ln>
              <a:noFill/>
            </a:ln>
            <a:effectLst/>
          </p:spPr>
        </p:sp>
        <p:sp>
          <p:nvSpPr>
            <p:cNvPr id="11" name="TextBox 12"/>
            <p:cNvSpPr/>
            <p:nvPr/>
          </p:nvSpPr>
          <p:spPr bwMode="auto">
            <a:xfrm>
              <a:off x="6609715" y="2780030"/>
              <a:ext cx="5068570" cy="565912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99049187" name="Group 13"/>
          <p:cNvGrpSpPr/>
          <p:nvPr/>
        </p:nvGrpSpPr>
        <p:grpSpPr bwMode="auto">
          <a:xfrm>
            <a:off x="1541145" y="2924810"/>
            <a:ext cx="5068570" cy="5514340"/>
            <a:chOff x="1541145" y="2924810"/>
            <a:chExt cx="5068570" cy="5514340"/>
          </a:xfrm>
        </p:grpSpPr>
        <p:sp>
          <p:nvSpPr>
            <p:cNvPr id="15" name="Freeform 14"/>
            <p:cNvSpPr/>
            <p:nvPr/>
          </p:nvSpPr>
          <p:spPr bwMode="auto">
            <a:xfrm>
              <a:off x="1541145" y="2924810"/>
              <a:ext cx="5068570" cy="5514340"/>
            </a:xfrm>
            <a:custGeom>
              <a:avLst/>
              <a:gdLst/>
              <a:ahLst/>
              <a:cxnLst/>
              <a:rect l="0" t="0" r="5068570" b="5514340"/>
              <a:pathLst>
                <a:path w="5068570" h="5514340" fill="norm" stroke="1" extrusionOk="0">
                  <a:moveTo>
                    <a:pt x="0" y="0"/>
                  </a:moveTo>
                  <a:lnTo>
                    <a:pt x="5068570" y="0"/>
                  </a:lnTo>
                  <a:lnTo>
                    <a:pt x="5068570" y="5514340"/>
                  </a:lnTo>
                  <a:lnTo>
                    <a:pt x="0" y="5514340"/>
                  </a:lnTo>
                  <a:close/>
                </a:path>
              </a:pathLst>
            </a:custGeom>
            <a:solidFill>
              <a:srgbClr val="BFDDD2"/>
            </a:solidFill>
            <a:ln>
              <a:noFill/>
            </a:ln>
            <a:effectLst/>
          </p:spPr>
        </p:sp>
        <p:sp>
          <p:nvSpPr>
            <p:cNvPr id="14" name="TextBox 15"/>
            <p:cNvSpPr/>
            <p:nvPr/>
          </p:nvSpPr>
          <p:spPr bwMode="auto">
            <a:xfrm>
              <a:off x="1541145" y="2780030"/>
              <a:ext cx="5068570" cy="565912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860030175" name="Group 16"/>
          <p:cNvGrpSpPr/>
          <p:nvPr/>
        </p:nvGrpSpPr>
        <p:grpSpPr bwMode="auto">
          <a:xfrm>
            <a:off x="11678285" y="2924810"/>
            <a:ext cx="5068570" cy="5514340"/>
            <a:chOff x="11678285" y="2924810"/>
            <a:chExt cx="5068570" cy="5514340"/>
          </a:xfrm>
        </p:grpSpPr>
        <p:sp>
          <p:nvSpPr>
            <p:cNvPr id="18" name="Freeform 17"/>
            <p:cNvSpPr/>
            <p:nvPr/>
          </p:nvSpPr>
          <p:spPr bwMode="auto">
            <a:xfrm>
              <a:off x="11678285" y="2924810"/>
              <a:ext cx="5068570" cy="5514340"/>
            </a:xfrm>
            <a:custGeom>
              <a:avLst/>
              <a:gdLst/>
              <a:ahLst/>
              <a:cxnLst/>
              <a:rect l="0" t="0" r="5068570" b="5514340"/>
              <a:pathLst>
                <a:path w="5068570" h="5514340" fill="norm" stroke="1" extrusionOk="0">
                  <a:moveTo>
                    <a:pt x="0" y="0"/>
                  </a:moveTo>
                  <a:lnTo>
                    <a:pt x="5068570" y="0"/>
                  </a:lnTo>
                  <a:lnTo>
                    <a:pt x="5068570" y="5514340"/>
                  </a:lnTo>
                  <a:lnTo>
                    <a:pt x="0" y="5514340"/>
                  </a:lnTo>
                  <a:close/>
                </a:path>
              </a:pathLst>
            </a:custGeom>
            <a:solidFill>
              <a:srgbClr val="BFDDD2"/>
            </a:solidFill>
            <a:ln>
              <a:noFill/>
            </a:ln>
            <a:effectLst/>
          </p:spPr>
        </p:sp>
        <p:sp>
          <p:nvSpPr>
            <p:cNvPr id="17" name="TextBox 18"/>
            <p:cNvSpPr/>
            <p:nvPr/>
          </p:nvSpPr>
          <p:spPr bwMode="auto">
            <a:xfrm>
              <a:off x="11678285" y="2780030"/>
              <a:ext cx="5068570" cy="565912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579421000" name="Freeform 19"/>
          <p:cNvSpPr/>
          <p:nvPr/>
        </p:nvSpPr>
        <p:spPr bwMode="auto">
          <a:xfrm>
            <a:off x="631825" y="8514080"/>
            <a:ext cx="909320" cy="908685"/>
          </a:xfrm>
          <a:custGeom>
            <a:avLst/>
            <a:gdLst/>
            <a:ahLst/>
            <a:cxnLst/>
            <a:rect l="0" t="0" r="909320" b="908685"/>
            <a:pathLst>
              <a:path w="909320" h="908685" fill="norm" stroke="1" extrusionOk="0">
                <a:moveTo>
                  <a:pt x="0" y="0"/>
                </a:moveTo>
                <a:lnTo>
                  <a:pt x="909320" y="0"/>
                </a:lnTo>
                <a:lnTo>
                  <a:pt x="909320" y="908685"/>
                </a:lnTo>
                <a:lnTo>
                  <a:pt x="0" y="908685"/>
                </a:lnTo>
                <a:lnTo>
                  <a:pt x="0" y="0"/>
                </a:lnTo>
                <a:close/>
              </a:path>
            </a:pathLst>
          </a:custGeom>
          <a:blipFill>
            <a:blip r:embed="rId3"/>
            <a:stretch/>
          </a:blipFill>
          <a:ln>
            <a:noFill/>
          </a:ln>
          <a:effectLst/>
        </p:spPr>
      </p:sp>
      <p:sp>
        <p:nvSpPr>
          <p:cNvPr id="1087703428" name="Freeform 20"/>
          <p:cNvSpPr/>
          <p:nvPr/>
        </p:nvSpPr>
        <p:spPr bwMode="auto">
          <a:xfrm>
            <a:off x="15689580" y="598170"/>
            <a:ext cx="3659505" cy="3659505"/>
          </a:xfrm>
          <a:custGeom>
            <a:avLst/>
            <a:gdLst/>
            <a:ahLst/>
            <a:cxnLst/>
            <a:rect l="0" t="0" r="3659505" b="3659505"/>
            <a:pathLst>
              <a:path w="3659505" h="3659505" fill="norm" stroke="1" extrusionOk="0">
                <a:moveTo>
                  <a:pt x="0" y="0"/>
                </a:moveTo>
                <a:lnTo>
                  <a:pt x="3659503" y="0"/>
                </a:lnTo>
                <a:lnTo>
                  <a:pt x="3659503" y="3659505"/>
                </a:lnTo>
                <a:lnTo>
                  <a:pt x="0" y="3659505"/>
                </a:lnTo>
                <a:lnTo>
                  <a:pt x="0" y="0"/>
                </a:lnTo>
                <a:close/>
              </a:path>
            </a:pathLst>
          </a:custGeom>
          <a:blipFill>
            <a:blip r:embed="rId5"/>
            <a:stretch/>
          </a:blipFill>
          <a:ln>
            <a:noFill/>
          </a:ln>
          <a:effectLst/>
        </p:spPr>
      </p:sp>
      <p:sp>
        <p:nvSpPr>
          <p:cNvPr id="613758934" name="Freeform 21"/>
          <p:cNvSpPr/>
          <p:nvPr/>
        </p:nvSpPr>
        <p:spPr bwMode="auto">
          <a:xfrm>
            <a:off x="1541145" y="9422765"/>
            <a:ext cx="2905760" cy="1659255"/>
          </a:xfrm>
          <a:custGeom>
            <a:avLst/>
            <a:gdLst/>
            <a:ahLst/>
            <a:cxnLst/>
            <a:rect l="0" t="0" r="2905760" b="1659255"/>
            <a:pathLst>
              <a:path w="2905760" h="1659255" fill="norm" stroke="1" extrusionOk="0">
                <a:moveTo>
                  <a:pt x="0" y="0"/>
                </a:moveTo>
                <a:lnTo>
                  <a:pt x="2905760" y="0"/>
                </a:lnTo>
                <a:lnTo>
                  <a:pt x="2905760" y="1659254"/>
                </a:lnTo>
                <a:lnTo>
                  <a:pt x="0" y="1659254"/>
                </a:lnTo>
                <a:lnTo>
                  <a:pt x="0" y="0"/>
                </a:lnTo>
                <a:close/>
              </a:path>
            </a:pathLst>
          </a:custGeom>
          <a:blipFill>
            <a:blip r:embed="rId7"/>
            <a:srcRect l="0" t="0" r="0" b="45825"/>
            <a:stretch/>
          </a:blipFill>
          <a:ln>
            <a:noFill/>
          </a:ln>
          <a:effectLst/>
        </p:spPr>
      </p:sp>
      <p:sp>
        <p:nvSpPr>
          <p:cNvPr id="1341673004" name="TextBox 22"/>
          <p:cNvSpPr/>
          <p:nvPr/>
        </p:nvSpPr>
        <p:spPr bwMode="auto">
          <a:xfrm>
            <a:off x="7124065" y="5469890"/>
            <a:ext cx="4047490" cy="2200275"/>
          </a:xfrm>
          <a:prstGeom prst="rect">
            <a:avLst/>
          </a:prstGeom>
          <a:noFill/>
          <a:ln>
            <a:noFill/>
          </a:ln>
          <a:effectLst/>
        </p:spPr>
        <p:txBody>
          <a:bodyPr vert="horz" wrap="square" lIns="0" tIns="0" rIns="0" bIns="0" numCol="1" spcCol="215899" anchor="t"/>
          <a:lstStyle/>
          <a:p>
            <a:pPr algn="ctr">
              <a:lnSpc>
                <a:spcPts val="3450"/>
              </a:lnSpc>
              <a:defRPr sz="1600" cap="none"/>
            </a:pPr>
            <a:r>
              <a:rPr sz="2800" cap="none">
                <a:solidFill>
                  <a:srgbClr val="000000"/>
                </a:solidFill>
                <a:latin typeface="Glacial Indifference"/>
                <a:ea typeface="Glacial Indifference"/>
                <a:cs typeface="Glacial Indifference"/>
              </a:rPr>
              <a:t>Melibatkan pemantauan ketat terhadap proses penyembuhan dan penyesuaian perawatan jika diperlukan.</a:t>
            </a:r>
            <a:endParaRPr sz="2800" cap="none">
              <a:solidFill>
                <a:srgbClr val="000000"/>
              </a:solidFill>
              <a:latin typeface="Glacial Indifference"/>
              <a:ea typeface="Glacial Indifference"/>
              <a:cs typeface="Glacial Indifference"/>
            </a:endParaRPr>
          </a:p>
        </p:txBody>
      </p:sp>
      <p:sp>
        <p:nvSpPr>
          <p:cNvPr id="559080139" name="TextBox 23"/>
          <p:cNvSpPr/>
          <p:nvPr/>
        </p:nvSpPr>
        <p:spPr bwMode="auto">
          <a:xfrm>
            <a:off x="1541145" y="1518920"/>
            <a:ext cx="15205710" cy="959485"/>
          </a:xfrm>
          <a:prstGeom prst="rect">
            <a:avLst/>
          </a:prstGeom>
          <a:noFill/>
          <a:ln>
            <a:noFill/>
          </a:ln>
          <a:effectLst/>
        </p:spPr>
        <p:txBody>
          <a:bodyPr vert="horz" wrap="square" lIns="0" tIns="0" rIns="0" bIns="0" numCol="1" spcCol="215899" anchor="t"/>
          <a:lstStyle/>
          <a:p>
            <a:pPr algn="ctr">
              <a:lnSpc>
                <a:spcPts val="7555"/>
              </a:lnSpc>
              <a:defRPr sz="5400" b="1" cap="none">
                <a:solidFill>
                  <a:srgbClr val="000000"/>
                </a:solidFill>
                <a:latin typeface="Glacial Indifference"/>
                <a:ea typeface="Glacial Indifference"/>
                <a:cs typeface="Glacial Indifference"/>
              </a:defRPr>
            </a:pPr>
            <a:r>
              <a:rPr/>
              <a:t>Pendahuluan </a:t>
            </a:r>
            <a:r>
              <a:rPr/>
              <a:t>Askep: Pencegahan Komplikasi</a:t>
            </a:r>
            <a:endParaRPr/>
          </a:p>
        </p:txBody>
      </p:sp>
      <p:sp>
        <p:nvSpPr>
          <p:cNvPr id="1249727387" name="TextBox 24"/>
          <p:cNvSpPr/>
          <p:nvPr/>
        </p:nvSpPr>
        <p:spPr bwMode="auto">
          <a:xfrm>
            <a:off x="2051685" y="4724399"/>
            <a:ext cx="4047490" cy="2238375"/>
          </a:xfrm>
          <a:prstGeom prst="rect">
            <a:avLst/>
          </a:prstGeom>
          <a:noFill/>
          <a:ln>
            <a:noFill/>
          </a:ln>
          <a:effectLst/>
        </p:spPr>
        <p:txBody>
          <a:bodyPr vert="horz" wrap="square" lIns="0" tIns="0" rIns="0" bIns="0" numCol="1" spcCol="215899" anchor="t"/>
          <a:lstStyle/>
          <a:p>
            <a:pPr algn="ctr">
              <a:lnSpc>
                <a:spcPts val="3575"/>
              </a:lnSpc>
              <a:defRPr sz="2800" cap="none"/>
            </a:pPr>
            <a:r>
              <a:rPr cap="none">
                <a:solidFill>
                  <a:srgbClr val="000000"/>
                </a:solidFill>
                <a:latin typeface="Glacial Indifference"/>
                <a:ea typeface="Glacial Indifference"/>
                <a:cs typeface="Glacial Indifference"/>
              </a:rPr>
              <a:t>Pencegahan infeksi melibatkan perawatan luka yang bersih dan pemantauan terhadap tanda-tanda infeksi.</a:t>
            </a:r>
            <a:endParaRPr cap="none">
              <a:solidFill>
                <a:srgbClr val="000000"/>
              </a:solidFill>
              <a:latin typeface="Glacial Indifference"/>
              <a:ea typeface="Glacial Indifference"/>
              <a:cs typeface="Glacial Indifference"/>
            </a:endParaRPr>
          </a:p>
        </p:txBody>
      </p:sp>
      <p:sp>
        <p:nvSpPr>
          <p:cNvPr id="1963146436" name="TextBox 25"/>
          <p:cNvSpPr/>
          <p:nvPr/>
        </p:nvSpPr>
        <p:spPr bwMode="auto">
          <a:xfrm>
            <a:off x="3312795" y="3150870"/>
            <a:ext cx="1525270" cy="721995"/>
          </a:xfrm>
          <a:prstGeom prst="rect">
            <a:avLst/>
          </a:prstGeom>
          <a:noFill/>
          <a:ln>
            <a:noFill/>
          </a:ln>
          <a:effectLst/>
        </p:spPr>
        <p:txBody>
          <a:bodyPr vert="horz" wrap="square" lIns="0" tIns="0" rIns="0" bIns="0" numCol="1" spcCol="215899" anchor="t"/>
          <a:lstStyle/>
          <a:p>
            <a:pPr algn="ctr">
              <a:lnSpc>
                <a:spcPts val="5875"/>
              </a:lnSpc>
              <a:defRPr sz="4200" b="1" cap="none">
                <a:solidFill>
                  <a:srgbClr val="000000"/>
                </a:solidFill>
                <a:latin typeface="Glacial Indifference"/>
                <a:ea typeface="Glacial Indifference"/>
                <a:cs typeface="Glacial Indifference"/>
              </a:defRPr>
            </a:pPr>
            <a:r>
              <a:rPr/>
              <a:t>01.</a:t>
            </a:r>
            <a:endParaRPr/>
          </a:p>
        </p:txBody>
      </p:sp>
      <p:sp>
        <p:nvSpPr>
          <p:cNvPr id="178011720" name="TextBox 26"/>
          <p:cNvSpPr/>
          <p:nvPr/>
        </p:nvSpPr>
        <p:spPr bwMode="auto">
          <a:xfrm>
            <a:off x="8385810" y="3150870"/>
            <a:ext cx="1516380" cy="721995"/>
          </a:xfrm>
          <a:prstGeom prst="rect">
            <a:avLst/>
          </a:prstGeom>
          <a:noFill/>
          <a:ln>
            <a:noFill/>
          </a:ln>
          <a:effectLst/>
        </p:spPr>
        <p:txBody>
          <a:bodyPr vert="horz" wrap="square" lIns="0" tIns="0" rIns="0" bIns="0" numCol="1" spcCol="215899" anchor="t"/>
          <a:lstStyle/>
          <a:p>
            <a:pPr algn="ctr">
              <a:lnSpc>
                <a:spcPts val="5875"/>
              </a:lnSpc>
              <a:defRPr sz="4200" b="1" cap="none">
                <a:solidFill>
                  <a:srgbClr val="000000"/>
                </a:solidFill>
                <a:latin typeface="Glacial Indifference"/>
                <a:ea typeface="Glacial Indifference"/>
                <a:cs typeface="Glacial Indifference"/>
              </a:defRPr>
            </a:pPr>
            <a:r>
              <a:rPr/>
              <a:t>02.</a:t>
            </a:r>
            <a:endParaRPr/>
          </a:p>
        </p:txBody>
      </p:sp>
      <p:sp>
        <p:nvSpPr>
          <p:cNvPr id="892394365" name="TextBox 27"/>
          <p:cNvSpPr/>
          <p:nvPr/>
        </p:nvSpPr>
        <p:spPr bwMode="auto">
          <a:xfrm>
            <a:off x="13493115" y="3150870"/>
            <a:ext cx="1438910" cy="721995"/>
          </a:xfrm>
          <a:prstGeom prst="rect">
            <a:avLst/>
          </a:prstGeom>
          <a:noFill/>
          <a:ln>
            <a:noFill/>
          </a:ln>
          <a:effectLst/>
        </p:spPr>
        <p:txBody>
          <a:bodyPr vert="horz" wrap="square" lIns="0" tIns="0" rIns="0" bIns="0" numCol="1" spcCol="215899" anchor="t"/>
          <a:lstStyle/>
          <a:p>
            <a:pPr algn="ctr">
              <a:lnSpc>
                <a:spcPts val="5875"/>
              </a:lnSpc>
              <a:defRPr sz="4200" b="1" cap="none">
                <a:solidFill>
                  <a:srgbClr val="000000"/>
                </a:solidFill>
                <a:latin typeface="Glacial Indifference"/>
                <a:ea typeface="Glacial Indifference"/>
                <a:cs typeface="Glacial Indifference"/>
              </a:defRPr>
            </a:pPr>
            <a:r>
              <a:rPr/>
              <a:t>03.</a:t>
            </a:r>
            <a:endParaRPr/>
          </a:p>
        </p:txBody>
      </p:sp>
      <p:sp>
        <p:nvSpPr>
          <p:cNvPr id="2019766236" name="TextBox 28"/>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823977091" name="TextBox 29"/>
          <p:cNvSpPr/>
          <p:nvPr/>
        </p:nvSpPr>
        <p:spPr bwMode="auto">
          <a:xfrm>
            <a:off x="12188825" y="4733925"/>
            <a:ext cx="4047490" cy="3514725"/>
          </a:xfrm>
          <a:prstGeom prst="rect">
            <a:avLst/>
          </a:prstGeom>
          <a:noFill/>
          <a:ln>
            <a:noFill/>
          </a:ln>
          <a:effectLst/>
        </p:spPr>
        <p:txBody>
          <a:bodyPr vert="horz" wrap="square" lIns="0" tIns="0" rIns="0" bIns="0" numCol="1" spcCol="215899" anchor="t"/>
          <a:lstStyle/>
          <a:p>
            <a:pPr algn="ctr">
              <a:lnSpc>
                <a:spcPts val="3450"/>
              </a:lnSpc>
              <a:defRPr sz="2800" cap="none"/>
            </a:pPr>
            <a:r>
              <a:rPr cap="none">
                <a:solidFill>
                  <a:srgbClr val="000000"/>
                </a:solidFill>
                <a:latin typeface="Glacial Indifference"/>
                <a:ea typeface="Glacial Indifference"/>
                <a:cs typeface="Glacial Indifference"/>
              </a:rPr>
              <a:t>Pencegahan </a:t>
            </a:r>
            <a:r>
              <a:rPr cap="none">
                <a:solidFill>
                  <a:srgbClr val="000000"/>
                </a:solidFill>
                <a:latin typeface="Glacial Indifference"/>
                <a:ea typeface="Glacial Indifference"/>
                <a:cs typeface="Glacial Indifference"/>
              </a:rPr>
              <a:t>osteoartritis melalui rehabilitasi yang tepat untuk memastikan fleksibilitas dan kekuatan otot-otot sekitar sendi tetap terjaga.</a:t>
            </a:r>
            <a:endParaRPr cap="none">
              <a:solidFill>
                <a:srgbClr val="000000"/>
              </a:solidFill>
              <a:latin typeface="Glacial Indifference"/>
              <a:ea typeface="Glacial Indifference"/>
              <a:cs typeface="Glacial Indifference"/>
            </a:endParaRPr>
          </a:p>
        </p:txBody>
      </p:sp>
      <p:sp>
        <p:nvSpPr>
          <p:cNvPr id="701489929" name="TextBox 30"/>
          <p:cNvSpPr/>
          <p:nvPr/>
        </p:nvSpPr>
        <p:spPr bwMode="auto">
          <a:xfrm>
            <a:off x="2051685" y="4015740"/>
            <a:ext cx="4047490" cy="606425"/>
          </a:xfrm>
          <a:prstGeom prst="rect">
            <a:avLst/>
          </a:prstGeom>
          <a:noFill/>
          <a:ln>
            <a:noFill/>
          </a:ln>
          <a:effectLst/>
        </p:spPr>
        <p:txBody>
          <a:bodyPr vert="horz" wrap="square" lIns="0" tIns="0" rIns="0" bIns="0" numCol="1" spcCol="215899" anchor="t"/>
          <a:lstStyle/>
          <a:p>
            <a:pPr algn="ctr">
              <a:lnSpc>
                <a:spcPts val="4900"/>
              </a:lnSpc>
              <a:defRPr sz="3500" b="1" cap="none">
                <a:solidFill>
                  <a:srgbClr val="000000"/>
                </a:solidFill>
                <a:latin typeface="Glacial Indifference"/>
                <a:ea typeface="Glacial Indifference"/>
                <a:cs typeface="Glacial Indifference"/>
              </a:defRPr>
            </a:pPr>
            <a:r>
              <a:rPr/>
              <a:t>Infeksi</a:t>
            </a:r>
            <a:endParaRPr/>
          </a:p>
        </p:txBody>
      </p:sp>
      <p:sp>
        <p:nvSpPr>
          <p:cNvPr id="1844106338" name="TextBox 31"/>
          <p:cNvSpPr/>
          <p:nvPr/>
        </p:nvSpPr>
        <p:spPr bwMode="auto">
          <a:xfrm>
            <a:off x="6858000" y="4015740"/>
            <a:ext cx="4572000" cy="1244600"/>
          </a:xfrm>
          <a:prstGeom prst="rect">
            <a:avLst/>
          </a:prstGeom>
          <a:noFill/>
          <a:ln>
            <a:noFill/>
          </a:ln>
          <a:effectLst/>
        </p:spPr>
        <p:txBody>
          <a:bodyPr vert="horz" wrap="square" lIns="0" tIns="0" rIns="0" bIns="0" numCol="1" spcCol="215899" anchor="t"/>
          <a:lstStyle/>
          <a:p>
            <a:pPr algn="ctr">
              <a:lnSpc>
                <a:spcPts val="4900"/>
              </a:lnSpc>
              <a:defRPr sz="3500" b="1" cap="none">
                <a:solidFill>
                  <a:srgbClr val="000000"/>
                </a:solidFill>
                <a:latin typeface="Glacial Indifference"/>
                <a:ea typeface="Glacial Indifference"/>
                <a:cs typeface="Glacial Indifference"/>
              </a:defRPr>
            </a:pPr>
            <a:r>
              <a:rPr/>
              <a:t>Penyembuhan Tulang yang Buruk</a:t>
            </a:r>
            <a:endParaRPr/>
          </a:p>
        </p:txBody>
      </p:sp>
      <p:sp>
        <p:nvSpPr>
          <p:cNvPr id="233548924" name="TextBox 32"/>
          <p:cNvSpPr/>
          <p:nvPr/>
        </p:nvSpPr>
        <p:spPr bwMode="auto">
          <a:xfrm>
            <a:off x="12579985" y="4015740"/>
            <a:ext cx="3265170" cy="622300"/>
          </a:xfrm>
          <a:prstGeom prst="rect">
            <a:avLst/>
          </a:prstGeom>
          <a:noFill/>
          <a:ln>
            <a:noFill/>
          </a:ln>
          <a:effectLst/>
        </p:spPr>
        <p:txBody>
          <a:bodyPr vert="horz" wrap="square" lIns="0" tIns="0" rIns="0" bIns="0" numCol="1" spcCol="215899" anchor="t"/>
          <a:lstStyle/>
          <a:p>
            <a:pPr algn="ctr">
              <a:lnSpc>
                <a:spcPts val="4900"/>
              </a:lnSpc>
              <a:defRPr sz="3500" b="1" cap="none">
                <a:solidFill>
                  <a:srgbClr val="000000"/>
                </a:solidFill>
                <a:latin typeface="Glacial Indifference"/>
                <a:ea typeface="Glacial Indifference"/>
                <a:cs typeface="Glacial Indifference"/>
              </a:defRPr>
            </a:pPr>
            <a:r>
              <a:rPr/>
              <a:t>Osteoartritis</a:t>
            </a:r>
            <a:endParaRPr/>
          </a:p>
        </p:txBody>
      </p:sp>
      <p:sp>
        <p:nvSpPr>
          <p:cNvPr id="1853653351" name="Freeform 33"/>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9"/>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Konsep Dasar">
    <p:bg>
      <p:bgPr shadeToTitle="0">
        <a:solidFill>
          <a:srgbClr val="5DA295"/>
        </a:solidFill>
      </p:bgPr>
    </p:bg>
    <p:spTree>
      <p:nvGrpSpPr>
        <p:cNvPr id="1" name=""/>
        <p:cNvGrpSpPr/>
        <p:nvPr/>
      </p:nvGrpSpPr>
      <p:grpSpPr bwMode="auto">
        <a:xfrm>
          <a:off x="0" y="0"/>
          <a:ext cx="0" cy="0"/>
          <a:chOff x="0" y="0"/>
          <a:chExt cx="0" cy="0"/>
        </a:xfrm>
      </p:grpSpPr>
      <p:grpSp>
        <p:nvGrpSpPr>
          <p:cNvPr id="617404955"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950765032"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60860129"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14</a:t>
            </a:r>
            <a:endParaRPr/>
          </a:p>
        </p:txBody>
      </p:sp>
      <p:sp>
        <p:nvSpPr>
          <p:cNvPr id="578329244"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828403967"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1506040743"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084753537"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489785646"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873451892" name="TextBox 14"/>
          <p:cNvSpPr/>
          <p:nvPr/>
        </p:nvSpPr>
        <p:spPr bwMode="auto">
          <a:xfrm>
            <a:off x="4745990" y="2181225"/>
            <a:ext cx="8796020" cy="1193800"/>
          </a:xfrm>
          <a:prstGeom prst="rect">
            <a:avLst/>
          </a:prstGeom>
          <a:noFill/>
          <a:ln>
            <a:noFill/>
          </a:ln>
          <a:effectLst/>
        </p:spPr>
        <p:txBody>
          <a:bodyPr vert="horz" wrap="square" lIns="0" tIns="0" rIns="0" bIns="0" numCol="1" spcCol="215899" anchor="t"/>
          <a:lstStyle/>
          <a:p>
            <a:pPr algn="ctr">
              <a:lnSpc>
                <a:spcPts val="9795"/>
              </a:lnSpc>
              <a:defRPr sz="7000" b="1" cap="none">
                <a:solidFill>
                  <a:srgbClr val="FFFFFF"/>
                </a:solidFill>
                <a:latin typeface="Glacial Indifference"/>
                <a:ea typeface="Glacial Indifference"/>
                <a:cs typeface="Glacial Indifference"/>
              </a:defRPr>
            </a:pPr>
            <a:r>
              <a:rPr/>
              <a:t>Konsep Dasar</a:t>
            </a:r>
            <a:endParaRPr/>
          </a:p>
        </p:txBody>
      </p:sp>
      <p:sp>
        <p:nvSpPr>
          <p:cNvPr id="1731859356" name="TextBox 15"/>
          <p:cNvSpPr/>
          <p:nvPr/>
        </p:nvSpPr>
        <p:spPr bwMode="auto">
          <a:xfrm>
            <a:off x="1028700" y="3660775"/>
            <a:ext cx="16230600" cy="4311650"/>
          </a:xfrm>
          <a:prstGeom prst="rect">
            <a:avLst/>
          </a:prstGeom>
          <a:noFill/>
          <a:ln>
            <a:noFill/>
          </a:ln>
          <a:effectLst/>
        </p:spPr>
        <p:txBody>
          <a:bodyPr vert="horz" wrap="square" lIns="0" tIns="0" rIns="0" bIns="0" numCol="1" spcCol="215899" anchor="t"/>
          <a:lstStyle/>
          <a:p>
            <a:pPr algn="ctr">
              <a:lnSpc>
                <a:spcPts val="4895"/>
              </a:lnSpc>
              <a:defRPr sz="3200" cap="none"/>
            </a:pPr>
            <a:r>
              <a:rPr cap="none">
                <a:solidFill>
                  <a:srgbClr val="FFFFFF"/>
                </a:solidFill>
                <a:latin typeface="Glacial Indifference"/>
                <a:ea typeface="Glacial Indifference"/>
                <a:cs typeface="Glacial Indifference"/>
              </a:rPr>
              <a:t>Asuhan keperawatan adalah proses atau rangkaian kegiatan dalam </a:t>
            </a:r>
            <a:r>
              <a:rPr cap="none">
                <a:solidFill>
                  <a:srgbClr val="FFFFFF"/>
                </a:solidFill>
                <a:latin typeface="Glacial Indifference"/>
                <a:ea typeface="Glacial Indifference"/>
                <a:cs typeface="Glacial Indifference"/>
              </a:rPr>
              <a:t>praktek keperawatan yang langsung diberikan kepada klien pada berbagai tatanan pelayanan kesehatan. Asuhan keperawatan dilakukan berdasarkan kaidah-kaidah keperawatan sebagai suatu profesi yang didasarkan ilmu dan kiat keperawatan yang bersifat </a:t>
            </a:r>
            <a:r>
              <a:rPr cap="none">
                <a:solidFill>
                  <a:srgbClr val="FFFFFF"/>
                </a:solidFill>
                <a:latin typeface="Glacial Indifference"/>
                <a:ea typeface="Glacial Indifference"/>
                <a:cs typeface="Glacial Indifference"/>
              </a:rPr>
              <a:t>humanistic, dan berdasarkan kebutuhan objektif pasien untuk mengatasi masalah yang dihadapi pasien serta dilandasi kode etik dan etika keperawatan dalam lingkup wewenang serta tanggung jawab keperawatan.</a:t>
            </a:r>
            <a:endParaRPr cap="none">
              <a:solidFill>
                <a:srgbClr val="FFFFFF"/>
              </a:solidFill>
              <a:latin typeface="Glacial Indifference"/>
              <a:ea typeface="Glacial Indifference"/>
              <a:cs typeface="Glacial Indifference"/>
            </a:endParaRPr>
          </a:p>
        </p:txBody>
      </p:sp>
      <p:sp>
        <p:nvSpPr>
          <p:cNvPr id="2119979176" name="TextBox 16"/>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
        <p:nvSpPr>
          <p:cNvPr id="155309481" name="Freeform 17"/>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
    <p:bg>
      <p:bgPr shadeToTitle="0">
        <a:solidFill>
          <a:srgbClr val="5DA295"/>
        </a:solidFill>
      </p:bgPr>
    </p:bg>
    <p:spTree>
      <p:nvGrpSpPr>
        <p:cNvPr id="1" name=""/>
        <p:cNvGrpSpPr/>
        <p:nvPr/>
      </p:nvGrpSpPr>
      <p:grpSpPr bwMode="auto">
        <a:xfrm>
          <a:off x="0" y="0"/>
          <a:ext cx="0" cy="0"/>
          <a:chOff x="0" y="0"/>
          <a:chExt cx="0" cy="0"/>
        </a:xfrm>
      </p:grpSpPr>
      <p:grpSp>
        <p:nvGrpSpPr>
          <p:cNvPr id="1395973767"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692167082"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104961432"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15</a:t>
            </a:r>
            <a:endParaRPr/>
          </a:p>
        </p:txBody>
      </p:sp>
      <p:sp>
        <p:nvSpPr>
          <p:cNvPr id="196647559"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1818382703"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622690341"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162944457"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870360669"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1655238278" name="TextBox 14"/>
          <p:cNvSpPr/>
          <p:nvPr/>
        </p:nvSpPr>
        <p:spPr bwMode="auto">
          <a:xfrm>
            <a:off x="2895600" y="2800350"/>
            <a:ext cx="12420600" cy="1162050"/>
          </a:xfrm>
          <a:prstGeom prst="rect">
            <a:avLst/>
          </a:prstGeom>
          <a:noFill/>
          <a:ln>
            <a:noFill/>
          </a:ln>
          <a:effectLst/>
        </p:spPr>
        <p:txBody>
          <a:bodyPr vert="horz" wrap="square" lIns="0" tIns="0" rIns="0" bIns="0" numCol="1" spcCol="215899" anchor="t"/>
          <a:lstStyle/>
          <a:p>
            <a:pPr algn="ctr">
              <a:lnSpc>
                <a:spcPts val="9795"/>
              </a:lnSpc>
              <a:defRPr sz="7000" b="1" cap="none">
                <a:solidFill>
                  <a:srgbClr val="FFFFFF"/>
                </a:solidFill>
                <a:latin typeface="Glacial Indifference"/>
                <a:ea typeface="Glacial Indifference"/>
                <a:cs typeface="Glacial Indifference"/>
              </a:defRPr>
            </a:pPr>
            <a:r>
              <a:rPr/>
              <a:t>Proses Keperawatan</a:t>
            </a:r>
            <a:endParaRPr/>
          </a:p>
        </p:txBody>
      </p:sp>
      <p:sp>
        <p:nvSpPr>
          <p:cNvPr id="894782424" name="TextBox 15"/>
          <p:cNvSpPr/>
          <p:nvPr/>
        </p:nvSpPr>
        <p:spPr bwMode="auto">
          <a:xfrm>
            <a:off x="2732405" y="4279900"/>
            <a:ext cx="12823190" cy="3073400"/>
          </a:xfrm>
          <a:prstGeom prst="rect">
            <a:avLst/>
          </a:prstGeom>
          <a:noFill/>
          <a:ln>
            <a:noFill/>
          </a:ln>
          <a:effectLst/>
        </p:spPr>
        <p:txBody>
          <a:bodyPr vert="horz" wrap="square" lIns="0" tIns="0" rIns="0" bIns="0" numCol="1" spcCol="215899" anchor="t"/>
          <a:lstStyle/>
          <a:p>
            <a:pPr algn="ctr">
              <a:lnSpc>
                <a:spcPts val="4895"/>
              </a:lnSpc>
              <a:defRPr sz="3200" cap="none"/>
            </a:pPr>
            <a:r>
              <a:rPr cap="none">
                <a:solidFill>
                  <a:srgbClr val="FFFFFF"/>
                </a:solidFill>
                <a:latin typeface="Glacial Indifference"/>
                <a:ea typeface="Glacial Indifference"/>
                <a:cs typeface="Glacial Indifference"/>
              </a:rPr>
              <a:t>Proses keperawatan pada fraktur humerus meliputi pengkajian, </a:t>
            </a:r>
            <a:r>
              <a:rPr cap="none">
                <a:solidFill>
                  <a:srgbClr val="FFFFFF"/>
                </a:solidFill>
                <a:latin typeface="Glacial Indifference"/>
                <a:ea typeface="Glacial Indifference"/>
                <a:cs typeface="Glacial Indifference"/>
              </a:rPr>
              <a:t>diagnosa medis, perencanaan, implementasi, dan evaluasi. Proses keperawatan pada fraktur humerus bertujuan untuk memastikan pemulihan yang optimal dan mencegah komplikasi yang mungkin terjadi.</a:t>
            </a:r>
            <a:endParaRPr cap="none">
              <a:solidFill>
                <a:srgbClr val="FFFFFF"/>
              </a:solidFill>
              <a:latin typeface="Glacial Indifference"/>
              <a:ea typeface="Glacial Indifference"/>
              <a:cs typeface="Glacial Indifference"/>
            </a:endParaRPr>
          </a:p>
        </p:txBody>
      </p:sp>
      <p:sp>
        <p:nvSpPr>
          <p:cNvPr id="849470061" name="TextBox 16"/>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
        <p:nvSpPr>
          <p:cNvPr id="1044645863" name="Freeform 17"/>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2">
    <p:spTree>
      <p:nvGrpSpPr>
        <p:cNvPr id="1" name=""/>
        <p:cNvGrpSpPr/>
        <p:nvPr/>
      </p:nvGrpSpPr>
      <p:grpSpPr bwMode="auto">
        <a:xfrm>
          <a:off x="0" y="0"/>
          <a:ext cx="0" cy="0"/>
          <a:chOff x="0" y="0"/>
          <a:chExt cx="0" cy="0"/>
        </a:xfrm>
      </p:grpSpPr>
      <p:grpSp>
        <p:nvGrpSpPr>
          <p:cNvPr id="1342891140"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975934792" name="TextBox 5"/>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1403805211"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1133593887"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2143834968"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944222360"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967595587"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206132051" name="TextBox 15"/>
          <p:cNvSpPr/>
          <p:nvPr/>
        </p:nvSpPr>
        <p:spPr bwMode="auto">
          <a:xfrm>
            <a:off x="1497330" y="3028315"/>
            <a:ext cx="4949190" cy="2605404"/>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Pengkajian</a:t>
            </a:r>
            <a:endParaRPr/>
          </a:p>
        </p:txBody>
      </p:sp>
      <p:sp>
        <p:nvSpPr>
          <p:cNvPr id="1183048859"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16</a:t>
            </a:r>
            <a:endParaRPr/>
          </a:p>
        </p:txBody>
      </p:sp>
      <p:sp>
        <p:nvSpPr>
          <p:cNvPr id="1377966810" name="TextBox 17"/>
          <p:cNvSpPr/>
          <p:nvPr/>
        </p:nvSpPr>
        <p:spPr bwMode="auto">
          <a:xfrm>
            <a:off x="8231505" y="3001009"/>
            <a:ext cx="8582660" cy="3704590"/>
          </a:xfrm>
          <a:prstGeom prst="rect">
            <a:avLst/>
          </a:prstGeom>
          <a:noFill/>
          <a:ln>
            <a:noFill/>
          </a:ln>
          <a:effectLst/>
        </p:spPr>
        <p:txBody>
          <a:bodyPr vert="horz" wrap="square" lIns="0" tIns="0" rIns="0" bIns="0" numCol="1" spcCol="215899" anchor="t"/>
          <a:lstStyle/>
          <a:p>
            <a:pPr algn="l">
              <a:lnSpc>
                <a:spcPts val="4900"/>
              </a:lnSpc>
              <a:defRPr sz="3200" cap="none">
                <a:latin typeface="Glacial Indifference"/>
                <a:ea typeface="Glacial Indifference"/>
                <a:cs typeface="Glacial Indifference"/>
              </a:defRPr>
            </a:pPr>
            <a:r>
              <a:rPr cap="none">
                <a:solidFill>
                  <a:srgbClr val="000000"/>
                </a:solidFill>
              </a:rPr>
              <a:t>Tanggal Pengkajian	: 11 Desember 2023</a:t>
            </a:r>
            <a:endParaRPr cap="none">
              <a:solidFill>
                <a:srgbClr val="000000"/>
              </a:solidFill>
            </a:endParaRPr>
          </a:p>
          <a:p>
            <a:pPr algn="l">
              <a:lnSpc>
                <a:spcPts val="4900"/>
              </a:lnSpc>
              <a:defRPr sz="3200" cap="none">
                <a:latin typeface="Glacial Indifference"/>
                <a:ea typeface="Glacial Indifference"/>
                <a:cs typeface="Glacial Indifference"/>
              </a:defRPr>
            </a:pPr>
            <a:r>
              <a:rPr cap="none">
                <a:solidFill>
                  <a:srgbClr val="000000"/>
                </a:solidFill>
              </a:rPr>
              <a:t>Tanggal Masuk	: 8 Desember 2023</a:t>
            </a:r>
            <a:endParaRPr cap="none">
              <a:solidFill>
                <a:srgbClr val="000000"/>
              </a:solidFill>
            </a:endParaRPr>
          </a:p>
          <a:p>
            <a:pPr algn="l">
              <a:lnSpc>
                <a:spcPts val="4900"/>
              </a:lnSpc>
              <a:defRPr sz="3200" cap="none">
                <a:latin typeface="Glacial Indifference"/>
                <a:ea typeface="Glacial Indifference"/>
                <a:cs typeface="Glacial Indifference"/>
              </a:defRPr>
            </a:pPr>
            <a:r>
              <a:rPr cap="none">
                <a:solidFill>
                  <a:srgbClr val="000000"/>
                </a:solidFill>
              </a:rPr>
              <a:t>Ruang/Kelas		: Cempaka Barat</a:t>
            </a:r>
            <a:endParaRPr cap="none">
              <a:solidFill>
                <a:srgbClr val="000000"/>
              </a:solidFill>
            </a:endParaRPr>
          </a:p>
          <a:p>
            <a:pPr algn="l">
              <a:lnSpc>
                <a:spcPts val="4900"/>
              </a:lnSpc>
              <a:defRPr sz="3200" cap="none">
                <a:latin typeface="Glacial Indifference"/>
                <a:ea typeface="Glacial Indifference"/>
                <a:cs typeface="Glacial Indifference"/>
              </a:defRPr>
            </a:pPr>
            <a:r>
              <a:rPr cap="none">
                <a:solidFill>
                  <a:srgbClr val="000000"/>
                </a:solidFill>
              </a:rPr>
              <a:t>Diagnosa Medis	: </a:t>
            </a:r>
            <a:r>
              <a:rPr cap="none">
                <a:solidFill>
                  <a:srgbClr val="000000"/>
                </a:solidFill>
              </a:rPr>
              <a:t>Susp. Fraktur distal humerus </a:t>
            </a:r>
            <a:r>
              <a:rPr cap="none">
                <a:solidFill>
                  <a:srgbClr val="000000"/>
                </a:solidFill>
              </a:rPr>
              <a:t>dx. </a:t>
            </a:r>
            <a:r>
              <a:rPr cap="none">
                <a:solidFill>
                  <a:srgbClr val="000000"/>
                </a:solidFill>
              </a:rPr>
              <a:t>Susp. Fraktur proksimal humerus tertutup </a:t>
            </a:r>
            <a:r>
              <a:rPr cap="none">
                <a:solidFill>
                  <a:srgbClr val="000000"/>
                </a:solidFill>
              </a:rPr>
              <a:t>dx. </a:t>
            </a:r>
            <a:r>
              <a:rPr cap="none">
                <a:solidFill>
                  <a:srgbClr val="000000"/>
                </a:solidFill>
              </a:rPr>
              <a:t>CKR, Fraktur </a:t>
            </a:r>
            <a:r>
              <a:rPr cap="none">
                <a:solidFill>
                  <a:srgbClr val="000000"/>
                </a:solidFill>
              </a:rPr>
              <a:t>maxiliaris</a:t>
            </a:r>
            <a:br>
              <a:rPr/>
            </a:br>
            <a:endParaRPr cap="none">
              <a:solidFill>
                <a:srgbClr val="000000"/>
              </a:solidFill>
            </a:endParaRPr>
          </a:p>
          <a:p>
            <a:pPr algn="l">
              <a:lnSpc>
                <a:spcPts val="4900"/>
              </a:lnSpc>
              <a:defRPr sz="3200" cap="none">
                <a:latin typeface="Glacial Indifference"/>
                <a:ea typeface="Glacial Indifference"/>
                <a:cs typeface="Glacial Indifference"/>
              </a:defRPr>
            </a:pPr>
            <a:endParaRPr/>
          </a:p>
        </p:txBody>
      </p:sp>
      <p:sp>
        <p:nvSpPr>
          <p:cNvPr id="1714594388"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195541090"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3">
    <p:spTree>
      <p:nvGrpSpPr>
        <p:cNvPr id="1" name=""/>
        <p:cNvGrpSpPr/>
        <p:nvPr/>
      </p:nvGrpSpPr>
      <p:grpSpPr bwMode="auto">
        <a:xfrm>
          <a:off x="0" y="0"/>
          <a:ext cx="0" cy="0"/>
          <a:chOff x="0" y="0"/>
          <a:chExt cx="0" cy="0"/>
        </a:xfrm>
      </p:grpSpPr>
      <p:grpSp>
        <p:nvGrpSpPr>
          <p:cNvPr id="1789545143"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462771351"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875736931"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598806660"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84175076"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350435848"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263960966"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919672256" name="TextBox 15"/>
          <p:cNvSpPr/>
          <p:nvPr/>
        </p:nvSpPr>
        <p:spPr bwMode="auto">
          <a:xfrm>
            <a:off x="1497330" y="3028315"/>
            <a:ext cx="4949190" cy="2605404"/>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Data dasar</a:t>
            </a:r>
            <a:endParaRPr/>
          </a:p>
        </p:txBody>
      </p:sp>
      <p:sp>
        <p:nvSpPr>
          <p:cNvPr id="252586723"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17</a:t>
            </a:r>
            <a:endParaRPr/>
          </a:p>
        </p:txBody>
      </p:sp>
      <p:sp>
        <p:nvSpPr>
          <p:cNvPr id="623909923" name="TextBox 17"/>
          <p:cNvSpPr/>
          <p:nvPr/>
        </p:nvSpPr>
        <p:spPr bwMode="auto">
          <a:xfrm>
            <a:off x="8231505" y="3001009"/>
            <a:ext cx="8582660" cy="3733800"/>
          </a:xfrm>
          <a:prstGeom prst="rect">
            <a:avLst/>
          </a:prstGeom>
          <a:noFill/>
          <a:ln>
            <a:noFill/>
          </a:ln>
          <a:effectLst/>
        </p:spPr>
        <p:txBody>
          <a:bodyPr vert="horz" wrap="square" lIns="0" tIns="0" rIns="0" bIns="0" numCol="1" spcCol="215899" anchor="t"/>
          <a:lstStyle/>
          <a:p>
            <a:pPr algn="l">
              <a:lnSpc>
                <a:spcPts val="4900"/>
              </a:lnSpc>
              <a:defRPr sz="3200" cap="none"/>
            </a:pPr>
            <a:r>
              <a:rPr cap="none">
                <a:solidFill>
                  <a:srgbClr val="000000"/>
                </a:solidFill>
                <a:latin typeface="Glacial Indifference"/>
                <a:ea typeface="Glacial Indifference"/>
                <a:cs typeface="Glacial Indifference"/>
              </a:rPr>
              <a:t>Nama 			: </a:t>
            </a:r>
            <a:r>
              <a:rPr cap="none">
                <a:solidFill>
                  <a:srgbClr val="000000"/>
                </a:solidFill>
                <a:latin typeface="Glacial Indifference"/>
                <a:ea typeface="Glacial Indifference"/>
                <a:cs typeface="Glacial Indifference"/>
              </a:rPr>
              <a:t>Tn. H</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Datang dari 		: </a:t>
            </a:r>
            <a:r>
              <a:rPr cap="none">
                <a:solidFill>
                  <a:srgbClr val="000000"/>
                </a:solidFill>
                <a:latin typeface="Glacial Indifference"/>
                <a:ea typeface="Glacial Indifference"/>
                <a:cs typeface="Glacial Indifference"/>
              </a:rPr>
              <a:t>IGD</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Datang dengan 	: Brankar</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Alasan masuk 		: Pasien datang dari </a:t>
            </a:r>
            <a:r>
              <a:rPr cap="none">
                <a:solidFill>
                  <a:srgbClr val="000000"/>
                </a:solidFill>
                <a:latin typeface="Glacial Indifference"/>
                <a:ea typeface="Glacial Indifference"/>
                <a:cs typeface="Glacial Indifference"/>
              </a:rPr>
              <a:t>IGD jatuh dari tangga dengan keluhan nyeri akut di bagian lengan atas</a:t>
            </a:r>
            <a:endParaRPr cap="none">
              <a:solidFill>
                <a:srgbClr val="000000"/>
              </a:solidFill>
              <a:latin typeface="Glacial Indifference"/>
              <a:ea typeface="Glacial Indifference"/>
              <a:cs typeface="Glacial Indifference"/>
            </a:endParaRPr>
          </a:p>
        </p:txBody>
      </p:sp>
      <p:sp>
        <p:nvSpPr>
          <p:cNvPr id="1804690866"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667835993"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4">
    <p:spTree>
      <p:nvGrpSpPr>
        <p:cNvPr id="1" name=""/>
        <p:cNvGrpSpPr/>
        <p:nvPr/>
      </p:nvGrpSpPr>
      <p:grpSpPr bwMode="auto">
        <a:xfrm>
          <a:off x="0" y="0"/>
          <a:ext cx="0" cy="0"/>
          <a:chOff x="0" y="0"/>
          <a:chExt cx="0" cy="0"/>
        </a:xfrm>
      </p:grpSpPr>
      <p:grpSp>
        <p:nvGrpSpPr>
          <p:cNvPr id="1806485521"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782697325" name="TextBox 5"/>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2028879140"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744324215"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940707592"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994484329"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1150429010"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61262730"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Riwayat kesehatan</a:t>
            </a:r>
            <a:endParaRPr/>
          </a:p>
        </p:txBody>
      </p:sp>
      <p:sp>
        <p:nvSpPr>
          <p:cNvPr id="1042450314"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18</a:t>
            </a:r>
            <a:endParaRPr/>
          </a:p>
        </p:txBody>
      </p:sp>
      <p:sp>
        <p:nvSpPr>
          <p:cNvPr id="416945847" name="TextBox 17"/>
          <p:cNvSpPr/>
          <p:nvPr/>
        </p:nvSpPr>
        <p:spPr bwMode="auto">
          <a:xfrm>
            <a:off x="8231505" y="3001009"/>
            <a:ext cx="8582660" cy="2489200"/>
          </a:xfrm>
          <a:prstGeom prst="rect">
            <a:avLst/>
          </a:prstGeom>
          <a:noFill/>
          <a:ln>
            <a:noFill/>
          </a:ln>
          <a:effectLst/>
        </p:spPr>
        <p:txBody>
          <a:bodyPr vert="horz" wrap="square" lIns="0" tIns="0" rIns="0" bIns="0" numCol="1" spcCol="215899" anchor="t"/>
          <a:lstStyle/>
          <a:p>
            <a:pPr algn="l">
              <a:lnSpc>
                <a:spcPts val="4900"/>
              </a:lnSpc>
              <a:defRPr sz="3200" cap="none"/>
            </a:pPr>
            <a:r>
              <a:rPr cap="none">
                <a:solidFill>
                  <a:srgbClr val="000000"/>
                </a:solidFill>
                <a:latin typeface="Glacial Indifference"/>
                <a:ea typeface="Glacial Indifference"/>
                <a:cs typeface="Glacial Indifference"/>
              </a:rPr>
              <a:t>Pernah dirawat: Tidak</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Riwayat penyakit dalam keluarga: Tidak ada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Riwayat alergi: Tidak ada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Riwayat gawat darurat: Tidak</a:t>
            </a:r>
            <a:endParaRPr cap="none">
              <a:solidFill>
                <a:srgbClr val="000000"/>
              </a:solidFill>
              <a:latin typeface="Glacial Indifference"/>
              <a:ea typeface="Glacial Indifference"/>
              <a:cs typeface="Glacial Indifference"/>
            </a:endParaRPr>
          </a:p>
        </p:txBody>
      </p:sp>
      <p:sp>
        <p:nvSpPr>
          <p:cNvPr id="1165870030"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829488648"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5">
    <p:spTree>
      <p:nvGrpSpPr>
        <p:cNvPr id="1" name=""/>
        <p:cNvGrpSpPr/>
        <p:nvPr/>
      </p:nvGrpSpPr>
      <p:grpSpPr bwMode="auto">
        <a:xfrm>
          <a:off x="0" y="0"/>
          <a:ext cx="0" cy="0"/>
          <a:chOff x="0" y="0"/>
          <a:chExt cx="0" cy="0"/>
        </a:xfrm>
      </p:grpSpPr>
      <p:grpSp>
        <p:nvGrpSpPr>
          <p:cNvPr id="946660134"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364090789"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1947050181"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492961802"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077355093"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62846873"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61582022"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415887954" name="TextBox 15"/>
          <p:cNvSpPr/>
          <p:nvPr/>
        </p:nvSpPr>
        <p:spPr bwMode="auto">
          <a:xfrm>
            <a:off x="1497330" y="3028315"/>
            <a:ext cx="4949190" cy="3474720"/>
          </a:xfrm>
          <a:prstGeom prst="rect">
            <a:avLst/>
          </a:prstGeom>
          <a:noFill/>
          <a:ln>
            <a:noFill/>
          </a:ln>
          <a:effectLst/>
        </p:spPr>
        <p:txBody>
          <a:bodyPr vert="horz" wrap="square" lIns="0" tIns="0" rIns="0" bIns="0" numCol="1" spcCol="215899" anchor="t"/>
          <a:lstStyle/>
          <a:p>
            <a:pPr algn="l">
              <a:lnSpc>
                <a:spcPts val="6840"/>
              </a:lnSpc>
              <a:defRPr sz="5400" cap="none">
                <a:latin typeface="Glacial Indifference"/>
                <a:ea typeface="Glacial Indifference"/>
                <a:cs typeface="Glacial Indifference"/>
              </a:defRPr>
            </a:pPr>
            <a:r>
              <a:rPr b="1" cap="none">
                <a:solidFill>
                  <a:srgbClr val="000000"/>
                </a:solidFill>
              </a:rPr>
              <a:t>Proses Keperawatan: Riwayat </a:t>
            </a:r>
            <a:r>
              <a:rPr b="1" cap="none">
                <a:solidFill>
                  <a:srgbClr val="000000"/>
                </a:solidFill>
              </a:rPr>
              <a:t>psikososial</a:t>
            </a:r>
            <a:endParaRPr b="1" cap="none">
              <a:solidFill>
                <a:srgbClr val="000000"/>
              </a:solidFill>
            </a:endParaRPr>
          </a:p>
        </p:txBody>
      </p:sp>
      <p:sp>
        <p:nvSpPr>
          <p:cNvPr id="1816933163"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19</a:t>
            </a:r>
            <a:endParaRPr/>
          </a:p>
        </p:txBody>
      </p:sp>
      <p:sp>
        <p:nvSpPr>
          <p:cNvPr id="1182524134" name="TextBox 17"/>
          <p:cNvSpPr/>
          <p:nvPr/>
        </p:nvSpPr>
        <p:spPr bwMode="auto">
          <a:xfrm>
            <a:off x="8458835" y="2635250"/>
            <a:ext cx="8582660" cy="4978400"/>
          </a:xfrm>
          <a:prstGeom prst="rect">
            <a:avLst/>
          </a:prstGeom>
          <a:noFill/>
          <a:ln>
            <a:noFill/>
          </a:ln>
          <a:effectLst/>
        </p:spPr>
        <p:txBody>
          <a:bodyPr vert="horz" wrap="square" lIns="0" tIns="0" rIns="0" bIns="0" numCol="1" spcCol="215899" anchor="t"/>
          <a:lstStyle/>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Status psikologi: Tenang</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Status mental: Sadar dan orientasi baik</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Status sosial:</a:t>
            </a:r>
            <a:endParaRPr cap="none">
              <a:solidFill>
                <a:srgbClr val="000000"/>
              </a:solidFill>
              <a:latin typeface="Glacial Indifference"/>
              <a:ea typeface="Glacial Indifference"/>
              <a:cs typeface="Glacial Indifference"/>
            </a:endParaRPr>
          </a:p>
          <a:p>
            <a:pPr marL="899795"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Hubungan pasien dengan anggota keluarga: Baik</a:t>
            </a:r>
            <a:endParaRPr cap="none">
              <a:solidFill>
                <a:srgbClr val="000000"/>
              </a:solidFill>
              <a:latin typeface="Glacial Indifference"/>
              <a:ea typeface="Glacial Indifference"/>
              <a:cs typeface="Glacial Indifference"/>
            </a:endParaRPr>
          </a:p>
          <a:p>
            <a:pPr marL="899795"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Tempat tinggal: Rumah</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Status spiritual:</a:t>
            </a:r>
            <a:endParaRPr cap="none">
              <a:solidFill>
                <a:srgbClr val="000000"/>
              </a:solidFill>
              <a:latin typeface="Glacial Indifference"/>
              <a:ea typeface="Glacial Indifference"/>
              <a:cs typeface="Glacial Indifference"/>
            </a:endParaRPr>
          </a:p>
          <a:p>
            <a:pPr marL="899795" lvl="1"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Beribadah sesuai keyakinan: Ya</a:t>
            </a:r>
            <a:endParaRPr cap="none">
              <a:solidFill>
                <a:srgbClr val="000000"/>
              </a:solidFill>
              <a:latin typeface="Glacial Indifference"/>
              <a:ea typeface="Glacial Indifference"/>
              <a:cs typeface="Glacial Indifference"/>
            </a:endParaRPr>
          </a:p>
        </p:txBody>
      </p:sp>
      <p:sp>
        <p:nvSpPr>
          <p:cNvPr id="1669581137"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340934332"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6">
    <p:spTree>
      <p:nvGrpSpPr>
        <p:cNvPr id="1" name=""/>
        <p:cNvGrpSpPr/>
        <p:nvPr/>
      </p:nvGrpSpPr>
      <p:grpSpPr bwMode="auto">
        <a:xfrm>
          <a:off x="0" y="0"/>
          <a:ext cx="0" cy="0"/>
          <a:chOff x="0" y="0"/>
          <a:chExt cx="0" cy="0"/>
        </a:xfrm>
      </p:grpSpPr>
      <p:grpSp>
        <p:nvGrpSpPr>
          <p:cNvPr id="522393657"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940009737"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432801269"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609908661"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470233118"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943094958"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397118256"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276431414"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Pemeriksaan fisik</a:t>
            </a:r>
            <a:endParaRPr/>
          </a:p>
        </p:txBody>
      </p:sp>
      <p:sp>
        <p:nvSpPr>
          <p:cNvPr id="1676337527"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20</a:t>
            </a:r>
            <a:endParaRPr/>
          </a:p>
        </p:txBody>
      </p:sp>
      <p:sp>
        <p:nvSpPr>
          <p:cNvPr id="760186765" name="TextBox 17"/>
          <p:cNvSpPr/>
          <p:nvPr/>
        </p:nvSpPr>
        <p:spPr bwMode="auto">
          <a:xfrm>
            <a:off x="8231505" y="3001009"/>
            <a:ext cx="8582660" cy="3733800"/>
          </a:xfrm>
          <a:prstGeom prst="rect">
            <a:avLst/>
          </a:prstGeom>
          <a:noFill/>
          <a:ln>
            <a:noFill/>
          </a:ln>
          <a:effectLst/>
        </p:spPr>
        <p:txBody>
          <a:bodyPr vert="horz" wrap="square" lIns="0" tIns="0" rIns="0" bIns="0" numCol="1" spcCol="215899" anchor="t"/>
          <a:lstStyle/>
          <a:p>
            <a:pPr algn="l">
              <a:lnSpc>
                <a:spcPts val="4900"/>
              </a:lnSpc>
              <a:defRPr sz="3200" cap="none"/>
            </a:pPr>
            <a:r>
              <a:rPr cap="none">
                <a:solidFill>
                  <a:srgbClr val="000000"/>
                </a:solidFill>
                <a:latin typeface="Glacial Indifference"/>
                <a:ea typeface="Glacial Indifference"/>
                <a:cs typeface="Glacial Indifference"/>
              </a:rPr>
              <a:t>Tingkat kesadaran kualitatif: </a:t>
            </a:r>
            <a:r>
              <a:rPr cap="none">
                <a:solidFill>
                  <a:srgbClr val="000000"/>
                </a:solidFill>
                <a:latin typeface="Glacial Indifference"/>
                <a:ea typeface="Glacial Indifference"/>
                <a:cs typeface="Glacial Indifference"/>
              </a:rPr>
              <a:t>Compos mentis</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Tekanan darah: 129/74 </a:t>
            </a:r>
            <a:r>
              <a:rPr cap="none">
                <a:solidFill>
                  <a:srgbClr val="000000"/>
                </a:solidFill>
                <a:latin typeface="Glacial Indifference"/>
                <a:ea typeface="Glacial Indifference"/>
                <a:cs typeface="Glacial Indifference"/>
              </a:rPr>
              <a:t>mmHg</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Nadi: 93 kali/menit</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Pernapasan: 20 kali/menit</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Suhu: 36.9°C</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Berat badan: 50 </a:t>
            </a:r>
            <a:r>
              <a:rPr cap="none">
                <a:solidFill>
                  <a:srgbClr val="000000"/>
                </a:solidFill>
                <a:latin typeface="Glacial Indifference"/>
                <a:ea typeface="Glacial Indifference"/>
                <a:cs typeface="Glacial Indifference"/>
              </a:rPr>
              <a:t>kg » </a:t>
            </a:r>
            <a:r>
              <a:rPr cap="none">
                <a:solidFill>
                  <a:srgbClr val="000000"/>
                </a:solidFill>
                <a:latin typeface="Glacial Indifference"/>
                <a:ea typeface="Glacial Indifference"/>
                <a:cs typeface="Glacial Indifference"/>
              </a:rPr>
              <a:t>IMT</a:t>
            </a:r>
            <a:endParaRPr cap="none">
              <a:solidFill>
                <a:srgbClr val="000000"/>
              </a:solidFill>
              <a:latin typeface="Glacial Indifference"/>
              <a:ea typeface="Glacial Indifference"/>
              <a:cs typeface="Glacial Indifference"/>
            </a:endParaRPr>
          </a:p>
        </p:txBody>
      </p:sp>
      <p:sp>
        <p:nvSpPr>
          <p:cNvPr id="667484585"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235600763"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7">
    <p:spTree>
      <p:nvGrpSpPr>
        <p:cNvPr id="1" name=""/>
        <p:cNvGrpSpPr/>
        <p:nvPr/>
      </p:nvGrpSpPr>
      <p:grpSpPr bwMode="auto">
        <a:xfrm>
          <a:off x="0" y="0"/>
          <a:ext cx="0" cy="0"/>
          <a:chOff x="0" y="0"/>
          <a:chExt cx="0" cy="0"/>
        </a:xfrm>
      </p:grpSpPr>
      <p:grpSp>
        <p:nvGrpSpPr>
          <p:cNvPr id="1829830559"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531544798" name="TextBox 5"/>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174413526"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1284883942"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784494168"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704993708"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501471142"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903417213"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Pemeriksaan fisik</a:t>
            </a:r>
            <a:endParaRPr/>
          </a:p>
        </p:txBody>
      </p:sp>
      <p:sp>
        <p:nvSpPr>
          <p:cNvPr id="1093359494"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21</a:t>
            </a:r>
            <a:endParaRPr/>
          </a:p>
        </p:txBody>
      </p:sp>
      <p:sp>
        <p:nvSpPr>
          <p:cNvPr id="1249117935" name="TextBox 17"/>
          <p:cNvSpPr/>
          <p:nvPr/>
        </p:nvSpPr>
        <p:spPr bwMode="auto">
          <a:xfrm>
            <a:off x="8231505" y="3001009"/>
            <a:ext cx="8582660" cy="3111500"/>
          </a:xfrm>
          <a:prstGeom prst="rect">
            <a:avLst/>
          </a:prstGeom>
          <a:noFill/>
          <a:ln>
            <a:noFill/>
          </a:ln>
          <a:effectLst/>
        </p:spPr>
        <p:txBody>
          <a:bodyPr vert="horz" wrap="square" lIns="0" tIns="0" rIns="0" bIns="0" numCol="1" spcCol="215899" anchor="t"/>
          <a:lstStyle/>
          <a:p>
            <a:pPr algn="l">
              <a:lnSpc>
                <a:spcPts val="4900"/>
              </a:lnSpc>
              <a:defRPr sz="3200" b="1" cap="none"/>
            </a:pPr>
            <a:r>
              <a:rPr cap="none">
                <a:solidFill>
                  <a:srgbClr val="000000"/>
                </a:solidFill>
                <a:latin typeface="Glacial Indifference"/>
                <a:ea typeface="Glacial Indifference"/>
                <a:cs typeface="Glacial Indifference"/>
              </a:rPr>
              <a:t>Kepala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Gangguan neurologis: Tidak ada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Pendengaran: Normal</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Wicara: Normal</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Mata: Normal</a:t>
            </a:r>
            <a:endParaRPr cap="none">
              <a:solidFill>
                <a:srgbClr val="000000"/>
              </a:solidFill>
              <a:latin typeface="Glacial Indifference"/>
              <a:ea typeface="Glacial Indifference"/>
              <a:cs typeface="Glacial Indifference"/>
            </a:endParaRPr>
          </a:p>
        </p:txBody>
      </p:sp>
      <p:sp>
        <p:nvSpPr>
          <p:cNvPr id="1963580023"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2133327477"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8">
    <p:spTree>
      <p:nvGrpSpPr>
        <p:cNvPr id="1" name=""/>
        <p:cNvGrpSpPr/>
        <p:nvPr/>
      </p:nvGrpSpPr>
      <p:grpSpPr bwMode="auto">
        <a:xfrm>
          <a:off x="0" y="0"/>
          <a:ext cx="0" cy="0"/>
          <a:chOff x="0" y="0"/>
          <a:chExt cx="0" cy="0"/>
        </a:xfrm>
      </p:grpSpPr>
      <p:grpSp>
        <p:nvGrpSpPr>
          <p:cNvPr id="116042135"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435613860" name="TextBox 5"/>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1296708826"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1950711519"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904945945"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956206275"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703823939"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575554633"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Pemeriksaan fisik</a:t>
            </a:r>
            <a:endParaRPr/>
          </a:p>
        </p:txBody>
      </p:sp>
      <p:sp>
        <p:nvSpPr>
          <p:cNvPr id="663983635"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22</a:t>
            </a:r>
            <a:endParaRPr/>
          </a:p>
        </p:txBody>
      </p:sp>
      <p:sp>
        <p:nvSpPr>
          <p:cNvPr id="1372371487" name="TextBox 17"/>
          <p:cNvSpPr/>
          <p:nvPr/>
        </p:nvSpPr>
        <p:spPr bwMode="auto">
          <a:xfrm>
            <a:off x="8458835" y="2944495"/>
            <a:ext cx="8582660" cy="4356100"/>
          </a:xfrm>
          <a:prstGeom prst="rect">
            <a:avLst/>
          </a:prstGeom>
          <a:noFill/>
          <a:ln>
            <a:noFill/>
          </a:ln>
          <a:effectLst/>
        </p:spPr>
        <p:txBody>
          <a:bodyPr vert="horz" wrap="square" lIns="0" tIns="0" rIns="0" bIns="0" numCol="1" spcCol="215899" anchor="t"/>
          <a:lstStyle/>
          <a:p>
            <a:pPr algn="l">
              <a:lnSpc>
                <a:spcPts val="4900"/>
              </a:lnSpc>
              <a:defRPr sz="3200" b="1" cap="none"/>
            </a:pPr>
            <a:r>
              <a:rPr cap="none">
                <a:solidFill>
                  <a:srgbClr val="000000"/>
                </a:solidFill>
                <a:latin typeface="Glacial Indifference"/>
                <a:ea typeface="Glacial Indifference"/>
                <a:cs typeface="Glacial Indifference"/>
              </a:rPr>
              <a:t>Respirasi</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Irama: Reguler</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Retraksi dada: Tidak ada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Pola napas: Normal</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Napas cuping hidung: Tidak ada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Batuk: Tidak ada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Alat bantu pernapasan: Tidak ada</a:t>
            </a:r>
            <a:endParaRPr cap="none">
              <a:solidFill>
                <a:srgbClr val="000000"/>
              </a:solidFill>
              <a:latin typeface="Glacial Indifference"/>
              <a:ea typeface="Glacial Indifference"/>
              <a:cs typeface="Glacial Indifference"/>
            </a:endParaRPr>
          </a:p>
        </p:txBody>
      </p:sp>
      <p:sp>
        <p:nvSpPr>
          <p:cNvPr id="168669152"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572523216"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9">
    <p:spTree>
      <p:nvGrpSpPr>
        <p:cNvPr id="1" name=""/>
        <p:cNvGrpSpPr/>
        <p:nvPr/>
      </p:nvGrpSpPr>
      <p:grpSpPr bwMode="auto">
        <a:xfrm>
          <a:off x="0" y="0"/>
          <a:ext cx="0" cy="0"/>
          <a:chOff x="0" y="0"/>
          <a:chExt cx="0" cy="0"/>
        </a:xfrm>
      </p:grpSpPr>
      <p:grpSp>
        <p:nvGrpSpPr>
          <p:cNvPr id="302016321"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681593700"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672842172"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817234077"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2065615168"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651974265"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382686594"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737414908"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Pemeriksaan fisik</a:t>
            </a:r>
            <a:endParaRPr/>
          </a:p>
        </p:txBody>
      </p:sp>
      <p:sp>
        <p:nvSpPr>
          <p:cNvPr id="1927021622"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23</a:t>
            </a:r>
            <a:endParaRPr/>
          </a:p>
        </p:txBody>
      </p:sp>
      <p:sp>
        <p:nvSpPr>
          <p:cNvPr id="496905705" name="TextBox 17"/>
          <p:cNvSpPr/>
          <p:nvPr/>
        </p:nvSpPr>
        <p:spPr bwMode="auto">
          <a:xfrm>
            <a:off x="8458835" y="2944495"/>
            <a:ext cx="8582660" cy="4356100"/>
          </a:xfrm>
          <a:prstGeom prst="rect">
            <a:avLst/>
          </a:prstGeom>
          <a:noFill/>
          <a:ln>
            <a:noFill/>
          </a:ln>
          <a:effectLst/>
        </p:spPr>
        <p:txBody>
          <a:bodyPr vert="horz" wrap="square" lIns="0" tIns="0" rIns="0" bIns="0" numCol="1" spcCol="215899" anchor="t"/>
          <a:lstStyle/>
          <a:p>
            <a:pPr algn="l">
              <a:lnSpc>
                <a:spcPts val="4900"/>
              </a:lnSpc>
              <a:defRPr sz="3200" b="1" cap="none"/>
            </a:pPr>
            <a:r>
              <a:rPr cap="none">
                <a:solidFill>
                  <a:srgbClr val="000000"/>
                </a:solidFill>
                <a:latin typeface="Glacial Indifference"/>
                <a:ea typeface="Glacial Indifference"/>
                <a:cs typeface="Glacial Indifference"/>
              </a:rPr>
              <a:t>Sirkulasi</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Sianosis: Tidak ada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Pucat: Tidak ada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Irama nadi: Reguler</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Intensitas nadi: Kuat</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Edema: Tidak ada</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Nyeri dada: Tidak ada</a:t>
            </a:r>
            <a:endParaRPr cap="none">
              <a:solidFill>
                <a:srgbClr val="000000"/>
              </a:solidFill>
              <a:latin typeface="Glacial Indifference"/>
              <a:ea typeface="Glacial Indifference"/>
              <a:cs typeface="Glacial Indifference"/>
            </a:endParaRPr>
          </a:p>
        </p:txBody>
      </p:sp>
      <p:sp>
        <p:nvSpPr>
          <p:cNvPr id="1104092532"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522288908"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0">
    <p:spTree>
      <p:nvGrpSpPr>
        <p:cNvPr id="1" name=""/>
        <p:cNvGrpSpPr/>
        <p:nvPr/>
      </p:nvGrpSpPr>
      <p:grpSpPr bwMode="auto">
        <a:xfrm>
          <a:off x="0" y="0"/>
          <a:ext cx="0" cy="0"/>
          <a:chOff x="0" y="0"/>
          <a:chExt cx="0" cy="0"/>
        </a:xfrm>
      </p:grpSpPr>
      <p:grpSp>
        <p:nvGrpSpPr>
          <p:cNvPr id="1098020752"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774489463"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590816552"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747678834"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015144591"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993979634"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332598441"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621878755"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Pemeriksaan fisik</a:t>
            </a:r>
            <a:endParaRPr/>
          </a:p>
        </p:txBody>
      </p:sp>
      <p:sp>
        <p:nvSpPr>
          <p:cNvPr id="861375695"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24</a:t>
            </a:r>
            <a:endParaRPr/>
          </a:p>
        </p:txBody>
      </p:sp>
      <p:sp>
        <p:nvSpPr>
          <p:cNvPr id="171685674" name="TextBox 17"/>
          <p:cNvSpPr/>
          <p:nvPr/>
        </p:nvSpPr>
        <p:spPr bwMode="auto">
          <a:xfrm>
            <a:off x="8458835" y="2944495"/>
            <a:ext cx="8582660" cy="3733800"/>
          </a:xfrm>
          <a:prstGeom prst="rect">
            <a:avLst/>
          </a:prstGeom>
          <a:noFill/>
          <a:ln>
            <a:noFill/>
          </a:ln>
          <a:effectLst/>
        </p:spPr>
        <p:txBody>
          <a:bodyPr vert="horz" wrap="square" lIns="0" tIns="0" rIns="0" bIns="0" numCol="1" spcCol="215899" anchor="t"/>
          <a:lstStyle/>
          <a:p>
            <a:pPr algn="l">
              <a:lnSpc>
                <a:spcPts val="4900"/>
              </a:lnSpc>
              <a:defRPr sz="3200" b="1" cap="none"/>
            </a:pPr>
            <a:r>
              <a:rPr cap="none">
                <a:solidFill>
                  <a:srgbClr val="000000"/>
                </a:solidFill>
                <a:latin typeface="Glacial Indifference"/>
                <a:ea typeface="Glacial Indifference"/>
                <a:cs typeface="Glacial Indifference"/>
              </a:rPr>
              <a:t>Gastrointestinal</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Mulut: Normal</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Gigi: Lengkap</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Nafsu makan berkurang: Tidak</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Asupan nutrisi: Oral</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Kelainan: Tidak ada</a:t>
            </a:r>
            <a:endParaRPr cap="none">
              <a:solidFill>
                <a:srgbClr val="000000"/>
              </a:solidFill>
              <a:latin typeface="Glacial Indifference"/>
              <a:ea typeface="Glacial Indifference"/>
              <a:cs typeface="Glacial Indifference"/>
            </a:endParaRPr>
          </a:p>
        </p:txBody>
      </p:sp>
      <p:sp>
        <p:nvSpPr>
          <p:cNvPr id="1770431126"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593649454"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1">
    <p:spTree>
      <p:nvGrpSpPr>
        <p:cNvPr id="1" name=""/>
        <p:cNvGrpSpPr/>
        <p:nvPr/>
      </p:nvGrpSpPr>
      <p:grpSpPr bwMode="auto">
        <a:xfrm>
          <a:off x="0" y="0"/>
          <a:ext cx="0" cy="0"/>
          <a:chOff x="0" y="0"/>
          <a:chExt cx="0" cy="0"/>
        </a:xfrm>
      </p:grpSpPr>
      <p:grpSp>
        <p:nvGrpSpPr>
          <p:cNvPr id="131215211"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717946653"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156058266"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820309317"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845692097"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303747599"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595290401"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484968150"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Pemeriksaan fisik</a:t>
            </a:r>
            <a:endParaRPr/>
          </a:p>
        </p:txBody>
      </p:sp>
      <p:sp>
        <p:nvSpPr>
          <p:cNvPr id="1892454159"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25</a:t>
            </a:r>
            <a:endParaRPr/>
          </a:p>
        </p:txBody>
      </p:sp>
      <p:sp>
        <p:nvSpPr>
          <p:cNvPr id="351608999" name="TextBox 17"/>
          <p:cNvSpPr/>
          <p:nvPr/>
        </p:nvSpPr>
        <p:spPr bwMode="auto">
          <a:xfrm>
            <a:off x="8458835" y="2635250"/>
            <a:ext cx="8582660" cy="4978400"/>
          </a:xfrm>
          <a:prstGeom prst="rect">
            <a:avLst/>
          </a:prstGeom>
          <a:noFill/>
          <a:ln>
            <a:noFill/>
          </a:ln>
          <a:effectLst/>
        </p:spPr>
        <p:txBody>
          <a:bodyPr vert="horz" wrap="square" lIns="0" tIns="0" rIns="0" bIns="0" numCol="1" spcCol="215899" anchor="t"/>
          <a:lstStyle/>
          <a:p>
            <a:pPr algn="l">
              <a:lnSpc>
                <a:spcPts val="4900"/>
              </a:lnSpc>
              <a:defRPr sz="3200" b="1" cap="none"/>
            </a:pPr>
            <a:r>
              <a:rPr cap="none">
                <a:solidFill>
                  <a:srgbClr val="000000"/>
                </a:solidFill>
                <a:latin typeface="Glacial Indifference"/>
                <a:ea typeface="Glacial Indifference"/>
                <a:cs typeface="Glacial Indifference"/>
              </a:rPr>
              <a:t>Eliminasi</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Defekasi:</a:t>
            </a:r>
            <a:endParaRPr cap="none">
              <a:solidFill>
                <a:srgbClr val="000000"/>
              </a:solidFill>
              <a:latin typeface="Glacial Indifference"/>
              <a:ea typeface="Glacial Indifference"/>
              <a:cs typeface="Glacial Indifference"/>
            </a:endParaRPr>
          </a:p>
          <a:p>
            <a:pPr marL="899795" lvl="1"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Pengeluaran: Anus, frekuensi 2 kali/hari</a:t>
            </a:r>
            <a:endParaRPr cap="none">
              <a:solidFill>
                <a:srgbClr val="000000"/>
              </a:solidFill>
              <a:latin typeface="Glacial Indifference"/>
              <a:ea typeface="Glacial Indifference"/>
              <a:cs typeface="Glacial Indifference"/>
            </a:endParaRPr>
          </a:p>
          <a:p>
            <a:pPr marL="899795" lvl="1"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Konsistensi: Lunak</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Urin:</a:t>
            </a:r>
            <a:endParaRPr cap="none">
              <a:solidFill>
                <a:srgbClr val="000000"/>
              </a:solidFill>
              <a:latin typeface="Glacial Indifference"/>
              <a:ea typeface="Glacial Indifference"/>
              <a:cs typeface="Glacial Indifference"/>
            </a:endParaRPr>
          </a:p>
          <a:p>
            <a:pPr marL="899795" lvl="1" indent="-360045" algn="l">
              <a:lnSpc>
                <a:spcPts val="4900"/>
              </a:lnSpc>
              <a:buFont typeface="Arial"/>
              <a:buChar char="•"/>
              <a:defRPr sz="3200" cap="none"/>
            </a:pPr>
            <a:r>
              <a:rPr cap="none">
                <a:solidFill>
                  <a:srgbClr val="000000"/>
                </a:solidFill>
                <a:latin typeface="Glacial Indifference"/>
                <a:ea typeface="Glacial Indifference"/>
                <a:cs typeface="Glacial Indifference"/>
              </a:rPr>
              <a:t>Pengeluaran: Spontan, frekuensi 5 kali/hari</a:t>
            </a:r>
            <a:endParaRPr cap="none">
              <a:solidFill>
                <a:srgbClr val="000000"/>
              </a:solidFill>
              <a:latin typeface="Glacial Indifference"/>
              <a:ea typeface="Glacial Indifference"/>
              <a:cs typeface="Glacial Indifference"/>
            </a:endParaRPr>
          </a:p>
          <a:p>
            <a:pPr marL="899795" lvl="1" indent="-360045" algn="l">
              <a:lnSpc>
                <a:spcPts val="4900"/>
              </a:lnSpc>
              <a:buFont typeface="Arial"/>
              <a:buChar char="•"/>
              <a:defRPr sz="3200" cap="none"/>
            </a:pPr>
            <a:r>
              <a:rPr cap="none">
                <a:solidFill>
                  <a:srgbClr val="000000"/>
                </a:solidFill>
                <a:latin typeface="Glacial Indifference"/>
                <a:ea typeface="Glacial Indifference"/>
                <a:cs typeface="Glacial Indifference"/>
              </a:rPr>
              <a:t>Kelainan: Tidak ada</a:t>
            </a:r>
            <a:endParaRPr cap="none">
              <a:solidFill>
                <a:srgbClr val="000000"/>
              </a:solidFill>
              <a:latin typeface="Glacial Indifference"/>
              <a:ea typeface="Glacial Indifference"/>
              <a:cs typeface="Glacial Indifference"/>
            </a:endParaRPr>
          </a:p>
        </p:txBody>
      </p:sp>
      <p:sp>
        <p:nvSpPr>
          <p:cNvPr id="1901878572"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788382734"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2">
    <p:spTree>
      <p:nvGrpSpPr>
        <p:cNvPr id="1" name=""/>
        <p:cNvGrpSpPr/>
        <p:nvPr/>
      </p:nvGrpSpPr>
      <p:grpSpPr bwMode="auto">
        <a:xfrm>
          <a:off x="0" y="0"/>
          <a:ext cx="0" cy="0"/>
          <a:chOff x="0" y="0"/>
          <a:chExt cx="0" cy="0"/>
        </a:xfrm>
      </p:grpSpPr>
      <p:grpSp>
        <p:nvGrpSpPr>
          <p:cNvPr id="1642103865"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640521337" name="TextBox 5"/>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1446522613"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1054015857"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852391055"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433503875"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933840911"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511815693"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Pemeriksaan fisik</a:t>
            </a:r>
            <a:endParaRPr/>
          </a:p>
        </p:txBody>
      </p:sp>
      <p:sp>
        <p:nvSpPr>
          <p:cNvPr id="321726831"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26</a:t>
            </a:r>
            <a:endParaRPr/>
          </a:p>
        </p:txBody>
      </p:sp>
      <p:sp>
        <p:nvSpPr>
          <p:cNvPr id="1705791959" name="TextBox 17"/>
          <p:cNvSpPr/>
          <p:nvPr/>
        </p:nvSpPr>
        <p:spPr bwMode="auto">
          <a:xfrm>
            <a:off x="8458835" y="2326005"/>
            <a:ext cx="8582660" cy="5600700"/>
          </a:xfrm>
          <a:prstGeom prst="rect">
            <a:avLst/>
          </a:prstGeom>
          <a:noFill/>
          <a:ln>
            <a:noFill/>
          </a:ln>
          <a:effectLst/>
        </p:spPr>
        <p:txBody>
          <a:bodyPr vert="horz" wrap="square" lIns="0" tIns="0" rIns="0" bIns="0" numCol="1" spcCol="215899" anchor="t"/>
          <a:lstStyle/>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Integumen</a:t>
            </a:r>
            <a:endParaRPr cap="none">
              <a:solidFill>
                <a:srgbClr val="000000"/>
              </a:solidFill>
              <a:latin typeface="Glacial Indifference"/>
              <a:ea typeface="Glacial Indifference"/>
              <a:cs typeface="Glacial Indifference"/>
            </a:endParaRPr>
          </a:p>
          <a:p>
            <a:pPr marL="899795" lvl="1"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Warna kulit: Normal</a:t>
            </a:r>
            <a:endParaRPr cap="none">
              <a:solidFill>
                <a:srgbClr val="000000"/>
              </a:solidFill>
              <a:latin typeface="Glacial Indifference"/>
              <a:ea typeface="Glacial Indifference"/>
              <a:cs typeface="Glacial Indifference"/>
            </a:endParaRPr>
          </a:p>
          <a:p>
            <a:pPr marL="899795" lvl="1"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Luka: Ada pada wajah, lengan, dan kaki</a:t>
            </a:r>
            <a:endParaRPr cap="none">
              <a:solidFill>
                <a:srgbClr val="000000"/>
              </a:solidFill>
              <a:latin typeface="Glacial Indifference"/>
              <a:ea typeface="Glacial Indifference"/>
              <a:cs typeface="Glacial Indifference"/>
            </a:endParaRPr>
          </a:p>
          <a:p>
            <a:pPr marL="899795" lvl="1"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Kelainan: Tidak ada</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Muskuloskeletal</a:t>
            </a:r>
            <a:endParaRPr cap="none">
              <a:solidFill>
                <a:srgbClr val="000000"/>
              </a:solidFill>
              <a:latin typeface="Glacial Indifference"/>
              <a:ea typeface="Glacial Indifference"/>
              <a:cs typeface="Glacial Indifference"/>
            </a:endParaRPr>
          </a:p>
          <a:p>
            <a:pPr marL="899795" lvl="1"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Pergerakan ekstremitas: Normal</a:t>
            </a:r>
            <a:endParaRPr cap="none">
              <a:solidFill>
                <a:srgbClr val="000000"/>
              </a:solidFill>
              <a:latin typeface="Glacial Indifference"/>
              <a:ea typeface="Glacial Indifference"/>
              <a:cs typeface="Glacial Indifference"/>
            </a:endParaRPr>
          </a:p>
          <a:p>
            <a:pPr marL="899795" lvl="1"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Kelainan tulang: Tidak ada</a:t>
            </a:r>
            <a:endParaRPr cap="none">
              <a:solidFill>
                <a:srgbClr val="000000"/>
              </a:solidFill>
              <a:latin typeface="Glacial Indifference"/>
              <a:ea typeface="Glacial Indifference"/>
              <a:cs typeface="Glacial Indifference"/>
            </a:endParaRPr>
          </a:p>
          <a:p>
            <a:pPr marL="899795" lvl="1" indent="-360045" algn="l">
              <a:lnSpc>
                <a:spcPts val="4900"/>
              </a:lnSpc>
              <a:buFont typeface="Wingdings"/>
              <a:buChar char=""/>
              <a:defRPr sz="3200" cap="none"/>
            </a:pPr>
            <a:r>
              <a:rPr cap="none">
                <a:solidFill>
                  <a:srgbClr val="000000"/>
                </a:solidFill>
                <a:latin typeface="Glacial Indifference"/>
                <a:ea typeface="Glacial Indifference"/>
                <a:cs typeface="Glacial Indifference"/>
              </a:rPr>
              <a:t>Penggunaan alat bantu: Kruk</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Genitaila: Normal</a:t>
            </a:r>
            <a:endParaRPr cap="none">
              <a:solidFill>
                <a:srgbClr val="000000"/>
              </a:solidFill>
              <a:latin typeface="Glacial Indifference"/>
              <a:ea typeface="Glacial Indifference"/>
              <a:cs typeface="Glacial Indifference"/>
            </a:endParaRPr>
          </a:p>
        </p:txBody>
      </p:sp>
      <p:sp>
        <p:nvSpPr>
          <p:cNvPr id="1932098807"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682971649"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3">
    <p:spTree>
      <p:nvGrpSpPr>
        <p:cNvPr id="1" name=""/>
        <p:cNvGrpSpPr/>
        <p:nvPr/>
      </p:nvGrpSpPr>
      <p:grpSpPr bwMode="auto">
        <a:xfrm>
          <a:off x="0" y="0"/>
          <a:ext cx="0" cy="0"/>
          <a:chOff x="0" y="0"/>
          <a:chExt cx="0" cy="0"/>
        </a:xfrm>
      </p:grpSpPr>
      <p:grpSp>
        <p:nvGrpSpPr>
          <p:cNvPr id="984893171"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031940246" name="TextBox 5"/>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2037657507"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642672035"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440988749"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89463681"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1293736934"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967335178" name="TextBox 15"/>
          <p:cNvSpPr/>
          <p:nvPr/>
        </p:nvSpPr>
        <p:spPr bwMode="auto">
          <a:xfrm>
            <a:off x="1497330" y="3028315"/>
            <a:ext cx="4949190" cy="2605404"/>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a:t>
            </a:r>
            <a:r>
              <a:rPr/>
              <a:t>Skrining nyeri</a:t>
            </a:r>
            <a:endParaRPr/>
          </a:p>
        </p:txBody>
      </p:sp>
      <p:sp>
        <p:nvSpPr>
          <p:cNvPr id="1384902813"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27</a:t>
            </a:r>
            <a:endParaRPr/>
          </a:p>
        </p:txBody>
      </p:sp>
      <p:sp>
        <p:nvSpPr>
          <p:cNvPr id="1883103221" name="TextBox 17"/>
          <p:cNvSpPr/>
          <p:nvPr/>
        </p:nvSpPr>
        <p:spPr bwMode="auto">
          <a:xfrm>
            <a:off x="8458835" y="2944495"/>
            <a:ext cx="8582660" cy="4356100"/>
          </a:xfrm>
          <a:prstGeom prst="rect">
            <a:avLst/>
          </a:prstGeom>
          <a:noFill/>
          <a:ln>
            <a:noFill/>
          </a:ln>
          <a:effectLst/>
        </p:spPr>
        <p:txBody>
          <a:bodyPr vert="horz" wrap="square" lIns="0" tIns="0" rIns="0" bIns="0" numCol="1" spcCol="215899" anchor="t"/>
          <a:lstStyle/>
          <a:p>
            <a:pPr algn="l">
              <a:lnSpc>
                <a:spcPts val="4900"/>
              </a:lnSpc>
              <a:defRPr sz="3200" cap="none"/>
            </a:pPr>
            <a:r>
              <a:rPr cap="none">
                <a:solidFill>
                  <a:srgbClr val="000000"/>
                </a:solidFill>
                <a:latin typeface="Glacial Indifference"/>
                <a:ea typeface="Glacial Indifference"/>
                <a:cs typeface="Glacial Indifference"/>
              </a:rPr>
              <a:t>Skala Nyeri – VAS (Visual </a:t>
            </a:r>
            <a:r>
              <a:rPr cap="none">
                <a:solidFill>
                  <a:srgbClr val="000000"/>
                </a:solidFill>
                <a:latin typeface="Glacial Indifference"/>
                <a:ea typeface="Glacial Indifference"/>
                <a:cs typeface="Glacial Indifference"/>
              </a:rPr>
              <a:t>Analogue </a:t>
            </a:r>
            <a:r>
              <a:rPr cap="none">
                <a:solidFill>
                  <a:srgbClr val="000000"/>
                </a:solidFill>
                <a:latin typeface="Glacial Indifference"/>
                <a:ea typeface="Glacial Indifference"/>
                <a:cs typeface="Glacial Indifference"/>
              </a:rPr>
              <a:t>Scale)</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Tingkat VAS: 7 (Nyeri berat)</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Keberadaan rasa nyeri: Ya, skor 6, lokasi pada lengan</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Tipe nyeri: Terus menerus</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Karakteristik nyeri: Lain-lain</a:t>
            </a:r>
            <a:endParaRPr cap="none">
              <a:solidFill>
                <a:srgbClr val="000000"/>
              </a:solidFill>
              <a:latin typeface="Glacial Indifference"/>
              <a:ea typeface="Glacial Indifference"/>
              <a:cs typeface="Glacial Indifference"/>
            </a:endParaRPr>
          </a:p>
          <a:p>
            <a:pPr algn="l">
              <a:lnSpc>
                <a:spcPts val="4900"/>
              </a:lnSpc>
              <a:defRPr sz="3200" cap="none"/>
            </a:pPr>
            <a:r>
              <a:rPr cap="none">
                <a:solidFill>
                  <a:srgbClr val="000000"/>
                </a:solidFill>
                <a:latin typeface="Glacial Indifference"/>
                <a:ea typeface="Glacial Indifference"/>
                <a:cs typeface="Glacial Indifference"/>
              </a:rPr>
              <a:t>Nyeri mempengaruhi: Aktivitas</a:t>
            </a:r>
            <a:endParaRPr cap="none">
              <a:solidFill>
                <a:srgbClr val="000000"/>
              </a:solidFill>
              <a:latin typeface="Glacial Indifference"/>
              <a:ea typeface="Glacial Indifference"/>
              <a:cs typeface="Glacial Indifference"/>
            </a:endParaRPr>
          </a:p>
        </p:txBody>
      </p:sp>
      <p:sp>
        <p:nvSpPr>
          <p:cNvPr id="634849112"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501507584"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4">
    <p:bg>
      <p:bgPr shadeToTitle="0">
        <a:solidFill>
          <a:srgbClr val="5DA295"/>
        </a:solidFill>
      </p:bgPr>
    </p:bg>
    <p:spTree>
      <p:nvGrpSpPr>
        <p:cNvPr id="1" name=""/>
        <p:cNvGrpSpPr/>
        <p:nvPr/>
      </p:nvGrpSpPr>
      <p:grpSpPr bwMode="auto">
        <a:xfrm>
          <a:off x="0" y="0"/>
          <a:ext cx="0" cy="0"/>
          <a:chOff x="0" y="0"/>
          <a:chExt cx="0" cy="0"/>
        </a:xfrm>
      </p:grpSpPr>
      <p:grpSp>
        <p:nvGrpSpPr>
          <p:cNvPr id="965904007"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309462693"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971653916"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28</a:t>
            </a:r>
            <a:endParaRPr/>
          </a:p>
        </p:txBody>
      </p:sp>
      <p:sp>
        <p:nvSpPr>
          <p:cNvPr id="1324748764"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714305540"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301478889"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801205254"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1503057890"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871783897"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sp>
        <p:nvSpPr>
          <p:cNvPr id="2065518167" name="Freeform 15"/>
          <p:cNvSpPr/>
          <p:nvPr/>
        </p:nvSpPr>
        <p:spPr bwMode="auto">
          <a:xfrm>
            <a:off x="3079115" y="2648585"/>
            <a:ext cx="12129770" cy="6010910"/>
          </a:xfrm>
          <a:custGeom>
            <a:avLst/>
            <a:gdLst/>
            <a:ahLst/>
            <a:cxnLst/>
            <a:rect l="0" t="0" r="12129770" b="6010910"/>
            <a:pathLst>
              <a:path w="12129770" h="6010910" fill="norm" stroke="1" extrusionOk="0">
                <a:moveTo>
                  <a:pt x="0" y="0"/>
                </a:moveTo>
                <a:lnTo>
                  <a:pt x="12129770" y="0"/>
                </a:lnTo>
                <a:lnTo>
                  <a:pt x="12129770" y="6010910"/>
                </a:lnTo>
                <a:lnTo>
                  <a:pt x="0" y="6010910"/>
                </a:lnTo>
                <a:lnTo>
                  <a:pt x="0" y="0"/>
                </a:lnTo>
                <a:close/>
              </a:path>
            </a:pathLst>
          </a:custGeom>
          <a:blipFill>
            <a:blip r:embed="rId8"/>
            <a:srcRect l="0" t="28773" r="0" b="48354"/>
            <a:stretch/>
          </a:blipFill>
          <a:ln>
            <a:noFill/>
          </a:ln>
          <a:effectLst/>
        </p:spPr>
      </p:sp>
      <p:sp>
        <p:nvSpPr>
          <p:cNvPr id="863262714" name="TextBox 16"/>
          <p:cNvSpPr/>
          <p:nvPr/>
        </p:nvSpPr>
        <p:spPr bwMode="auto">
          <a:xfrm>
            <a:off x="1028700" y="1532255"/>
            <a:ext cx="16230600" cy="85280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Status Fungsional</a:t>
            </a:r>
            <a:endParaRPr/>
          </a:p>
        </p:txBody>
      </p:sp>
      <p:sp>
        <p:nvSpPr>
          <p:cNvPr id="1266815220" name="TextBox 17"/>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5">
    <p:bg>
      <p:bgPr shadeToTitle="0">
        <a:solidFill>
          <a:srgbClr val="5DA295"/>
        </a:solidFill>
      </p:bgPr>
    </p:bg>
    <p:spTree>
      <p:nvGrpSpPr>
        <p:cNvPr id="1" name=""/>
        <p:cNvGrpSpPr/>
        <p:nvPr/>
      </p:nvGrpSpPr>
      <p:grpSpPr bwMode="auto">
        <a:xfrm>
          <a:off x="0" y="0"/>
          <a:ext cx="0" cy="0"/>
          <a:chOff x="0" y="0"/>
          <a:chExt cx="0" cy="0"/>
        </a:xfrm>
      </p:grpSpPr>
      <p:grpSp>
        <p:nvGrpSpPr>
          <p:cNvPr id="883055550"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6760401"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110148123"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29</a:t>
            </a:r>
            <a:endParaRPr/>
          </a:p>
        </p:txBody>
      </p:sp>
      <p:sp>
        <p:nvSpPr>
          <p:cNvPr id="642475062"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868289216"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1331260362"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651454988"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369287054"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2070237653"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sp>
        <p:nvSpPr>
          <p:cNvPr id="488872526" name="Freeform 15"/>
          <p:cNvSpPr/>
          <p:nvPr/>
        </p:nvSpPr>
        <p:spPr bwMode="auto">
          <a:xfrm>
            <a:off x="3079115" y="2919730"/>
            <a:ext cx="12129770" cy="5307965"/>
          </a:xfrm>
          <a:custGeom>
            <a:avLst/>
            <a:gdLst/>
            <a:ahLst/>
            <a:cxnLst/>
            <a:rect l="0" t="0" r="12129770" b="5307965"/>
            <a:pathLst>
              <a:path w="12129770" h="5307965" fill="norm" stroke="1" extrusionOk="0">
                <a:moveTo>
                  <a:pt x="0" y="0"/>
                </a:moveTo>
                <a:lnTo>
                  <a:pt x="12129770" y="0"/>
                </a:lnTo>
                <a:lnTo>
                  <a:pt x="12129770" y="5307966"/>
                </a:lnTo>
                <a:lnTo>
                  <a:pt x="0" y="5307966"/>
                </a:lnTo>
                <a:lnTo>
                  <a:pt x="0" y="0"/>
                </a:lnTo>
                <a:close/>
              </a:path>
            </a:pathLst>
          </a:custGeom>
          <a:blipFill>
            <a:blip r:embed="rId8"/>
            <a:srcRect l="0" t="53937" r="0" b="25866"/>
            <a:stretch/>
          </a:blipFill>
          <a:ln>
            <a:noFill/>
          </a:ln>
          <a:effectLst/>
        </p:spPr>
      </p:sp>
      <p:sp>
        <p:nvSpPr>
          <p:cNvPr id="1567392719" name="TextBox 16"/>
          <p:cNvSpPr/>
          <p:nvPr/>
        </p:nvSpPr>
        <p:spPr bwMode="auto">
          <a:xfrm>
            <a:off x="1028700" y="1964055"/>
            <a:ext cx="16230600" cy="85280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a:t>
            </a:r>
            <a:r>
              <a:rPr/>
              <a:t>Skrining Gizi</a:t>
            </a:r>
            <a:endParaRPr/>
          </a:p>
        </p:txBody>
      </p:sp>
      <p:sp>
        <p:nvSpPr>
          <p:cNvPr id="1212140248" name="TextBox 17"/>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6">
    <p:spTree>
      <p:nvGrpSpPr>
        <p:cNvPr id="1" name=""/>
        <p:cNvGrpSpPr/>
        <p:nvPr/>
      </p:nvGrpSpPr>
      <p:grpSpPr bwMode="auto">
        <a:xfrm>
          <a:off x="0" y="0"/>
          <a:ext cx="0" cy="0"/>
          <a:chOff x="0" y="0"/>
          <a:chExt cx="0" cy="0"/>
        </a:xfrm>
      </p:grpSpPr>
      <p:grpSp>
        <p:nvGrpSpPr>
          <p:cNvPr id="1839530380"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740952675" name="TextBox 5"/>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467854965"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310648773"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339965650"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260625000"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822386020"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1618170986"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Data Penunjang</a:t>
            </a:r>
            <a:endParaRPr/>
          </a:p>
        </p:txBody>
      </p:sp>
      <p:sp>
        <p:nvSpPr>
          <p:cNvPr id="843209386"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30</a:t>
            </a:r>
            <a:endParaRPr/>
          </a:p>
        </p:txBody>
      </p:sp>
      <p:sp>
        <p:nvSpPr>
          <p:cNvPr id="567130465" name="TextBox 17"/>
          <p:cNvSpPr/>
          <p:nvPr/>
        </p:nvSpPr>
        <p:spPr bwMode="auto">
          <a:xfrm>
            <a:off x="8458835" y="2326005"/>
            <a:ext cx="8582660" cy="5600700"/>
          </a:xfrm>
          <a:prstGeom prst="rect">
            <a:avLst/>
          </a:prstGeom>
          <a:noFill/>
          <a:ln>
            <a:noFill/>
          </a:ln>
          <a:effectLst/>
        </p:spPr>
        <p:txBody>
          <a:bodyPr vert="horz" wrap="square" lIns="0" tIns="0" rIns="0" bIns="0" numCol="1" spcCol="215899" anchor="t"/>
          <a:lstStyle/>
          <a:p>
            <a:pPr algn="l">
              <a:lnSpc>
                <a:spcPts val="4900"/>
              </a:lnSpc>
              <a:defRPr sz="3200" cap="none">
                <a:solidFill>
                  <a:srgbClr val="000000"/>
                </a:solidFill>
                <a:latin typeface="Glacial Indifference"/>
                <a:ea typeface="Glacial Indifference"/>
                <a:cs typeface="Glacial Indifference"/>
              </a:defRPr>
            </a:pPr>
            <a:r>
              <a:rPr/>
              <a:t>Rontgen </a:t>
            </a:r>
            <a:r>
              <a:rPr/>
              <a:t>thorax (+)</a:t>
            </a:r>
            <a:endParaRPr/>
          </a:p>
          <a:p>
            <a:pPr algn="l">
              <a:lnSpc>
                <a:spcPts val="4900"/>
              </a:lnSpc>
              <a:defRPr sz="3200" cap="none">
                <a:solidFill>
                  <a:srgbClr val="000000"/>
                </a:solidFill>
                <a:latin typeface="Glacial Indifference"/>
                <a:ea typeface="Glacial Indifference"/>
                <a:cs typeface="Glacial Indifference"/>
              </a:defRPr>
            </a:pPr>
            <a:r>
              <a:rPr/>
              <a:t>Humerus </a:t>
            </a:r>
            <a:r>
              <a:rPr/>
              <a:t>AP lateral (+)</a:t>
            </a:r>
            <a:endParaRPr/>
          </a:p>
          <a:p>
            <a:pPr algn="l">
              <a:lnSpc>
                <a:spcPts val="4900"/>
              </a:lnSpc>
              <a:defRPr sz="3200" cap="none">
                <a:solidFill>
                  <a:srgbClr val="000000"/>
                </a:solidFill>
                <a:latin typeface="Glacial Indifference"/>
                <a:ea typeface="Glacial Indifference"/>
                <a:cs typeface="Glacial Indifference"/>
              </a:defRPr>
            </a:pPr>
            <a:r>
              <a:rPr/>
              <a:t>CT </a:t>
            </a:r>
            <a:r>
              <a:rPr/>
              <a:t>scan kepala (+)</a:t>
            </a:r>
            <a:endParaRPr/>
          </a:p>
          <a:p>
            <a:pPr algn="l">
              <a:lnSpc>
                <a:spcPts val="4900"/>
              </a:lnSpc>
              <a:defRPr sz="3200" cap="none">
                <a:solidFill>
                  <a:srgbClr val="000000"/>
                </a:solidFill>
                <a:latin typeface="Glacial Indifference"/>
                <a:ea typeface="Glacial Indifference"/>
                <a:cs typeface="Glacial Indifference"/>
              </a:defRPr>
            </a:pPr>
            <a:r>
              <a:rPr/>
              <a:t>Veterbrata </a:t>
            </a:r>
            <a:r>
              <a:rPr/>
              <a:t>lumbo </a:t>
            </a:r>
            <a:r>
              <a:rPr/>
              <a:t>sacral  </a:t>
            </a:r>
            <a:r>
              <a:rPr/>
              <a:t>AP lateral (+)</a:t>
            </a:r>
            <a:endParaRPr/>
          </a:p>
          <a:p>
            <a:pPr algn="l">
              <a:lnSpc>
                <a:spcPts val="4900"/>
              </a:lnSpc>
              <a:defRPr sz="3200" cap="none">
                <a:solidFill>
                  <a:srgbClr val="000000"/>
                </a:solidFill>
                <a:latin typeface="Glacial Indifference"/>
                <a:ea typeface="Glacial Indifference"/>
                <a:cs typeface="Glacial Indifference"/>
              </a:defRPr>
            </a:pPr>
            <a:r>
              <a:rPr/>
              <a:t>Veterbrata </a:t>
            </a:r>
            <a:r>
              <a:rPr/>
              <a:t>cervical </a:t>
            </a:r>
            <a:r>
              <a:rPr/>
              <a:t>AP lateral (+)</a:t>
            </a:r>
            <a:endParaRPr/>
          </a:p>
          <a:p>
            <a:pPr algn="l">
              <a:lnSpc>
                <a:spcPts val="4900"/>
              </a:lnSpc>
              <a:defRPr sz="3200" cap="none">
                <a:solidFill>
                  <a:srgbClr val="000000"/>
                </a:solidFill>
                <a:latin typeface="Glacial Indifference"/>
                <a:ea typeface="Glacial Indifference"/>
                <a:cs typeface="Glacial Indifference"/>
              </a:defRPr>
            </a:pPr>
            <a:r>
              <a:rPr/>
              <a:t>Elbow </a:t>
            </a:r>
            <a:r>
              <a:rPr/>
              <a:t>joint </a:t>
            </a:r>
            <a:r>
              <a:rPr/>
              <a:t>AP lateral (+)</a:t>
            </a:r>
            <a:endParaRPr/>
          </a:p>
          <a:p>
            <a:pPr algn="l">
              <a:lnSpc>
                <a:spcPts val="4900"/>
              </a:lnSpc>
              <a:defRPr sz="3200" cap="none">
                <a:solidFill>
                  <a:srgbClr val="000000"/>
                </a:solidFill>
                <a:latin typeface="Glacial Indifference"/>
                <a:ea typeface="Glacial Indifference"/>
                <a:cs typeface="Glacial Indifference"/>
              </a:defRPr>
            </a:pPr>
            <a:r>
              <a:rPr/>
              <a:t>Shoulder </a:t>
            </a:r>
            <a:r>
              <a:rPr/>
              <a:t>AP lateral (+)</a:t>
            </a:r>
            <a:endParaRPr/>
          </a:p>
          <a:p>
            <a:pPr algn="l">
              <a:lnSpc>
                <a:spcPts val="4900"/>
              </a:lnSpc>
              <a:defRPr sz="3200" cap="none">
                <a:solidFill>
                  <a:srgbClr val="000000"/>
                </a:solidFill>
                <a:latin typeface="Glacial Indifference"/>
                <a:ea typeface="Glacial Indifference"/>
                <a:cs typeface="Glacial Indifference"/>
              </a:defRPr>
            </a:pPr>
            <a:r>
              <a:rPr/>
              <a:t>Elbow </a:t>
            </a:r>
            <a:r>
              <a:rPr/>
              <a:t>dextran (+)</a:t>
            </a:r>
            <a:endParaRPr/>
          </a:p>
          <a:p>
            <a:pPr algn="l">
              <a:lnSpc>
                <a:spcPts val="4900"/>
              </a:lnSpc>
              <a:defRPr sz="3200" cap="none">
                <a:solidFill>
                  <a:srgbClr val="000000"/>
                </a:solidFill>
                <a:latin typeface="Glacial Indifference"/>
                <a:ea typeface="Glacial Indifference"/>
                <a:cs typeface="Glacial Indifference"/>
              </a:defRPr>
            </a:pPr>
            <a:r>
              <a:rPr/>
              <a:t>X-ray </a:t>
            </a:r>
            <a:r>
              <a:rPr/>
              <a:t>elbow </a:t>
            </a:r>
            <a:r>
              <a:rPr/>
              <a:t>dextran </a:t>
            </a:r>
            <a:r>
              <a:rPr/>
              <a:t>AP lateral</a:t>
            </a:r>
            <a:endParaRPr/>
          </a:p>
        </p:txBody>
      </p:sp>
      <p:sp>
        <p:nvSpPr>
          <p:cNvPr id="514571428"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811363484"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7">
    <p:spTree>
      <p:nvGrpSpPr>
        <p:cNvPr id="1" name=""/>
        <p:cNvGrpSpPr/>
        <p:nvPr/>
      </p:nvGrpSpPr>
      <p:grpSpPr bwMode="auto">
        <a:xfrm>
          <a:off x="0" y="0"/>
          <a:ext cx="0" cy="0"/>
          <a:chOff x="0" y="0"/>
          <a:chExt cx="0" cy="0"/>
        </a:xfrm>
      </p:grpSpPr>
      <p:grpSp>
        <p:nvGrpSpPr>
          <p:cNvPr id="1596394622" name="Group 2"/>
          <p:cNvGrpSpPr/>
          <p:nvPr/>
        </p:nvGrpSpPr>
        <p:grpSpPr bwMode="auto">
          <a:xfrm>
            <a:off x="0" y="0"/>
            <a:ext cx="18288000" cy="213360"/>
            <a:chOff x="0" y="0"/>
            <a:chExt cx="18288000" cy="213360"/>
          </a:xfrm>
        </p:grpSpPr>
        <p:sp>
          <p:nvSpPr>
            <p:cNvPr id="4" name="Freeform 3"/>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3" name="TextBox 4"/>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083310426" name="TextBox 5"/>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a:t>
            </a:r>
            <a:endParaRPr/>
          </a:p>
        </p:txBody>
      </p:sp>
      <p:sp>
        <p:nvSpPr>
          <p:cNvPr id="369874648" name="Freeform 6"/>
          <p:cNvSpPr/>
          <p:nvPr/>
        </p:nvSpPr>
        <p:spPr bwMode="auto">
          <a:xfrm>
            <a:off x="3695700" y="8016240"/>
            <a:ext cx="3905250" cy="4114800"/>
          </a:xfrm>
          <a:custGeom>
            <a:avLst/>
            <a:gdLst/>
            <a:ahLst/>
            <a:cxnLst/>
            <a:rect l="0" t="0" r="3905250" b="4114800"/>
            <a:pathLst>
              <a:path w="3905250" h="4114800" fill="norm" stroke="1" extrusionOk="0">
                <a:moveTo>
                  <a:pt x="0" y="0"/>
                </a:moveTo>
                <a:lnTo>
                  <a:pt x="3905250" y="0"/>
                </a:lnTo>
                <a:lnTo>
                  <a:pt x="3905250" y="4114800"/>
                </a:lnTo>
                <a:lnTo>
                  <a:pt x="0" y="4114800"/>
                </a:lnTo>
                <a:lnTo>
                  <a:pt x="0" y="0"/>
                </a:lnTo>
                <a:close/>
              </a:path>
            </a:pathLst>
          </a:custGeom>
          <a:blipFill>
            <a:blip r:embed="rId3"/>
            <a:stretch/>
          </a:blipFill>
          <a:ln>
            <a:noFill/>
          </a:ln>
          <a:effectLst/>
        </p:spPr>
      </p:sp>
      <p:grpSp>
        <p:nvGrpSpPr>
          <p:cNvPr id="574330573" name="Group 7"/>
          <p:cNvGrpSpPr/>
          <p:nvPr/>
        </p:nvGrpSpPr>
        <p:grpSpPr bwMode="auto">
          <a:xfrm>
            <a:off x="0" y="10073640"/>
            <a:ext cx="18288000" cy="213360"/>
            <a:chOff x="0" y="10073640"/>
            <a:chExt cx="18288000" cy="213360"/>
          </a:xfrm>
        </p:grpSpPr>
        <p:sp>
          <p:nvSpPr>
            <p:cNvPr id="9" name="Freeform 8"/>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8" name="TextBox 9"/>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235938153" name="Group 10"/>
          <p:cNvGrpSpPr/>
          <p:nvPr/>
        </p:nvGrpSpPr>
        <p:grpSpPr bwMode="auto">
          <a:xfrm>
            <a:off x="7600950" y="2334260"/>
            <a:ext cx="10687050" cy="5618480"/>
            <a:chOff x="7600950" y="2334260"/>
            <a:chExt cx="10687050" cy="5618480"/>
          </a:xfrm>
        </p:grpSpPr>
        <p:sp>
          <p:nvSpPr>
            <p:cNvPr id="12" name="Freeform 11"/>
            <p:cNvSpPr/>
            <p:nvPr/>
          </p:nvSpPr>
          <p:spPr bwMode="auto">
            <a:xfrm>
              <a:off x="7600950" y="2334260"/>
              <a:ext cx="10687050" cy="5618480"/>
            </a:xfrm>
            <a:custGeom>
              <a:avLst/>
              <a:gdLst/>
              <a:ahLst/>
              <a:cxnLst/>
              <a:rect l="0" t="0" r="10687050" b="5618480"/>
              <a:pathLst>
                <a:path w="10687050" h="5618480" fill="norm" stroke="1" extrusionOk="0">
                  <a:moveTo>
                    <a:pt x="0" y="0"/>
                  </a:moveTo>
                  <a:lnTo>
                    <a:pt x="10687050" y="0"/>
                  </a:lnTo>
                  <a:lnTo>
                    <a:pt x="10687050" y="5618480"/>
                  </a:lnTo>
                  <a:lnTo>
                    <a:pt x="0" y="5618480"/>
                  </a:lnTo>
                  <a:close/>
                </a:path>
              </a:pathLst>
            </a:custGeom>
            <a:solidFill>
              <a:srgbClr val="BFDDD2"/>
            </a:solidFill>
            <a:ln>
              <a:noFill/>
            </a:ln>
            <a:effectLst/>
          </p:spPr>
        </p:sp>
        <p:sp>
          <p:nvSpPr>
            <p:cNvPr id="11" name="TextBox 12"/>
            <p:cNvSpPr/>
            <p:nvPr/>
          </p:nvSpPr>
          <p:spPr bwMode="auto">
            <a:xfrm>
              <a:off x="7600950" y="2189480"/>
              <a:ext cx="10687050" cy="576326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813028813" name="Freeform 13"/>
          <p:cNvSpPr/>
          <p:nvPr/>
        </p:nvSpPr>
        <p:spPr bwMode="auto">
          <a:xfrm>
            <a:off x="16182340" y="758190"/>
            <a:ext cx="3675380" cy="3675380"/>
          </a:xfrm>
          <a:custGeom>
            <a:avLst/>
            <a:gdLst/>
            <a:ahLst/>
            <a:cxnLst/>
            <a:rect l="0" t="0" r="3675380" b="3675380"/>
            <a:pathLst>
              <a:path w="3675380" h="3675380" fill="norm" stroke="1" extrusionOk="0">
                <a:moveTo>
                  <a:pt x="0" y="0"/>
                </a:moveTo>
                <a:lnTo>
                  <a:pt x="3675380" y="0"/>
                </a:lnTo>
                <a:lnTo>
                  <a:pt x="3675380" y="3675380"/>
                </a:lnTo>
                <a:lnTo>
                  <a:pt x="0" y="3675380"/>
                </a:lnTo>
                <a:lnTo>
                  <a:pt x="0" y="0"/>
                </a:lnTo>
                <a:close/>
              </a:path>
            </a:pathLst>
          </a:custGeom>
          <a:blipFill>
            <a:blip r:embed="rId4"/>
            <a:stretch/>
          </a:blipFill>
          <a:ln>
            <a:noFill/>
          </a:ln>
          <a:effectLst/>
        </p:spPr>
      </p:sp>
      <p:sp>
        <p:nvSpPr>
          <p:cNvPr id="1891288322" name="Freeform 14"/>
          <p:cNvSpPr/>
          <p:nvPr/>
        </p:nvSpPr>
        <p:spPr bwMode="auto">
          <a:xfrm>
            <a:off x="2484755" y="6805295"/>
            <a:ext cx="1210945" cy="1210945"/>
          </a:xfrm>
          <a:custGeom>
            <a:avLst/>
            <a:gdLst/>
            <a:ahLst/>
            <a:cxnLst/>
            <a:rect l="0" t="0" r="1210945" b="1210945"/>
            <a:pathLst>
              <a:path w="1210945" h="1210945" fill="norm" stroke="1" extrusionOk="0">
                <a:moveTo>
                  <a:pt x="0" y="0"/>
                </a:moveTo>
                <a:lnTo>
                  <a:pt x="1210946" y="0"/>
                </a:lnTo>
                <a:lnTo>
                  <a:pt x="1210946" y="1210946"/>
                </a:lnTo>
                <a:lnTo>
                  <a:pt x="0" y="1210946"/>
                </a:lnTo>
                <a:lnTo>
                  <a:pt x="0" y="0"/>
                </a:lnTo>
                <a:close/>
              </a:path>
            </a:pathLst>
          </a:custGeom>
          <a:blipFill>
            <a:blip r:embed="rId5"/>
            <a:stretch/>
          </a:blipFill>
          <a:ln>
            <a:noFill/>
          </a:ln>
          <a:effectLst/>
        </p:spPr>
      </p:sp>
      <p:sp>
        <p:nvSpPr>
          <p:cNvPr id="2042448779" name="TextBox 15"/>
          <p:cNvSpPr/>
          <p:nvPr/>
        </p:nvSpPr>
        <p:spPr bwMode="auto">
          <a:xfrm>
            <a:off x="1497330" y="3028315"/>
            <a:ext cx="4949190" cy="3472180"/>
          </a:xfrm>
          <a:prstGeom prst="rect">
            <a:avLst/>
          </a:prstGeom>
          <a:noFill/>
          <a:ln>
            <a:noFill/>
          </a:ln>
          <a:effectLst/>
        </p:spPr>
        <p:txBody>
          <a:bodyPr vert="horz" wrap="square" lIns="0" tIns="0" rIns="0" bIns="0" numCol="1" spcCol="215899" anchor="t"/>
          <a:lstStyle/>
          <a:p>
            <a:pPr algn="l">
              <a:lnSpc>
                <a:spcPts val="6840"/>
              </a:lnSpc>
              <a:defRPr sz="5400" b="1" cap="none">
                <a:solidFill>
                  <a:srgbClr val="000000"/>
                </a:solidFill>
                <a:latin typeface="Glacial Indifference"/>
                <a:ea typeface="Glacial Indifference"/>
                <a:cs typeface="Glacial Indifference"/>
              </a:defRPr>
            </a:pPr>
            <a:r>
              <a:rPr/>
              <a:t>Proses Keperawatan: </a:t>
            </a:r>
            <a:r>
              <a:rPr/>
              <a:t>Diagnosa Keperawatan</a:t>
            </a:r>
            <a:endParaRPr/>
          </a:p>
        </p:txBody>
      </p:sp>
      <p:sp>
        <p:nvSpPr>
          <p:cNvPr id="1764415366" name="TextBox 16"/>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31</a:t>
            </a:r>
            <a:endParaRPr/>
          </a:p>
        </p:txBody>
      </p:sp>
      <p:sp>
        <p:nvSpPr>
          <p:cNvPr id="691184977" name="TextBox 17"/>
          <p:cNvSpPr/>
          <p:nvPr/>
        </p:nvSpPr>
        <p:spPr bwMode="auto">
          <a:xfrm>
            <a:off x="8458835" y="2944495"/>
            <a:ext cx="8582660" cy="4356100"/>
          </a:xfrm>
          <a:prstGeom prst="rect">
            <a:avLst/>
          </a:prstGeom>
          <a:noFill/>
          <a:ln>
            <a:noFill/>
          </a:ln>
          <a:effectLst/>
        </p:spPr>
        <p:txBody>
          <a:bodyPr vert="horz" wrap="square" lIns="0" tIns="0" rIns="0" bIns="0" numCol="1" spcCol="215899" anchor="t"/>
          <a:lstStyle/>
          <a:p>
            <a:pPr algn="l">
              <a:lnSpc>
                <a:spcPts val="4900"/>
              </a:lnSpc>
              <a:defRPr sz="3200" cap="none"/>
            </a:pPr>
            <a:r>
              <a:rPr cap="none">
                <a:solidFill>
                  <a:srgbClr val="000000"/>
                </a:solidFill>
                <a:latin typeface="Glacial Indifference"/>
                <a:ea typeface="Glacial Indifference"/>
                <a:cs typeface="Glacial Indifference"/>
              </a:rPr>
              <a:t>Diagnosa </a:t>
            </a:r>
            <a:r>
              <a:rPr cap="none">
                <a:solidFill>
                  <a:srgbClr val="000000"/>
                </a:solidFill>
                <a:latin typeface="Glacial Indifference"/>
                <a:ea typeface="Glacial Indifference"/>
                <a:cs typeface="Glacial Indifference"/>
              </a:rPr>
              <a:t>diurutkan sesuai prioritas</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Nyeri akut </a:t>
            </a:r>
            <a:r>
              <a:rPr cap="none">
                <a:solidFill>
                  <a:srgbClr val="000000"/>
                </a:solidFill>
                <a:latin typeface="Glacial Indifference"/>
                <a:ea typeface="Glacial Indifference"/>
                <a:cs typeface="Glacial Indifference"/>
              </a:rPr>
              <a:t>b.d. trauma jaringan </a:t>
            </a:r>
            <a:r>
              <a:rPr cap="none">
                <a:solidFill>
                  <a:srgbClr val="000000"/>
                </a:solidFill>
                <a:latin typeface="Glacial Indifference"/>
                <a:ea typeface="Glacial Indifference"/>
                <a:cs typeface="Glacial Indifference"/>
              </a:rPr>
              <a:t>post-operative</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Hambatan mobilisasi fisik </a:t>
            </a:r>
            <a:r>
              <a:rPr cap="none">
                <a:solidFill>
                  <a:srgbClr val="000000"/>
                </a:solidFill>
                <a:latin typeface="Glacial Indifference"/>
                <a:ea typeface="Glacial Indifference"/>
                <a:cs typeface="Glacial Indifference"/>
              </a:rPr>
              <a:t>b.d. kerusakan rangka </a:t>
            </a:r>
            <a:r>
              <a:rPr cap="none">
                <a:solidFill>
                  <a:srgbClr val="000000"/>
                </a:solidFill>
                <a:latin typeface="Glacial Indifference"/>
                <a:ea typeface="Glacial Indifference"/>
                <a:cs typeface="Glacial Indifference"/>
              </a:rPr>
              <a:t>neuromuscular, nyeri, terapi restriktif (imobilisasi)</a:t>
            </a:r>
            <a:endParaRPr cap="none">
              <a:solidFill>
                <a:srgbClr val="000000"/>
              </a:solidFill>
              <a:latin typeface="Glacial Indifference"/>
              <a:ea typeface="Glacial Indifference"/>
              <a:cs typeface="Glacial Indifference"/>
            </a:endParaRPr>
          </a:p>
          <a:p>
            <a:pPr marL="539750" indent="-360045" algn="l">
              <a:lnSpc>
                <a:spcPts val="4900"/>
              </a:lnSpc>
              <a:buFont typeface="Arial"/>
              <a:buChar char="•"/>
              <a:defRPr sz="3200" cap="none"/>
            </a:pPr>
            <a:r>
              <a:rPr cap="none">
                <a:solidFill>
                  <a:srgbClr val="000000"/>
                </a:solidFill>
                <a:latin typeface="Glacial Indifference"/>
                <a:ea typeface="Glacial Indifference"/>
                <a:cs typeface="Glacial Indifference"/>
              </a:rPr>
              <a:t>Risiko infeksi </a:t>
            </a:r>
            <a:r>
              <a:rPr cap="none">
                <a:solidFill>
                  <a:srgbClr val="000000"/>
                </a:solidFill>
                <a:latin typeface="Glacial Indifference"/>
                <a:ea typeface="Glacial Indifference"/>
                <a:cs typeface="Glacial Indifference"/>
              </a:rPr>
              <a:t>b.d. tindakan </a:t>
            </a:r>
            <a:r>
              <a:rPr cap="none">
                <a:solidFill>
                  <a:srgbClr val="000000"/>
                </a:solidFill>
                <a:latin typeface="Glacial Indifference"/>
                <a:ea typeface="Glacial Indifference"/>
                <a:cs typeface="Glacial Indifference"/>
              </a:rPr>
              <a:t>invasif</a:t>
            </a:r>
            <a:endParaRPr cap="none">
              <a:solidFill>
                <a:srgbClr val="000000"/>
              </a:solidFill>
              <a:latin typeface="Glacial Indifference"/>
              <a:ea typeface="Glacial Indifference"/>
              <a:cs typeface="Glacial Indifference"/>
            </a:endParaRPr>
          </a:p>
        </p:txBody>
      </p:sp>
      <p:sp>
        <p:nvSpPr>
          <p:cNvPr id="1865839302" name="AutoShape 18"/>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7487377" name="Freeform 19"/>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6"/>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Proses Keperawatan 18">
    <p:bg>
      <p:bgPr shadeToTitle="0">
        <a:solidFill>
          <a:srgbClr val="5DA295"/>
        </a:solidFill>
      </p:bgPr>
    </p:bg>
    <p:spTree>
      <p:nvGrpSpPr>
        <p:cNvPr id="1" name=""/>
        <p:cNvGrpSpPr/>
        <p:nvPr/>
      </p:nvGrpSpPr>
      <p:grpSpPr bwMode="auto">
        <a:xfrm>
          <a:off x="0" y="0"/>
          <a:ext cx="0" cy="0"/>
          <a:chOff x="0" y="0"/>
          <a:chExt cx="0" cy="0"/>
        </a:xfrm>
      </p:grpSpPr>
      <p:grpSp>
        <p:nvGrpSpPr>
          <p:cNvPr id="3485754"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924225403"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2040826912"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32</a:t>
            </a:r>
            <a:endParaRPr/>
          </a:p>
        </p:txBody>
      </p:sp>
      <p:sp>
        <p:nvSpPr>
          <p:cNvPr id="623909122"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996083018"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784875796"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297358323"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1078498954"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1309713178"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1580950373" name=""/>
          <p:cNvGraphicFramePr>
            <a:graphicFrameLocks xmlns:a="http://schemas.openxmlformats.org/drawingml/2006/main" noGrp="1"/>
          </p:cNvGraphicFramePr>
          <p:nvPr/>
        </p:nvGraphicFramePr>
        <p:xfrm>
          <a:off x="1028700" y="2933699"/>
          <a:ext cx="16230600" cy="5921375"/>
        </p:xfrm>
        <a:graphic>
          <a:graphicData uri="http://schemas.openxmlformats.org/drawingml/2006/table">
            <a:tbl>
              <a:tblPr firstRow="0" firstCol="0" lastRow="0" lastCol="0" bandRow="0" bandCol="0">
                <a:noFill/>
              </a:tblPr>
              <a:tblGrid>
                <a:gridCol w="5102860"/>
                <a:gridCol w="6405880"/>
                <a:gridCol w="4721860"/>
              </a:tblGrid>
              <a:tr h="853440">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Diagnosa Keperawatan</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solidFill>
                            <a:srgbClr val="FFFFFF"/>
                          </a:solidFill>
                          <a:latin typeface="Glacial Indifference"/>
                          <a:ea typeface="Glacial Indifference"/>
                          <a:cs typeface="Glacial Indifference"/>
                        </a:defRPr>
                      </a:pPr>
                      <a:r>
                        <a:rPr/>
                        <a:t>Tujuan dan Kriteria Hasil</a:t>
                      </a:r>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Rencana Tindakan</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4652010">
                <a:tc>
                  <a:txBody>
                    <a:bodyPr/>
                    <a:p>
                      <a:pPr marL="0" marR="0" indent="0" algn="l">
                        <a:lnSpc>
                          <a:spcPts val="3355"/>
                        </a:lnSpc>
                        <a:buNone/>
                        <a:defRPr sz="2400" cap="none">
                          <a:latin typeface="Glacial Indifference"/>
                          <a:ea typeface="Glacial Indifference"/>
                          <a:cs typeface="Glacial Indifference"/>
                        </a:defRPr>
                      </a:pPr>
                      <a:r>
                        <a:rPr cap="none">
                          <a:solidFill>
                            <a:srgbClr val="E4E4E4"/>
                          </a:solidFill>
                        </a:rPr>
                        <a:t>Nyeri akut </a:t>
                      </a:r>
                      <a:r>
                        <a:rPr cap="none">
                          <a:solidFill>
                            <a:srgbClr val="E4E4E4"/>
                          </a:solidFill>
                        </a:rPr>
                        <a:t>b.d. trauma jaringan </a:t>
                      </a:r>
                      <a:r>
                        <a:rPr cap="none">
                          <a:solidFill>
                            <a:srgbClr val="E4E4E4"/>
                          </a:solidFill>
                        </a:rPr>
                        <a:t>post-operative</a:t>
                      </a:r>
                      <a:endParaRPr cap="none">
                        <a:solidFill>
                          <a:srgbClr val="E4E4E4"/>
                        </a:solidFill>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sz="2400" cap="none">
                          <a:latin typeface="Glacial Indifference"/>
                          <a:ea typeface="Glacial Indifference"/>
                          <a:cs typeface="Glacial Indifference"/>
                        </a:defRPr>
                      </a:pPr>
                      <a:r>
                        <a:rPr cap="none">
                          <a:solidFill>
                            <a:srgbClr val="E4E4E4"/>
                          </a:solidFill>
                        </a:rPr>
                        <a:t>Setelah dilakukan tindakan keperawatan 3 x 24 jam, diharapkan nyeri yang dirasakan klien berkurang dengan kriteria hasil.</a:t>
                      </a:r>
                      <a:endParaRPr cap="none">
                        <a:solidFill>
                          <a:srgbClr val="E4E4E4"/>
                        </a:solidFill>
                      </a:endParaRPr>
                    </a:p>
                    <a:p>
                      <a:pPr marL="360045" marR="0" indent="-360045" algn="l">
                        <a:lnSpc>
                          <a:spcPts val="3355"/>
                        </a:lnSpc>
                        <a:buFont typeface="Arial"/>
                        <a:buChar char="•"/>
                        <a:defRPr sz="2400" cap="none">
                          <a:latin typeface="Glacial Indifference"/>
                          <a:ea typeface="Glacial Indifference"/>
                          <a:cs typeface="Glacial Indifference"/>
                        </a:defRPr>
                      </a:pPr>
                      <a:r>
                        <a:rPr cap="none">
                          <a:solidFill>
                            <a:srgbClr val="E4E4E4"/>
                          </a:solidFill>
                        </a:rPr>
                        <a:t>Klien sudah tidak meringis saat bergerak</a:t>
                      </a:r>
                      <a:endParaRPr cap="none">
                        <a:solidFill>
                          <a:srgbClr val="E4E4E4"/>
                        </a:solidFill>
                      </a:endParaRPr>
                    </a:p>
                    <a:p>
                      <a:pPr marL="360045" marR="0" indent="-360045" algn="l">
                        <a:lnSpc>
                          <a:spcPts val="3355"/>
                        </a:lnSpc>
                        <a:buFont typeface="Arial"/>
                        <a:buChar char="•"/>
                        <a:defRPr sz="2400" cap="none">
                          <a:latin typeface="Glacial Indifference"/>
                          <a:ea typeface="Glacial Indifference"/>
                          <a:cs typeface="Glacial Indifference"/>
                        </a:defRPr>
                      </a:pPr>
                      <a:r>
                        <a:rPr cap="none">
                          <a:solidFill>
                            <a:srgbClr val="E4E4E4"/>
                          </a:solidFill>
                        </a:rPr>
                        <a:t>Klien dan keluarga mengetahui penyebab nyeri</a:t>
                      </a:r>
                      <a:br>
                        <a:rPr/>
                      </a:br>
                      <a:endParaRPr cap="none">
                        <a:solidFill>
                          <a:srgbClr val="E4E4E4"/>
                        </a:solidFill>
                      </a:endParaRPr>
                    </a:p>
                    <a:p>
                      <a:pPr marL="0" marR="0" indent="0" algn="l">
                        <a:lnSpc>
                          <a:spcPts val="3355"/>
                        </a:lnSpc>
                        <a:buNone/>
                        <a:defRPr sz="2400" cap="none">
                          <a:latin typeface="Glacial Indifference"/>
                          <a:ea typeface="Glacial Indifference"/>
                          <a:cs typeface="Glacial Indifference"/>
                        </a:defRPr>
                      </a:pPr>
                      <a:r>
                        <a:rPr cap="none">
                          <a:solidFill>
                            <a:srgbClr val="E4E4E4"/>
                          </a:solidFill>
                        </a:rPr>
                        <a:t>TD: 129/74</a:t>
                      </a:r>
                      <a:endParaRPr cap="none">
                        <a:solidFill>
                          <a:srgbClr val="E4E4E4"/>
                        </a:solidFill>
                      </a:endParaRPr>
                    </a:p>
                    <a:p>
                      <a:pPr marL="0" marR="0" indent="0" algn="l">
                        <a:lnSpc>
                          <a:spcPts val="3355"/>
                        </a:lnSpc>
                        <a:buNone/>
                        <a:defRPr sz="2400" cap="none">
                          <a:latin typeface="Glacial Indifference"/>
                          <a:ea typeface="Glacial Indifference"/>
                          <a:cs typeface="Glacial Indifference"/>
                        </a:defRPr>
                      </a:pPr>
                      <a:r>
                        <a:rPr cap="none">
                          <a:solidFill>
                            <a:srgbClr val="E4E4E4"/>
                          </a:solidFill>
                        </a:rPr>
                        <a:t>N: </a:t>
                      </a:r>
                      <a:r>
                        <a:rPr cap="none">
                          <a:solidFill>
                            <a:srgbClr val="E4E4E4"/>
                          </a:solidFill>
                        </a:rPr>
                        <a:t>93x/menit</a:t>
                      </a:r>
                      <a:endParaRPr cap="none">
                        <a:solidFill>
                          <a:srgbClr val="E4E4E4"/>
                        </a:solidFill>
                      </a:endParaRPr>
                    </a:p>
                    <a:p>
                      <a:pPr marL="0" marR="0" indent="0" algn="l">
                        <a:lnSpc>
                          <a:spcPts val="3355"/>
                        </a:lnSpc>
                        <a:buNone/>
                        <a:defRPr sz="2400" cap="none">
                          <a:latin typeface="Glacial Indifference"/>
                          <a:ea typeface="Glacial Indifference"/>
                          <a:cs typeface="Glacial Indifference"/>
                        </a:defRPr>
                      </a:pPr>
                      <a:r>
                        <a:rPr cap="none">
                          <a:solidFill>
                            <a:srgbClr val="E4E4E4"/>
                          </a:solidFill>
                        </a:rPr>
                        <a:t>S: 36.9°C</a:t>
                      </a:r>
                      <a:endParaRPr cap="none">
                        <a:solidFill>
                          <a:srgbClr val="E4E4E4"/>
                        </a:solidFill>
                      </a:endParaRPr>
                    </a:p>
                    <a:p>
                      <a:pPr marL="0" marR="0" indent="0" algn="l">
                        <a:lnSpc>
                          <a:spcPts val="3355"/>
                        </a:lnSpc>
                        <a:buNone/>
                        <a:defRPr sz="2400" cap="none">
                          <a:latin typeface="Glacial Indifference"/>
                          <a:ea typeface="Glacial Indifference"/>
                          <a:cs typeface="Glacial Indifference"/>
                        </a:defRPr>
                      </a:pPr>
                      <a:r>
                        <a:rPr cap="none">
                          <a:solidFill>
                            <a:srgbClr val="E4E4E4"/>
                          </a:solidFill>
                        </a:rPr>
                        <a:t>RR:</a:t>
                      </a:r>
                      <a:r>
                        <a:rPr cap="none">
                          <a:solidFill>
                            <a:srgbClr val="E4E4E4"/>
                          </a:solidFill>
                        </a:rPr>
                        <a:t>20x/menit</a:t>
                      </a:r>
                      <a:endParaRPr cap="none">
                        <a:solidFill>
                          <a:srgbClr val="E4E4E4"/>
                        </a:solidFill>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3355"/>
                        </a:lnSpc>
                        <a:buFont typeface="Arial"/>
                        <a:buChar char="•"/>
                        <a:defRPr sz="2400" cap="none">
                          <a:latin typeface="Glacial Indifference"/>
                          <a:ea typeface="Glacial Indifference"/>
                          <a:cs typeface="Glacial Indifference"/>
                        </a:defRPr>
                      </a:pPr>
                      <a:r>
                        <a:rPr cap="none">
                          <a:solidFill>
                            <a:srgbClr val="E4E4E4"/>
                          </a:solidFill>
                        </a:rPr>
                        <a:t>Observasi </a:t>
                      </a:r>
                      <a:r>
                        <a:rPr cap="none">
                          <a:solidFill>
                            <a:srgbClr val="E4E4E4"/>
                          </a:solidFill>
                        </a:rPr>
                        <a:t>TTV</a:t>
                      </a:r>
                      <a:endParaRPr cap="none">
                        <a:solidFill>
                          <a:srgbClr val="E4E4E4"/>
                        </a:solidFill>
                      </a:endParaRPr>
                    </a:p>
                    <a:p>
                      <a:pPr marL="360045" marR="0" indent="-360045" algn="l">
                        <a:lnSpc>
                          <a:spcPts val="3355"/>
                        </a:lnSpc>
                        <a:buFont typeface="Arial"/>
                        <a:buChar char="•"/>
                        <a:defRPr sz="2400" cap="none">
                          <a:latin typeface="Glacial Indifference"/>
                          <a:ea typeface="Glacial Indifference"/>
                          <a:cs typeface="Glacial Indifference"/>
                        </a:defRPr>
                      </a:pPr>
                      <a:r>
                        <a:rPr cap="none">
                          <a:solidFill>
                            <a:srgbClr val="E4E4E4"/>
                          </a:solidFill>
                        </a:rPr>
                        <a:t>Kaji tingkat studi nyeri</a:t>
                      </a:r>
                      <a:endParaRPr cap="none">
                        <a:solidFill>
                          <a:srgbClr val="E4E4E4"/>
                        </a:solidFill>
                      </a:endParaRPr>
                    </a:p>
                    <a:p>
                      <a:pPr marL="360045" marR="0" indent="-360045" algn="l">
                        <a:lnSpc>
                          <a:spcPts val="3355"/>
                        </a:lnSpc>
                        <a:buFont typeface="Arial"/>
                        <a:buChar char="•"/>
                        <a:defRPr sz="2400" cap="none">
                          <a:latin typeface="Glacial Indifference"/>
                          <a:ea typeface="Glacial Indifference"/>
                          <a:cs typeface="Glacial Indifference"/>
                        </a:defRPr>
                      </a:pPr>
                      <a:r>
                        <a:rPr cap="none">
                          <a:solidFill>
                            <a:srgbClr val="E4E4E4"/>
                          </a:solidFill>
                        </a:rPr>
                        <a:t>Berikan posisi nyaman</a:t>
                      </a:r>
                      <a:endParaRPr cap="none">
                        <a:solidFill>
                          <a:srgbClr val="E4E4E4"/>
                        </a:solidFill>
                      </a:endParaRPr>
                    </a:p>
                    <a:p>
                      <a:pPr marL="360045" marR="0" indent="-360045" algn="l">
                        <a:lnSpc>
                          <a:spcPts val="3355"/>
                        </a:lnSpc>
                        <a:buFont typeface="Arial"/>
                        <a:buChar char="•"/>
                        <a:defRPr sz="2400" cap="none">
                          <a:latin typeface="Glacial Indifference"/>
                          <a:ea typeface="Glacial Indifference"/>
                          <a:cs typeface="Glacial Indifference"/>
                        </a:defRPr>
                      </a:pPr>
                      <a:r>
                        <a:rPr cap="none">
                          <a:solidFill>
                            <a:srgbClr val="E4E4E4"/>
                          </a:solidFill>
                        </a:rPr>
                        <a:t>Kolaborasi dengan tim medis dalam pemberian obat</a:t>
                      </a:r>
                      <a:endParaRPr cap="none">
                        <a:solidFill>
                          <a:srgbClr val="E4E4E4"/>
                        </a:solidFill>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1766508566" name="TextBox 16"/>
          <p:cNvSpPr/>
          <p:nvPr/>
        </p:nvSpPr>
        <p:spPr bwMode="auto">
          <a:xfrm>
            <a:off x="1028700" y="1812290"/>
            <a:ext cx="16230600" cy="82105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Perencanaan Keperawatan</a:t>
            </a:r>
            <a:endParaRPr/>
          </a:p>
        </p:txBody>
      </p:sp>
      <p:sp>
        <p:nvSpPr>
          <p:cNvPr id="341187151" name="TextBox 17"/>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5DA295"/>
        </a:solidFill>
      </p:bgPr>
    </p:bg>
    <p:spTree>
      <p:nvGrpSpPr>
        <p:cNvPr id="1" name=""/>
        <p:cNvGrpSpPr/>
        <p:nvPr/>
      </p:nvGrpSpPr>
      <p:grpSpPr bwMode="auto">
        <a:xfrm>
          <a:off x="0" y="0"/>
          <a:ext cx="0" cy="0"/>
          <a:chOff x="0" y="0"/>
          <a:chExt cx="0" cy="0"/>
        </a:xfrm>
      </p:grpSpPr>
      <p:grpSp>
        <p:nvGrpSpPr>
          <p:cNvPr id="391656090"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302518689"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849599448"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33</a:t>
            </a:r>
            <a:endParaRPr/>
          </a:p>
        </p:txBody>
      </p:sp>
      <p:sp>
        <p:nvSpPr>
          <p:cNvPr id="1393072238"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1031328391"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282331850"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087835314"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1818805087"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840908915"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1368686291" name=""/>
          <p:cNvGraphicFramePr>
            <a:graphicFrameLocks xmlns:a="http://schemas.openxmlformats.org/drawingml/2006/main" noGrp="1"/>
          </p:cNvGraphicFramePr>
          <p:nvPr/>
        </p:nvGraphicFramePr>
        <p:xfrm>
          <a:off x="1028700" y="2933699"/>
          <a:ext cx="16230600" cy="5070475"/>
        </p:xfrm>
        <a:graphic>
          <a:graphicData uri="http://schemas.openxmlformats.org/drawingml/2006/table">
            <a:tbl>
              <a:tblPr firstRow="0" firstCol="0" lastRow="0" lastCol="0" bandRow="0" bandCol="0">
                <a:noFill/>
              </a:tblPr>
              <a:tblGrid>
                <a:gridCol w="5102860"/>
                <a:gridCol w="6405880"/>
                <a:gridCol w="4721860"/>
              </a:tblGrid>
              <a:tr h="854710">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Diagnosa Keperawatan</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solidFill>
                            <a:srgbClr val="FFFFFF"/>
                          </a:solidFill>
                          <a:latin typeface="Glacial Indifference"/>
                          <a:ea typeface="Glacial Indifference"/>
                          <a:cs typeface="Glacial Indifference"/>
                        </a:defRPr>
                      </a:pPr>
                      <a:r>
                        <a:rPr/>
                        <a:t>Tujuan dan Kriteria Hasil</a:t>
                      </a:r>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Rencana Tindakan</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3812540">
                <a:tc>
                  <a:txBody>
                    <a:bodyPr/>
                    <a:p>
                      <a:pPr marL="0" marR="0" indent="0" algn="l">
                        <a:lnSpc>
                          <a:spcPts val="3355"/>
                        </a:lnSpc>
                        <a:buNone/>
                        <a:defRPr sz="2400" cap="none"/>
                      </a:pPr>
                      <a:r>
                        <a:rPr cap="none">
                          <a:solidFill>
                            <a:srgbClr val="E4E4E4"/>
                          </a:solidFill>
                          <a:latin typeface="Glacial Indifference"/>
                          <a:ea typeface="Glacial Indifference"/>
                          <a:cs typeface="Glacial Indifference"/>
                        </a:rPr>
                        <a:t>Hambatan mobilitas fisik b.d. kerusakan rangka neuromuscular nyeri, terapi restriktif (imobilisasi)</a:t>
                      </a:r>
                      <a:endParaRPr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sz="2400" cap="none"/>
                      </a:pPr>
                      <a:r>
                        <a:rPr cap="none">
                          <a:solidFill>
                            <a:srgbClr val="E4E4E4"/>
                          </a:solidFill>
                          <a:latin typeface="Glacial Indifference"/>
                          <a:ea typeface="Glacial Indifference"/>
                          <a:cs typeface="Glacial Indifference"/>
                        </a:rPr>
                        <a:t>Setelah dilakukan tindakan keperawatan 3x24 jam, diharapkan tidak terjadi hambatan mobilitas fisik dengan kriteria hasil:</a:t>
                      </a:r>
                      <a:endParaRPr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sz="2400" cap="none"/>
                      </a:pPr>
                      <a:r>
                        <a:rPr cap="none">
                          <a:solidFill>
                            <a:srgbClr val="E4E4E4"/>
                          </a:solidFill>
                          <a:latin typeface="Glacial Indifference"/>
                          <a:ea typeface="Glacial Indifference"/>
                          <a:cs typeface="Glacial Indifference"/>
                        </a:rPr>
                        <a:t>Klien meningkat dalam aktivitas fisik</a:t>
                      </a:r>
                      <a:endParaRPr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sz="2400" cap="none"/>
                      </a:pPr>
                      <a:r>
                        <a:rPr cap="none">
                          <a:solidFill>
                            <a:srgbClr val="E4E4E4"/>
                          </a:solidFill>
                          <a:latin typeface="Glacial Indifference"/>
                          <a:ea typeface="Glacial Indifference"/>
                          <a:cs typeface="Glacial Indifference"/>
                        </a:rPr>
                        <a:t>Rentang gerak pasien tidak terbatas</a:t>
                      </a:r>
                      <a:endParaRPr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3355"/>
                        </a:lnSpc>
                        <a:buFont typeface="Arial"/>
                        <a:buChar char="•"/>
                        <a:defRPr sz="2400" cap="none"/>
                      </a:pPr>
                      <a:r>
                        <a:rPr cap="none">
                          <a:solidFill>
                            <a:srgbClr val="E4E4E4"/>
                          </a:solidFill>
                          <a:latin typeface="Glacial Indifference"/>
                          <a:ea typeface="Glacial Indifference"/>
                          <a:cs typeface="Glacial Indifference"/>
                        </a:rPr>
                        <a:t>Observasi keterbatasan gerak klien dan catat respons klien terhadap mobilisasi.</a:t>
                      </a:r>
                      <a:endParaRPr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sz="2400" cap="none"/>
                      </a:pPr>
                      <a:r>
                        <a:rPr cap="none">
                          <a:solidFill>
                            <a:srgbClr val="E4E4E4"/>
                          </a:solidFill>
                          <a:latin typeface="Glacial Indifference"/>
                          <a:ea typeface="Glacial Indifference"/>
                          <a:cs typeface="Glacial Indifference"/>
                        </a:rPr>
                        <a:t>Monitor aktivitas dan mobilisasi</a:t>
                      </a:r>
                      <a:endParaRPr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sz="2400" cap="none"/>
                      </a:pPr>
                      <a:r>
                        <a:rPr cap="none">
                          <a:solidFill>
                            <a:srgbClr val="E4E4E4"/>
                          </a:solidFill>
                          <a:latin typeface="Glacial Indifference"/>
                          <a:ea typeface="Glacial Indifference"/>
                          <a:cs typeface="Glacial Indifference"/>
                        </a:rPr>
                        <a:t>Ajarkan pada klien untuk berlatih rom</a:t>
                      </a:r>
                      <a:endParaRPr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sz="2400" cap="none"/>
                      </a:pPr>
                      <a:r>
                        <a:rPr cap="none">
                          <a:solidFill>
                            <a:srgbClr val="E4E4E4"/>
                          </a:solidFill>
                          <a:latin typeface="Glacial Indifference"/>
                          <a:ea typeface="Glacial Indifference"/>
                          <a:cs typeface="Glacial Indifference"/>
                        </a:rPr>
                        <a:t>Bantu klien untuk mobilisasi</a:t>
                      </a:r>
                      <a:endParaRPr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1938333116" name="TextBox 16"/>
          <p:cNvSpPr/>
          <p:nvPr/>
        </p:nvSpPr>
        <p:spPr bwMode="auto">
          <a:xfrm>
            <a:off x="1028700" y="1812290"/>
            <a:ext cx="16230600" cy="82105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Perencanaan Keperawatan</a:t>
            </a:r>
            <a:endParaRPr/>
          </a:p>
        </p:txBody>
      </p:sp>
      <p:sp>
        <p:nvSpPr>
          <p:cNvPr id="889011225" name="TextBox 17"/>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5DA295"/>
        </a:solidFill>
      </p:bgPr>
    </p:bg>
    <p:spTree>
      <p:nvGrpSpPr>
        <p:cNvPr id="1" name=""/>
        <p:cNvGrpSpPr/>
        <p:nvPr/>
      </p:nvGrpSpPr>
      <p:grpSpPr bwMode="auto">
        <a:xfrm>
          <a:off x="0" y="0"/>
          <a:ext cx="0" cy="0"/>
          <a:chOff x="0" y="0"/>
          <a:chExt cx="0" cy="0"/>
        </a:xfrm>
      </p:grpSpPr>
      <p:grpSp>
        <p:nvGrpSpPr>
          <p:cNvPr id="430047403"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349351109"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302003139"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34</a:t>
            </a:r>
            <a:endParaRPr/>
          </a:p>
        </p:txBody>
      </p:sp>
      <p:sp>
        <p:nvSpPr>
          <p:cNvPr id="1374587209"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838340084"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791281352"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761117838"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51675228"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2068124720"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831279504" name=""/>
          <p:cNvGraphicFramePr>
            <a:graphicFrameLocks xmlns:a="http://schemas.openxmlformats.org/drawingml/2006/main" noGrp="1"/>
          </p:cNvGraphicFramePr>
          <p:nvPr/>
        </p:nvGraphicFramePr>
        <p:xfrm>
          <a:off x="1028700" y="2933699"/>
          <a:ext cx="16230600" cy="5505450"/>
        </p:xfrm>
        <a:graphic>
          <a:graphicData uri="http://schemas.openxmlformats.org/drawingml/2006/table">
            <a:tbl>
              <a:tblPr firstRow="0" firstCol="0" lastRow="0" lastCol="0" bandRow="0" bandCol="0">
                <a:noFill/>
              </a:tblPr>
              <a:tblGrid>
                <a:gridCol w="5102860"/>
                <a:gridCol w="6405880"/>
                <a:gridCol w="4721860"/>
              </a:tblGrid>
              <a:tr h="853440">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Diagnosa Keperawatan</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Tujuan dan Kriteria Hasil</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Rencana Tindakan</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4652010">
                <a:tc>
                  <a:txBody>
                    <a:bodyPr/>
                    <a:p>
                      <a:pPr marL="0" marR="0" indent="0" algn="l">
                        <a:lnSpc>
                          <a:spcPts val="3355"/>
                        </a:lnSpc>
                        <a:buNone/>
                        <a:defRPr/>
                      </a:pPr>
                      <a:r>
                        <a:rPr sz="2400" cap="none">
                          <a:solidFill>
                            <a:srgbClr val="E4E4E4"/>
                          </a:solidFill>
                          <a:latin typeface="Glacial Indifference"/>
                          <a:ea typeface="Glacial Indifference"/>
                          <a:cs typeface="Glacial Indifference"/>
                        </a:rPr>
                        <a:t>Risiko infeksi b.d. tindakan invasif</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a:pPr>
                      <a:r>
                        <a:rPr sz="2400" cap="none">
                          <a:solidFill>
                            <a:srgbClr val="E4E4E4"/>
                          </a:solidFill>
                          <a:latin typeface="Glacial Indifference"/>
                          <a:ea typeface="Glacial Indifference"/>
                          <a:cs typeface="Glacial Indifference"/>
                        </a:rPr>
                        <a:t>Setelah dilakukan tindakan keperawatan 3x24 jam, diharapkan glukosa derajat infeksi menurun dengan kriteria hasil:</a:t>
                      </a:r>
                      <a:endParaRPr sz="2400"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a:pPr>
                      <a:r>
                        <a:rPr sz="2400" cap="none">
                          <a:solidFill>
                            <a:srgbClr val="E4E4E4"/>
                          </a:solidFill>
                          <a:latin typeface="Glacial Indifference"/>
                          <a:ea typeface="Glacial Indifference"/>
                          <a:cs typeface="Glacial Indifference"/>
                        </a:rPr>
                        <a:t>Nyeri menurun</a:t>
                      </a:r>
                      <a:endParaRPr sz="2400"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3355"/>
                        </a:lnSpc>
                        <a:buFont typeface="Arial"/>
                        <a:buChar char="•"/>
                        <a:defRPr/>
                      </a:pPr>
                      <a:r>
                        <a:rPr sz="2400" cap="none">
                          <a:solidFill>
                            <a:srgbClr val="E4E4E4"/>
                          </a:solidFill>
                          <a:latin typeface="Glacial Indifference"/>
                          <a:ea typeface="Glacial Indifference"/>
                          <a:cs typeface="Glacial Indifference"/>
                        </a:rPr>
                        <a:t>Monitor tanda dan gejala infeksi lokal dan sistemik</a:t>
                      </a:r>
                      <a:endParaRPr sz="2400"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a:pPr>
                      <a:r>
                        <a:rPr sz="2400" cap="none">
                          <a:solidFill>
                            <a:srgbClr val="E4E4E4"/>
                          </a:solidFill>
                          <a:latin typeface="Glacial Indifference"/>
                          <a:ea typeface="Glacial Indifference"/>
                          <a:cs typeface="Glacial Indifference"/>
                        </a:rPr>
                        <a:t>Monitor tanda-tanda vital</a:t>
                      </a:r>
                      <a:endParaRPr sz="2400"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a:pPr>
                      <a:r>
                        <a:rPr sz="2400" cap="none">
                          <a:solidFill>
                            <a:srgbClr val="E4E4E4"/>
                          </a:solidFill>
                          <a:latin typeface="Glacial Indifference"/>
                          <a:ea typeface="Glacial Indifference"/>
                          <a:cs typeface="Glacial Indifference"/>
                        </a:rPr>
                        <a:t>Batasi jumlah pengunjung</a:t>
                      </a:r>
                      <a:endParaRPr sz="2400"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a:pPr>
                      <a:r>
                        <a:rPr sz="2400" cap="none">
                          <a:solidFill>
                            <a:srgbClr val="E4E4E4"/>
                          </a:solidFill>
                          <a:latin typeface="Glacial Indifference"/>
                          <a:ea typeface="Glacial Indifference"/>
                          <a:cs typeface="Glacial Indifference"/>
                        </a:rPr>
                        <a:t>Cuci tangan sebelum dan sesudah kontak langsung dengan pasien</a:t>
                      </a:r>
                      <a:endParaRPr sz="2400"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a:pPr>
                      <a:r>
                        <a:rPr sz="2400" cap="none">
                          <a:solidFill>
                            <a:srgbClr val="E4E4E4"/>
                          </a:solidFill>
                          <a:latin typeface="Glacial Indifference"/>
                          <a:ea typeface="Glacial Indifference"/>
                          <a:cs typeface="Glacial Indifference"/>
                        </a:rPr>
                        <a:t>Jelaskan tanda dan gejala infeksi</a:t>
                      </a:r>
                      <a:endParaRPr sz="2400" cap="none">
                        <a:solidFill>
                          <a:srgbClr val="E4E4E4"/>
                        </a:solidFill>
                        <a:latin typeface="Glacial Indifference"/>
                        <a:ea typeface="Glacial Indifference"/>
                        <a:cs typeface="Glacial Indifference"/>
                      </a:endParaRPr>
                    </a:p>
                    <a:p>
                      <a:pPr marL="360045" marR="0" indent="-360045" algn="l">
                        <a:lnSpc>
                          <a:spcPts val="3355"/>
                        </a:lnSpc>
                        <a:buFont typeface="Arial"/>
                        <a:buChar char="•"/>
                        <a:defRPr/>
                      </a:pPr>
                      <a:r>
                        <a:rPr sz="2400" cap="none">
                          <a:solidFill>
                            <a:srgbClr val="E4E4E4"/>
                          </a:solidFill>
                          <a:latin typeface="Glacial Indifference"/>
                          <a:ea typeface="Glacial Indifference"/>
                          <a:cs typeface="Glacial Indifference"/>
                        </a:rPr>
                        <a:t>Ajarkan cara memeriksa luka</a:t>
                      </a:r>
                      <a:endParaRPr sz="2400"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1014568296" name="TextBox 16"/>
          <p:cNvSpPr/>
          <p:nvPr/>
        </p:nvSpPr>
        <p:spPr bwMode="auto">
          <a:xfrm>
            <a:off x="1028700" y="1812290"/>
            <a:ext cx="16230600" cy="82105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Perencanaan Keperawatan</a:t>
            </a:r>
            <a:endParaRPr/>
          </a:p>
        </p:txBody>
      </p:sp>
      <p:sp>
        <p:nvSpPr>
          <p:cNvPr id="1641284006" name="TextBox 17"/>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5DA295"/>
        </a:solidFill>
      </p:bgPr>
    </p:bg>
    <p:spTree>
      <p:nvGrpSpPr>
        <p:cNvPr id="1" name=""/>
        <p:cNvGrpSpPr/>
        <p:nvPr/>
      </p:nvGrpSpPr>
      <p:grpSpPr bwMode="auto">
        <a:xfrm>
          <a:off x="0" y="0"/>
          <a:ext cx="0" cy="0"/>
          <a:chOff x="0" y="0"/>
          <a:chExt cx="0" cy="0"/>
        </a:xfrm>
      </p:grpSpPr>
      <p:grpSp>
        <p:nvGrpSpPr>
          <p:cNvPr id="21748880"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999436"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940728157"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35</a:t>
            </a:r>
            <a:endParaRPr/>
          </a:p>
        </p:txBody>
      </p:sp>
      <p:sp>
        <p:nvSpPr>
          <p:cNvPr id="865435085"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2077464412"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385642013"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428712399"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1087449861"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1361577770"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1403867614" name=""/>
          <p:cNvGraphicFramePr>
            <a:graphicFrameLocks xmlns:a="http://schemas.openxmlformats.org/drawingml/2006/main" noGrp="1"/>
          </p:cNvGraphicFramePr>
          <p:nvPr/>
        </p:nvGraphicFramePr>
        <p:xfrm>
          <a:off x="1028700" y="2933699"/>
          <a:ext cx="16230600" cy="5019040"/>
        </p:xfrm>
        <a:graphic>
          <a:graphicData uri="http://schemas.openxmlformats.org/drawingml/2006/table">
            <a:tbl>
              <a:tblPr firstRow="0" firstCol="0" lastRow="0" lastCol="0" bandRow="0" bandCol="0">
                <a:noFill/>
              </a:tblPr>
              <a:tblGrid>
                <a:gridCol w="2900680"/>
                <a:gridCol w="1161415"/>
                <a:gridCol w="12168505"/>
              </a:tblGrid>
              <a:tr h="1276350">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Tanggal</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No. DK</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cap="none">
                          <a:latin typeface="Glacial Indifference"/>
                          <a:ea typeface="Glacial Indifference"/>
                          <a:cs typeface="Glacial Indifference"/>
                        </a:defRPr>
                      </a:pPr>
                      <a:r>
                        <a:rPr b="1" cap="none">
                          <a:solidFill>
                            <a:srgbClr val="FFFFFF"/>
                          </a:solidFill>
                        </a:rPr>
                        <a:t>Tindakan Keperawatan dan Reaksi Hasil</a:t>
                      </a:r>
                      <a:endParaRPr b="1"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3785870">
                <a:tc>
                  <a:txBody>
                    <a:bodyPr/>
                    <a:p>
                      <a:pPr marL="0" marR="0" indent="0" algn="l">
                        <a:lnSpc>
                          <a:spcPts val="3355"/>
                        </a:lnSpc>
                        <a:buNone/>
                        <a:defRPr/>
                      </a:pPr>
                      <a:r>
                        <a:rPr sz="2400" cap="none">
                          <a:solidFill>
                            <a:srgbClr val="E4E4E4"/>
                          </a:solidFill>
                          <a:latin typeface="Glacial Indifference"/>
                          <a:ea typeface="Glacial Indifference"/>
                          <a:cs typeface="Glacial Indifference"/>
                        </a:rPr>
                        <a:t>11 Desember 2023</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a:pPr>
                      <a:r>
                        <a:rPr sz="2400" cap="none">
                          <a:solidFill>
                            <a:srgbClr val="E4E4E4"/>
                          </a:solidFill>
                          <a:latin typeface="Glacial Indifference"/>
                          <a:ea typeface="Glacial Indifference"/>
                          <a:cs typeface="Glacial Indifference"/>
                        </a:rPr>
                        <a:t>1</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Memonitoring tingkat skala nyeri</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Memberikan pasien posisi yang nyaman</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Memonitor KU &amp; TTV</a:t>
                      </a:r>
                      <a:br>
                        <a:rPr/>
                      </a:br>
                      <a:endParaRPr sz="2400" cap="none">
                        <a:solidFill>
                          <a:srgbClr val="E4E4E4"/>
                        </a:solidFill>
                        <a:latin typeface="Glacial Indifference"/>
                        <a:ea typeface="Glacial Indifference"/>
                        <a:cs typeface="Glacial Indifference"/>
                      </a:endParaRPr>
                    </a:p>
                    <a:p>
                      <a:pPr marL="0" marR="0" indent="0" algn="l">
                        <a:lnSpc>
                          <a:spcPts val="2875"/>
                        </a:lnSpc>
                        <a:buNone/>
                        <a:defRPr b="1" cap="none"/>
                      </a:pPr>
                      <a:r>
                        <a:rPr sz="2400" cap="none">
                          <a:solidFill>
                            <a:srgbClr val="E4E4E4"/>
                          </a:solidFill>
                          <a:latin typeface="Glacial Indifference"/>
                          <a:ea typeface="Glacial Indifference"/>
                          <a:cs typeface="Glacial Indifference"/>
                        </a:rPr>
                        <a:t>Rh:</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TD: 129/74</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N: 93</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S: 36.9</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RR: 20</a:t>
                      </a:r>
                      <a:endParaRPr sz="2400"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1093453690" name="TextBox 16"/>
          <p:cNvSpPr/>
          <p:nvPr/>
        </p:nvSpPr>
        <p:spPr bwMode="auto">
          <a:xfrm>
            <a:off x="1028700" y="1812290"/>
            <a:ext cx="16230600" cy="82105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Pelaksanaan Keperawatan</a:t>
            </a:r>
            <a:endParaRPr/>
          </a:p>
        </p:txBody>
      </p:sp>
      <p:sp>
        <p:nvSpPr>
          <p:cNvPr id="2131777321" name="TextBox 17"/>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5DA295"/>
        </a:solidFill>
      </p:bgPr>
    </p:bg>
    <p:spTree>
      <p:nvGrpSpPr>
        <p:cNvPr id="1" name=""/>
        <p:cNvGrpSpPr/>
        <p:nvPr/>
      </p:nvGrpSpPr>
      <p:grpSpPr bwMode="auto">
        <a:xfrm>
          <a:off x="0" y="0"/>
          <a:ext cx="0" cy="0"/>
          <a:chOff x="0" y="0"/>
          <a:chExt cx="0" cy="0"/>
        </a:xfrm>
      </p:grpSpPr>
      <p:grpSp>
        <p:nvGrpSpPr>
          <p:cNvPr id="502501707"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435022287"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000979024"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36</a:t>
            </a:r>
            <a:endParaRPr/>
          </a:p>
        </p:txBody>
      </p:sp>
      <p:sp>
        <p:nvSpPr>
          <p:cNvPr id="489253824"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1375613878"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792191126"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712357187"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1513540078"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739060725"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665962958" name=""/>
          <p:cNvGraphicFramePr>
            <a:graphicFrameLocks xmlns:a="http://schemas.openxmlformats.org/drawingml/2006/main" noGrp="1"/>
          </p:cNvGraphicFramePr>
          <p:nvPr/>
        </p:nvGraphicFramePr>
        <p:xfrm>
          <a:off x="1028700" y="2933699"/>
          <a:ext cx="16230600" cy="5265420"/>
        </p:xfrm>
        <a:graphic>
          <a:graphicData uri="http://schemas.openxmlformats.org/drawingml/2006/table">
            <a:tbl>
              <a:tblPr firstRow="0" firstCol="0" lastRow="0" lastCol="0" bandRow="0" bandCol="0">
                <a:noFill/>
              </a:tblPr>
              <a:tblGrid>
                <a:gridCol w="2900680"/>
                <a:gridCol w="1161415"/>
                <a:gridCol w="12168505"/>
              </a:tblGrid>
              <a:tr h="1275080">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Tanggal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No. DK</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Tindakan Keperawatan dan Reaksi Hasil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4497070">
                <a:tc>
                  <a:txBody>
                    <a:bodyPr/>
                    <a:p>
                      <a:pPr marL="0" marR="0" indent="0" algn="l">
                        <a:lnSpc>
                          <a:spcPts val="3355"/>
                        </a:lnSpc>
                        <a:buNone/>
                        <a:defRPr/>
                      </a:pPr>
                      <a:r>
                        <a:rPr sz="2400" cap="none">
                          <a:solidFill>
                            <a:srgbClr val="E4E4E4"/>
                          </a:solidFill>
                          <a:latin typeface="Glacial Indifference"/>
                          <a:ea typeface="Glacial Indifference"/>
                          <a:cs typeface="Glacial Indifference"/>
                        </a:rPr>
                        <a:t>11 Desember 2023</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a:pPr>
                      <a:r>
                        <a:rPr sz="2400" cap="none">
                          <a:solidFill>
                            <a:srgbClr val="E4E4E4"/>
                          </a:solidFill>
                          <a:latin typeface="Glacial Indifference"/>
                          <a:ea typeface="Glacial Indifference"/>
                          <a:cs typeface="Glacial Indifference"/>
                        </a:rPr>
                        <a:t>1</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Melibatkan keluarga untuk membantu klien dalam melakukan pergerakan</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Memonitor aktivitas dan mobilisasi keterbatasan gerak</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Memonitor kondisi umum selama pasien melakukan mobilitas fisik</a:t>
                      </a:r>
                      <a:endParaRPr sz="2400" cap="none">
                        <a:solidFill>
                          <a:srgbClr val="E4E4E4"/>
                        </a:solidFill>
                        <a:latin typeface="Glacial Indifference"/>
                        <a:ea typeface="Glacial Indifference"/>
                        <a:cs typeface="Glacial Indifference"/>
                      </a:endParaRPr>
                    </a:p>
                    <a:p>
                      <a:pPr marL="0" marR="0" indent="0" algn="l">
                        <a:lnSpc>
                          <a:spcPts val="2875"/>
                        </a:lnSpc>
                        <a:buNone/>
                        <a:defRPr sz="2400" cap="none">
                          <a:solidFill>
                            <a:srgbClr val="E4E4E4"/>
                          </a:solidFill>
                          <a:latin typeface="Glacial Indifference"/>
                          <a:ea typeface="Glacial Indifference"/>
                          <a:cs typeface="Glacial Indifference"/>
                        </a:defRPr>
                      </a:pPr>
                      <a:endParaRPr/>
                    </a:p>
                    <a:p>
                      <a:pPr marL="0" marR="0" indent="0" algn="l">
                        <a:lnSpc>
                          <a:spcPts val="2875"/>
                        </a:lnSpc>
                        <a:buNone/>
                        <a:defRPr b="1" cap="none"/>
                      </a:pPr>
                      <a:r>
                        <a:rPr sz="2400" cap="none">
                          <a:solidFill>
                            <a:srgbClr val="E4E4E4"/>
                          </a:solidFill>
                          <a:latin typeface="Glacial Indifference"/>
                          <a:ea typeface="Glacial Indifference"/>
                          <a:cs typeface="Glacial Indifference"/>
                        </a:rPr>
                        <a:t>Memonitor tanda dan infeksi lokal dan sistemik</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Rh: Tidak ada tanda dan gejala infeksi</a:t>
                      </a:r>
                      <a:endParaRPr sz="2400" cap="none">
                        <a:solidFill>
                          <a:srgbClr val="E4E4E4"/>
                        </a:solidFill>
                        <a:latin typeface="Glacial Indifference"/>
                        <a:ea typeface="Glacial Indifference"/>
                        <a:cs typeface="Glacial Indifference"/>
                      </a:endParaRPr>
                    </a:p>
                    <a:p>
                      <a:pPr marL="0" marR="0" indent="0" algn="l">
                        <a:lnSpc>
                          <a:spcPts val="2875"/>
                        </a:lnSpc>
                        <a:buNone/>
                        <a:defRPr b="1" cap="none"/>
                      </a:pPr>
                      <a:r>
                        <a:rPr sz="2400" cap="none">
                          <a:solidFill>
                            <a:srgbClr val="E4E4E4"/>
                          </a:solidFill>
                          <a:latin typeface="Glacial Indifference"/>
                          <a:ea typeface="Glacial Indifference"/>
                          <a:cs typeface="Glacial Indifference"/>
                        </a:rPr>
                        <a:t>Mencuci tangan sebelum dan sesudah kontak dengan pasien dan lingkungan pasien </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Rh: Menjaga kebersihan agar terhindar dari bakteri dan virus</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 </a:t>
                      </a:r>
                      <a:r>
                        <a:rPr sz="2400" b="1" cap="none">
                          <a:solidFill>
                            <a:srgbClr val="E4E4E4"/>
                          </a:solidFill>
                          <a:latin typeface="Glacial Indifference"/>
                          <a:ea typeface="Glacial Indifference"/>
                          <a:cs typeface="Glacial Indifference"/>
                        </a:rPr>
                        <a:t>Menjelaskan tanda dan gejala infeksi</a:t>
                      </a:r>
                      <a:endParaRPr sz="2400"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432140580" name="TextBox 16"/>
          <p:cNvSpPr/>
          <p:nvPr/>
        </p:nvSpPr>
        <p:spPr bwMode="auto">
          <a:xfrm>
            <a:off x="1028700" y="1812290"/>
            <a:ext cx="16230600" cy="85280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Pelaksanaan Keperawatan</a:t>
            </a:r>
            <a:endParaRPr/>
          </a:p>
        </p:txBody>
      </p:sp>
      <p:sp>
        <p:nvSpPr>
          <p:cNvPr id="182219604" name="TextBox 17"/>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5DA295"/>
        </a:solidFill>
      </p:bgPr>
    </p:bg>
    <p:spTree>
      <p:nvGrpSpPr>
        <p:cNvPr id="1" name=""/>
        <p:cNvGrpSpPr/>
        <p:nvPr/>
      </p:nvGrpSpPr>
      <p:grpSpPr bwMode="auto">
        <a:xfrm>
          <a:off x="0" y="0"/>
          <a:ext cx="0" cy="0"/>
          <a:chOff x="0" y="0"/>
          <a:chExt cx="0" cy="0"/>
        </a:xfrm>
      </p:grpSpPr>
      <p:grpSp>
        <p:nvGrpSpPr>
          <p:cNvPr id="1594185320"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228935754"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426835346"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37</a:t>
            </a:r>
            <a:endParaRPr/>
          </a:p>
        </p:txBody>
      </p:sp>
      <p:sp>
        <p:nvSpPr>
          <p:cNvPr id="1170955307"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1318628469"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354847143"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529409857"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2044124067"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1466246530"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1050988721" name=""/>
          <p:cNvGraphicFramePr>
            <a:graphicFrameLocks xmlns:a="http://schemas.openxmlformats.org/drawingml/2006/main" noGrp="1"/>
          </p:cNvGraphicFramePr>
          <p:nvPr/>
        </p:nvGraphicFramePr>
        <p:xfrm>
          <a:off x="1028700" y="2933699"/>
          <a:ext cx="16230600" cy="5019040"/>
        </p:xfrm>
        <a:graphic>
          <a:graphicData uri="http://schemas.openxmlformats.org/drawingml/2006/table">
            <a:tbl>
              <a:tblPr firstRow="0" firstCol="0" lastRow="0" lastCol="0" bandRow="0" bandCol="0">
                <a:noFill/>
              </a:tblPr>
              <a:tblGrid>
                <a:gridCol w="2900680"/>
                <a:gridCol w="1161415"/>
                <a:gridCol w="12168505"/>
              </a:tblGrid>
              <a:tr h="1276350">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Tanggal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No. DK</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Tindakan Keperawatan dan Reaksi Hasil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3785870">
                <a:tc>
                  <a:txBody>
                    <a:bodyPr/>
                    <a:p>
                      <a:pPr marL="0" marR="0" indent="0" algn="l">
                        <a:lnSpc>
                          <a:spcPts val="3355"/>
                        </a:lnSpc>
                        <a:buNone/>
                        <a:defRPr/>
                      </a:pPr>
                      <a:r>
                        <a:rPr sz="2400" cap="none">
                          <a:solidFill>
                            <a:srgbClr val="E4E4E4"/>
                          </a:solidFill>
                          <a:latin typeface="Glacial Indifference"/>
                          <a:ea typeface="Glacial Indifference"/>
                          <a:cs typeface="Glacial Indifference"/>
                        </a:rPr>
                        <a:t>12 Desember 2023</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a:pPr>
                      <a:r>
                        <a:rPr sz="2400" cap="none">
                          <a:solidFill>
                            <a:srgbClr val="E4E4E4"/>
                          </a:solidFill>
                          <a:latin typeface="Glacial Indifference"/>
                          <a:ea typeface="Glacial Indifference"/>
                          <a:cs typeface="Glacial Indifference"/>
                        </a:rPr>
                        <a:t>2</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Memposisikan pasien ke posisi yang nyaman</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Memonitoring keadaan umum dan tanda-tanda vital</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Memonitoring tingkat skala nyeri</a:t>
                      </a:r>
                      <a:br>
                        <a:rPr/>
                      </a:b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Rh: Tidak ada nyeri/keluhan lain selain luka bekas operasi</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Skala nyeri: 5</a:t>
                      </a:r>
                      <a:endParaRPr sz="2400" cap="none">
                        <a:solidFill>
                          <a:srgbClr val="E4E4E4"/>
                        </a:solidFill>
                        <a:latin typeface="Glacial Indifference"/>
                        <a:ea typeface="Glacial Indifference"/>
                        <a:cs typeface="Glacial Indifference"/>
                      </a:endParaRPr>
                    </a:p>
                    <a:p>
                      <a:pPr marL="0" marR="0" indent="0" algn="l">
                        <a:lnSpc>
                          <a:spcPts val="2875"/>
                        </a:lnSpc>
                        <a:buNone/>
                        <a:defRPr/>
                      </a:pPr>
                      <a:br>
                        <a:rPr/>
                      </a:br>
                      <a:endParaRPr sz="2400"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1940895432" name="TextBox 16"/>
          <p:cNvSpPr/>
          <p:nvPr/>
        </p:nvSpPr>
        <p:spPr bwMode="auto">
          <a:xfrm>
            <a:off x="1028700" y="1812290"/>
            <a:ext cx="16230600" cy="82105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Pelaksanaan Keperawatan</a:t>
            </a:r>
            <a:endParaRPr/>
          </a:p>
        </p:txBody>
      </p:sp>
      <p:sp>
        <p:nvSpPr>
          <p:cNvPr id="733817" name="TextBox 17"/>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5DA295"/>
        </a:solidFill>
      </p:bgPr>
    </p:bg>
    <p:spTree>
      <p:nvGrpSpPr>
        <p:cNvPr id="1" name=""/>
        <p:cNvGrpSpPr/>
        <p:nvPr/>
      </p:nvGrpSpPr>
      <p:grpSpPr bwMode="auto">
        <a:xfrm>
          <a:off x="0" y="0"/>
          <a:ext cx="0" cy="0"/>
          <a:chOff x="0" y="0"/>
          <a:chExt cx="0" cy="0"/>
        </a:xfrm>
      </p:grpSpPr>
      <p:grpSp>
        <p:nvGrpSpPr>
          <p:cNvPr id="1671238725"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911727465"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994990076"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38</a:t>
            </a:r>
            <a:endParaRPr/>
          </a:p>
        </p:txBody>
      </p:sp>
      <p:sp>
        <p:nvSpPr>
          <p:cNvPr id="947263003"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2025428973"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927877207"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378597711"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12251571"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1629636840"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1280635664" name=""/>
          <p:cNvGraphicFramePr>
            <a:graphicFrameLocks xmlns:a="http://schemas.openxmlformats.org/drawingml/2006/main" noGrp="1"/>
          </p:cNvGraphicFramePr>
          <p:nvPr/>
        </p:nvGraphicFramePr>
        <p:xfrm>
          <a:off x="1028700" y="2933699"/>
          <a:ext cx="16230600" cy="5019040"/>
        </p:xfrm>
        <a:graphic>
          <a:graphicData uri="http://schemas.openxmlformats.org/drawingml/2006/table">
            <a:tbl>
              <a:tblPr firstRow="0" firstCol="0" lastRow="0" lastCol="0" bandRow="0" bandCol="0">
                <a:noFill/>
              </a:tblPr>
              <a:tblGrid>
                <a:gridCol w="2900680"/>
                <a:gridCol w="1161415"/>
                <a:gridCol w="12168505"/>
              </a:tblGrid>
              <a:tr h="1276350">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Tanggal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No. DK</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Tindakan Keperawatan dan Reaksi Hasil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3785870">
                <a:tc>
                  <a:txBody>
                    <a:bodyPr/>
                    <a:p>
                      <a:pPr marL="0" marR="0" indent="0" algn="l">
                        <a:lnSpc>
                          <a:spcPts val="3355"/>
                        </a:lnSpc>
                        <a:buNone/>
                        <a:defRPr/>
                      </a:pPr>
                      <a:r>
                        <a:rPr sz="2400" cap="none">
                          <a:solidFill>
                            <a:srgbClr val="E4E4E4"/>
                          </a:solidFill>
                          <a:latin typeface="Glacial Indifference"/>
                          <a:ea typeface="Glacial Indifference"/>
                          <a:cs typeface="Glacial Indifference"/>
                        </a:rPr>
                        <a:t>12 Desember 2023</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a:pPr>
                      <a:r>
                        <a:rPr sz="2400" cap="none">
                          <a:solidFill>
                            <a:srgbClr val="E4E4E4"/>
                          </a:solidFill>
                          <a:latin typeface="Glacial Indifference"/>
                          <a:ea typeface="Glacial Indifference"/>
                          <a:cs typeface="Glacial Indifference"/>
                        </a:rPr>
                        <a:t>2</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Mengidentifikasi toleransi fisik dan melakukan pergerakan</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Memonitoring kondisi umum selama mobilisasi</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Melibatkan keluarga selama melakukan pergerakan untuk membantu</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Kh: Pergerakan ekstremitas:</a:t>
                      </a:r>
                      <a:endParaRPr sz="2400" cap="none">
                        <a:solidFill>
                          <a:srgbClr val="E4E4E4"/>
                        </a:solidFill>
                        <a:latin typeface="Glacial Indifference"/>
                        <a:ea typeface="Glacial Indifference"/>
                        <a:cs typeface="Glacial Indifference"/>
                      </a:endParaRPr>
                    </a:p>
                    <a:p>
                      <a:pPr marL="360045" marR="0" indent="0" algn="l">
                        <a:lnSpc>
                          <a:spcPts val="2875"/>
                        </a:lnSpc>
                        <a:buNone/>
                        <a:defRPr/>
                      </a:pPr>
                      <a:r>
                        <a:rPr sz="2400" cap="none">
                          <a:solidFill>
                            <a:srgbClr val="E4E4E4"/>
                          </a:solidFill>
                          <a:latin typeface="Glacial Indifference"/>
                          <a:ea typeface="Glacial Indifference"/>
                          <a:cs typeface="Glacial Indifference"/>
                        </a:rPr>
                        <a:t>Kekuatan otot   5555|4444</a:t>
                      </a:r>
                      <a:endParaRPr sz="2400" cap="none">
                        <a:solidFill>
                          <a:srgbClr val="E4E4E4"/>
                        </a:solidFill>
                        <a:latin typeface="Glacial Indifference"/>
                        <a:ea typeface="Glacial Indifference"/>
                        <a:cs typeface="Glacial Indifference"/>
                      </a:endParaRPr>
                    </a:p>
                    <a:p>
                      <a:pPr marL="360045" marR="0" indent="0" algn="l">
                        <a:lnSpc>
                          <a:spcPts val="2875"/>
                        </a:lnSpc>
                        <a:buNone/>
                        <a:defRPr/>
                      </a:pPr>
                      <a:r>
                        <a:rPr sz="2400" cap="none">
                          <a:solidFill>
                            <a:srgbClr val="E4E4E4"/>
                          </a:solidFill>
                          <a:latin typeface="Glacial Indifference"/>
                          <a:ea typeface="Glacial Indifference"/>
                          <a:cs typeface="Glacial Indifference"/>
                        </a:rPr>
                        <a:t>Rentang otot     5555|5555</a:t>
                      </a:r>
                      <a:endParaRPr sz="2400"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165312036" name="TextBox 16"/>
          <p:cNvSpPr/>
          <p:nvPr/>
        </p:nvSpPr>
        <p:spPr bwMode="auto">
          <a:xfrm>
            <a:off x="1028700" y="1812290"/>
            <a:ext cx="16230600" cy="85280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Pelaksanaan Keperawatan</a:t>
            </a:r>
            <a:endParaRPr/>
          </a:p>
        </p:txBody>
      </p:sp>
      <p:sp>
        <p:nvSpPr>
          <p:cNvPr id="1283294014" name="TextBox 17"/>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5DA295"/>
        </a:solidFill>
      </p:bgPr>
    </p:bg>
    <p:spTree>
      <p:nvGrpSpPr>
        <p:cNvPr id="1" name=""/>
        <p:cNvGrpSpPr/>
        <p:nvPr/>
      </p:nvGrpSpPr>
      <p:grpSpPr bwMode="auto">
        <a:xfrm>
          <a:off x="0" y="0"/>
          <a:ext cx="0" cy="0"/>
          <a:chOff x="0" y="0"/>
          <a:chExt cx="0" cy="0"/>
        </a:xfrm>
      </p:grpSpPr>
      <p:grpSp>
        <p:nvGrpSpPr>
          <p:cNvPr id="896240184"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420575593"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179287208"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39</a:t>
            </a:r>
            <a:endParaRPr/>
          </a:p>
        </p:txBody>
      </p:sp>
      <p:sp>
        <p:nvSpPr>
          <p:cNvPr id="2072164511"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1494693677"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626540054"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584454848"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1271523366"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2063748680"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291069719" name=""/>
          <p:cNvGraphicFramePr>
            <a:graphicFrameLocks xmlns:a="http://schemas.openxmlformats.org/drawingml/2006/main" noGrp="1"/>
          </p:cNvGraphicFramePr>
          <p:nvPr/>
        </p:nvGraphicFramePr>
        <p:xfrm>
          <a:off x="1028700" y="2933699"/>
          <a:ext cx="16230600" cy="5019040"/>
        </p:xfrm>
        <a:graphic>
          <a:graphicData uri="http://schemas.openxmlformats.org/drawingml/2006/table">
            <a:tbl>
              <a:tblPr firstRow="0" firstCol="0" lastRow="0" lastCol="0" bandRow="0" bandCol="0">
                <a:noFill/>
              </a:tblPr>
              <a:tblGrid>
                <a:gridCol w="2900680"/>
                <a:gridCol w="1161415"/>
                <a:gridCol w="12168505"/>
              </a:tblGrid>
              <a:tr h="1276350">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Tanggal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No. DK</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Tindakan Keperawatan dan Reaksi Hasil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3785870">
                <a:tc>
                  <a:txBody>
                    <a:bodyPr/>
                    <a:p>
                      <a:pPr marL="0" marR="0" indent="0" algn="l">
                        <a:lnSpc>
                          <a:spcPts val="3355"/>
                        </a:lnSpc>
                        <a:buNone/>
                        <a:defRPr/>
                      </a:pPr>
                      <a:r>
                        <a:rPr sz="2400" cap="none">
                          <a:solidFill>
                            <a:srgbClr val="E4E4E4"/>
                          </a:solidFill>
                          <a:latin typeface="Glacial Indifference"/>
                          <a:ea typeface="Glacial Indifference"/>
                          <a:cs typeface="Glacial Indifference"/>
                        </a:rPr>
                        <a:t>12 Desember 2023</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a:pPr>
                      <a:r>
                        <a:rPr sz="2400" cap="none">
                          <a:solidFill>
                            <a:srgbClr val="E4E4E4"/>
                          </a:solidFill>
                          <a:latin typeface="Glacial Indifference"/>
                          <a:ea typeface="Glacial Indifference"/>
                          <a:cs typeface="Glacial Indifference"/>
                        </a:rPr>
                        <a:t>2</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Memonitor tanda dan gejala infeksi lokal</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Membatasi jumlah pengunjung</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Menjelaskan tanda dan gejala infeksi</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Mengajarkan cara memeriksa luka</a:t>
                      </a:r>
                      <a:br>
                        <a:rPr/>
                      </a:b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Rh: Klien dapat memahami dan mempraktikkan cara memeriksa luka</a:t>
                      </a:r>
                      <a:br>
                        <a:rPr/>
                      </a:br>
                      <a:endParaRPr sz="2400" cap="none">
                        <a:solidFill>
                          <a:srgbClr val="E4E4E4"/>
                        </a:solidFill>
                        <a:latin typeface="Glacial Indifference"/>
                        <a:ea typeface="Glacial Indifference"/>
                        <a:cs typeface="Glacial Indifference"/>
                      </a:endParaRPr>
                    </a:p>
                    <a:p>
                      <a:pPr marL="0" marR="0" indent="0" algn="l">
                        <a:lnSpc>
                          <a:spcPts val="2875"/>
                        </a:lnSpc>
                        <a:buNone/>
                        <a:defRPr/>
                      </a:pPr>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892476706" name="TextBox 16"/>
          <p:cNvSpPr/>
          <p:nvPr/>
        </p:nvSpPr>
        <p:spPr bwMode="auto">
          <a:xfrm>
            <a:off x="1028700" y="1812290"/>
            <a:ext cx="16230600" cy="82105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Pelaksanaan Keperawatan</a:t>
            </a:r>
            <a:endParaRPr/>
          </a:p>
        </p:txBody>
      </p:sp>
      <p:sp>
        <p:nvSpPr>
          <p:cNvPr id="1266732150" name="TextBox 17"/>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5DA295"/>
        </a:solidFill>
      </p:bgPr>
    </p:bg>
    <p:spTree>
      <p:nvGrpSpPr>
        <p:cNvPr id="1" name=""/>
        <p:cNvGrpSpPr/>
        <p:nvPr/>
      </p:nvGrpSpPr>
      <p:grpSpPr bwMode="auto">
        <a:xfrm>
          <a:off x="0" y="0"/>
          <a:ext cx="0" cy="0"/>
          <a:chOff x="0" y="0"/>
          <a:chExt cx="0" cy="0"/>
        </a:xfrm>
      </p:grpSpPr>
      <p:grpSp>
        <p:nvGrpSpPr>
          <p:cNvPr id="382003656"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664370371"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110859356"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40</a:t>
            </a:r>
            <a:endParaRPr/>
          </a:p>
        </p:txBody>
      </p:sp>
      <p:sp>
        <p:nvSpPr>
          <p:cNvPr id="1777898491"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909021646"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1040844913"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1484432797"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221557454"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777687969"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1124131158" name=""/>
          <p:cNvGraphicFramePr>
            <a:graphicFrameLocks xmlns:a="http://schemas.openxmlformats.org/drawingml/2006/main" noGrp="1"/>
          </p:cNvGraphicFramePr>
          <p:nvPr/>
        </p:nvGraphicFramePr>
        <p:xfrm>
          <a:off x="1028700" y="2933699"/>
          <a:ext cx="16230600" cy="5019040"/>
        </p:xfrm>
        <a:graphic>
          <a:graphicData uri="http://schemas.openxmlformats.org/drawingml/2006/table">
            <a:tbl>
              <a:tblPr firstRow="0" firstCol="0" lastRow="0" lastCol="0" bandRow="0" bandCol="0">
                <a:noFill/>
              </a:tblPr>
              <a:tblGrid>
                <a:gridCol w="2900680"/>
                <a:gridCol w="1161415"/>
                <a:gridCol w="12168505"/>
              </a:tblGrid>
              <a:tr h="1276350">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Tanggal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No. DK</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Tindakan Keperawatan dan Reaksi Hasil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3785870">
                <a:tc>
                  <a:txBody>
                    <a:bodyPr/>
                    <a:p>
                      <a:pPr marL="0" marR="0" indent="0" algn="l">
                        <a:lnSpc>
                          <a:spcPts val="3355"/>
                        </a:lnSpc>
                        <a:buNone/>
                        <a:defRPr/>
                      </a:pPr>
                      <a:r>
                        <a:rPr sz="2400" cap="none">
                          <a:solidFill>
                            <a:srgbClr val="E4E4E4"/>
                          </a:solidFill>
                          <a:latin typeface="Glacial Indifference"/>
                          <a:ea typeface="Glacial Indifference"/>
                          <a:cs typeface="Glacial Indifference"/>
                        </a:rPr>
                        <a:t>13 Desember 2023</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a:pPr>
                      <a:r>
                        <a:rPr sz="2400" cap="none">
                          <a:solidFill>
                            <a:srgbClr val="E4E4E4"/>
                          </a:solidFill>
                          <a:latin typeface="Glacial Indifference"/>
                          <a:ea typeface="Glacial Indifference"/>
                          <a:cs typeface="Glacial Indifference"/>
                        </a:rPr>
                        <a:t>3</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Mengidentifikasi adanya nyeri/keluhan lainnya</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Rh: Tidak ada nyeri/keluhan lain selain luka bekas operasi</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Skala nyeri: 4</a:t>
                      </a:r>
                      <a:br>
                        <a:rPr/>
                      </a:b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Memberikan teknik napas dalam jika pasien merasakan nyeri</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Menjelaskan strategi meredakan nyeri</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Rh: Klien memahami dan nyeri berkurang</a:t>
                      </a:r>
                      <a:endParaRPr sz="2400"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546839308" name="TextBox 16"/>
          <p:cNvSpPr/>
          <p:nvPr/>
        </p:nvSpPr>
        <p:spPr bwMode="auto">
          <a:xfrm>
            <a:off x="1028700" y="1812290"/>
            <a:ext cx="16230600" cy="82105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Pelaksanaan Keperawatan</a:t>
            </a:r>
            <a:endParaRPr/>
          </a:p>
        </p:txBody>
      </p:sp>
      <p:sp>
        <p:nvSpPr>
          <p:cNvPr id="1549423679" name="TextBox 17"/>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5DA295"/>
        </a:solidFill>
      </p:bgPr>
    </p:bg>
    <p:spTree>
      <p:nvGrpSpPr>
        <p:cNvPr id="1" name=""/>
        <p:cNvGrpSpPr/>
        <p:nvPr/>
      </p:nvGrpSpPr>
      <p:grpSpPr bwMode="auto">
        <a:xfrm>
          <a:off x="0" y="0"/>
          <a:ext cx="0" cy="0"/>
          <a:chOff x="0" y="0"/>
          <a:chExt cx="0" cy="0"/>
        </a:xfrm>
      </p:grpSpPr>
      <p:grpSp>
        <p:nvGrpSpPr>
          <p:cNvPr id="1105630296"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E4E4E4"/>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788481536"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423693933"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FFFFFF"/>
                </a:solidFill>
                <a:latin typeface="Glacial Indifference"/>
                <a:ea typeface="Glacial Indifference"/>
                <a:cs typeface="Glacial Indifference"/>
              </a:defRPr>
            </a:pPr>
            <a:r>
              <a:rPr/>
              <a:t>41</a:t>
            </a:r>
            <a:endParaRPr/>
          </a:p>
        </p:txBody>
      </p:sp>
      <p:sp>
        <p:nvSpPr>
          <p:cNvPr id="1239346304" name="AutoShape 9"/>
          <p:cNvSpPr/>
          <p:nvPr/>
        </p:nvSpPr>
        <p:spPr bwMode="auto">
          <a:xfrm>
            <a:off x="16563975" y="8877300"/>
            <a:ext cx="0" cy="762000"/>
          </a:xfrm>
          <a:prstGeom prst="line">
            <a:avLst/>
          </a:prstGeom>
          <a:noFill/>
          <a:ln w="95250" cap="flat" cmpd="sng" algn="ctr">
            <a:solidFill>
              <a:srgbClr val="BFDDD2"/>
            </a:solidFill>
            <a:prstDash val="solid"/>
            <a:headEnd type="none"/>
            <a:tailEnd type="none"/>
          </a:ln>
          <a:effectLst/>
        </p:spPr>
      </p:sp>
      <p:sp>
        <p:nvSpPr>
          <p:cNvPr id="2058386997" name="Freeform 10"/>
          <p:cNvSpPr/>
          <p:nvPr/>
        </p:nvSpPr>
        <p:spPr bwMode="auto">
          <a:xfrm>
            <a:off x="16315690" y="677545"/>
            <a:ext cx="1452245" cy="1457325"/>
          </a:xfrm>
          <a:custGeom>
            <a:avLst/>
            <a:gdLst/>
            <a:ahLst/>
            <a:cxnLst/>
            <a:rect l="0" t="0" r="1452245" b="1457325"/>
            <a:pathLst>
              <a:path w="1452245" h="1457325" fill="norm" stroke="1" extrusionOk="0">
                <a:moveTo>
                  <a:pt x="0" y="0"/>
                </a:moveTo>
                <a:lnTo>
                  <a:pt x="1452246" y="0"/>
                </a:lnTo>
                <a:lnTo>
                  <a:pt x="1452246" y="1457325"/>
                </a:lnTo>
                <a:lnTo>
                  <a:pt x="0" y="1457325"/>
                </a:lnTo>
                <a:lnTo>
                  <a:pt x="0" y="0"/>
                </a:lnTo>
                <a:close/>
              </a:path>
            </a:pathLst>
          </a:custGeom>
          <a:blipFill>
            <a:blip r:embed="rId3"/>
            <a:stretch/>
          </a:blipFill>
          <a:ln>
            <a:noFill/>
          </a:ln>
          <a:effectLst/>
        </p:spPr>
      </p:sp>
      <p:sp>
        <p:nvSpPr>
          <p:cNvPr id="1949343412" name="Freeform 11"/>
          <p:cNvSpPr/>
          <p:nvPr/>
        </p:nvSpPr>
        <p:spPr bwMode="auto">
          <a:xfrm>
            <a:off x="15555595" y="2275205"/>
            <a:ext cx="713105" cy="713105"/>
          </a:xfrm>
          <a:custGeom>
            <a:avLst/>
            <a:gdLst/>
            <a:ahLst/>
            <a:cxnLst/>
            <a:rect l="0" t="0" r="713105" b="713105"/>
            <a:pathLst>
              <a:path w="713105" h="713105" fill="norm" stroke="1" extrusionOk="0">
                <a:moveTo>
                  <a:pt x="0" y="0"/>
                </a:moveTo>
                <a:lnTo>
                  <a:pt x="713105" y="0"/>
                </a:lnTo>
                <a:lnTo>
                  <a:pt x="713105" y="713105"/>
                </a:lnTo>
                <a:lnTo>
                  <a:pt x="0" y="713105"/>
                </a:lnTo>
                <a:lnTo>
                  <a:pt x="0" y="0"/>
                </a:lnTo>
                <a:close/>
              </a:path>
            </a:pathLst>
          </a:custGeom>
          <a:blipFill>
            <a:blip r:embed="rId4"/>
            <a:stretch/>
          </a:blipFill>
          <a:ln>
            <a:noFill/>
          </a:ln>
          <a:effectLst/>
        </p:spPr>
      </p:sp>
      <p:sp>
        <p:nvSpPr>
          <p:cNvPr id="2048384612" name="Freeform 12"/>
          <p:cNvSpPr/>
          <p:nvPr/>
        </p:nvSpPr>
        <p:spPr bwMode="auto">
          <a:xfrm>
            <a:off x="-546100" y="6885305"/>
            <a:ext cx="3983990" cy="3984625"/>
          </a:xfrm>
          <a:custGeom>
            <a:avLst/>
            <a:gdLst/>
            <a:ahLst/>
            <a:cxnLst/>
            <a:rect l="0" t="0" r="3983990" b="3984625"/>
            <a:pathLst>
              <a:path w="3983990" h="3984625" fill="norm" stroke="1" extrusionOk="0">
                <a:moveTo>
                  <a:pt x="0" y="0"/>
                </a:moveTo>
                <a:lnTo>
                  <a:pt x="3983990" y="0"/>
                </a:lnTo>
                <a:lnTo>
                  <a:pt x="3983990" y="3984623"/>
                </a:lnTo>
                <a:lnTo>
                  <a:pt x="0" y="3984623"/>
                </a:lnTo>
                <a:lnTo>
                  <a:pt x="0" y="0"/>
                </a:lnTo>
                <a:close/>
              </a:path>
            </a:pathLst>
          </a:custGeom>
          <a:blipFill>
            <a:blip r:embed="rId5"/>
            <a:stretch/>
          </a:blipFill>
          <a:ln>
            <a:noFill/>
          </a:ln>
          <a:effectLst/>
        </p:spPr>
      </p:sp>
      <p:sp>
        <p:nvSpPr>
          <p:cNvPr id="784531767" name="Freeform 13"/>
          <p:cNvSpPr/>
          <p:nvPr/>
        </p:nvSpPr>
        <p:spPr bwMode="auto">
          <a:xfrm>
            <a:off x="2987040" y="7590790"/>
            <a:ext cx="1908810" cy="1546225"/>
          </a:xfrm>
          <a:custGeom>
            <a:avLst/>
            <a:gdLst/>
            <a:ahLst/>
            <a:cxnLst/>
            <a:rect l="0" t="0" r="1908810" b="1546225"/>
            <a:pathLst>
              <a:path w="1908810" h="1546225" fill="norm" stroke="1" extrusionOk="0">
                <a:moveTo>
                  <a:pt x="0" y="0"/>
                </a:moveTo>
                <a:lnTo>
                  <a:pt x="1908810" y="0"/>
                </a:lnTo>
                <a:lnTo>
                  <a:pt x="1908810" y="1546225"/>
                </a:lnTo>
                <a:lnTo>
                  <a:pt x="0" y="1546225"/>
                </a:lnTo>
                <a:lnTo>
                  <a:pt x="0" y="0"/>
                </a:lnTo>
                <a:close/>
              </a:path>
            </a:pathLst>
          </a:custGeom>
          <a:blipFill>
            <a:blip r:embed="rId6"/>
            <a:stretch/>
          </a:blipFill>
          <a:ln>
            <a:noFill/>
          </a:ln>
          <a:effectLst/>
        </p:spPr>
      </p:sp>
      <p:sp>
        <p:nvSpPr>
          <p:cNvPr id="169905035" name="Freeform 14"/>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7"/>
            <a:stretch/>
          </a:blipFill>
          <a:ln>
            <a:noFill/>
          </a:ln>
          <a:effectLst/>
        </p:spPr>
      </p:sp>
      <p:graphicFrame>
        <p:nvGraphicFramePr>
          <p:cNvPr id="762978711" name=""/>
          <p:cNvGraphicFramePr>
            <a:graphicFrameLocks xmlns:a="http://schemas.openxmlformats.org/drawingml/2006/main" noGrp="1"/>
          </p:cNvGraphicFramePr>
          <p:nvPr/>
        </p:nvGraphicFramePr>
        <p:xfrm>
          <a:off x="1028700" y="2933699"/>
          <a:ext cx="16230600" cy="5019040"/>
        </p:xfrm>
        <a:graphic>
          <a:graphicData uri="http://schemas.openxmlformats.org/drawingml/2006/table">
            <a:tbl>
              <a:tblPr firstRow="0" firstCol="0" lastRow="0" lastCol="0" bandRow="0" bandCol="0">
                <a:noFill/>
              </a:tblPr>
              <a:tblGrid>
                <a:gridCol w="2900680"/>
                <a:gridCol w="1161415"/>
                <a:gridCol w="12168505"/>
              </a:tblGrid>
              <a:tr h="1276350">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Tanggal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No. DK</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ctr">
                        <a:lnSpc>
                          <a:spcPts val="3355"/>
                        </a:lnSpc>
                        <a:buNone/>
                        <a:defRPr sz="2400" b="1" cap="none">
                          <a:latin typeface="Glacial Indifference"/>
                          <a:ea typeface="Glacial Indifference"/>
                          <a:cs typeface="Glacial Indifference"/>
                        </a:defRPr>
                      </a:pPr>
                      <a:r>
                        <a:rPr cap="none">
                          <a:solidFill>
                            <a:srgbClr val="FFFFFF"/>
                          </a:solidFill>
                        </a:rPr>
                        <a:t>Tindakan Keperawatan dan Reaksi Hasil</a:t>
                      </a:r>
                      <a:endParaRPr cap="none">
                        <a:solidFill>
                          <a:srgbClr val="FFFFFF"/>
                        </a:solidFill>
                      </a:endParaRPr>
                    </a:p>
                  </a:txBody>
                  <a:tcPr marL="190500" marR="190500" marT="190500" marB="190500" vert="horz" anchor="ctr">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r h="3785870">
                <a:tc>
                  <a:txBody>
                    <a:bodyPr/>
                    <a:p>
                      <a:pPr marL="0" marR="0" indent="0" algn="l">
                        <a:lnSpc>
                          <a:spcPts val="3355"/>
                        </a:lnSpc>
                        <a:buNone/>
                        <a:defRPr/>
                      </a:pPr>
                      <a:r>
                        <a:rPr sz="2400" cap="none">
                          <a:solidFill>
                            <a:srgbClr val="E4E4E4"/>
                          </a:solidFill>
                          <a:latin typeface="Glacial Indifference"/>
                          <a:ea typeface="Glacial Indifference"/>
                          <a:cs typeface="Glacial Indifference"/>
                        </a:rPr>
                        <a:t>13 Desember 2023</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0" marR="0" indent="0" algn="l">
                        <a:lnSpc>
                          <a:spcPts val="3355"/>
                        </a:lnSpc>
                        <a:buNone/>
                        <a:defRPr/>
                      </a:pPr>
                      <a:r>
                        <a:rPr sz="2400" cap="none">
                          <a:solidFill>
                            <a:srgbClr val="E4E4E4"/>
                          </a:solidFill>
                          <a:latin typeface="Glacial Indifference"/>
                          <a:ea typeface="Glacial Indifference"/>
                          <a:cs typeface="Glacial Indifference"/>
                        </a:rPr>
                        <a:t>3</a:t>
                      </a:r>
                      <a:endParaRPr sz="1100" cap="none"/>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c>
                  <a:txBody>
                    <a:bodyPr/>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Mengidentifikasi toleransi fisik selama melakukan pergerakan</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Memonitor keadaan umum selama mobilisasi</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Wingdings"/>
                        <a:buChar char=""/>
                        <a:defRPr/>
                      </a:pPr>
                      <a:r>
                        <a:rPr sz="2400" cap="none">
                          <a:solidFill>
                            <a:srgbClr val="E4E4E4"/>
                          </a:solidFill>
                          <a:latin typeface="Glacial Indifference"/>
                          <a:ea typeface="Glacial Indifference"/>
                          <a:cs typeface="Glacial Indifference"/>
                        </a:rPr>
                        <a:t>Menjelaskan tujuan dan prosedur mobilisasi</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Rh: Klien memahami penjelasan tersebut</a:t>
                      </a:r>
                      <a:br>
                        <a:rPr/>
                      </a:br>
                      <a:endParaRPr sz="2400" cap="none">
                        <a:solidFill>
                          <a:srgbClr val="E4E4E4"/>
                        </a:solidFill>
                        <a:latin typeface="Glacial Indifference"/>
                        <a:ea typeface="Glacial Indifference"/>
                        <a:cs typeface="Glacial Indifference"/>
                      </a:endParaRPr>
                    </a:p>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Menganjurkan meningkatkan asupan cairan</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Memonitor tanda dan gejala infeksi lokal</a:t>
                      </a:r>
                      <a:endParaRPr sz="2400" cap="none">
                        <a:solidFill>
                          <a:srgbClr val="E4E4E4"/>
                        </a:solidFill>
                        <a:latin typeface="Glacial Indifference"/>
                        <a:ea typeface="Glacial Indifference"/>
                        <a:cs typeface="Glacial Indifference"/>
                      </a:endParaRPr>
                    </a:p>
                    <a:p>
                      <a:pPr marL="360045" marR="0" indent="-360045" algn="l">
                        <a:lnSpc>
                          <a:spcPts val="2875"/>
                        </a:lnSpc>
                        <a:buFont typeface="Arial"/>
                        <a:buChar char="•"/>
                        <a:defRPr/>
                      </a:pPr>
                      <a:r>
                        <a:rPr sz="2400" cap="none">
                          <a:solidFill>
                            <a:srgbClr val="E4E4E4"/>
                          </a:solidFill>
                          <a:latin typeface="Glacial Indifference"/>
                          <a:ea typeface="Glacial Indifference"/>
                          <a:cs typeface="Glacial Indifference"/>
                        </a:rPr>
                        <a:t>Membatasi jumlah pengunjung</a:t>
                      </a:r>
                      <a:endParaRPr sz="2400" cap="none">
                        <a:solidFill>
                          <a:srgbClr val="E4E4E4"/>
                        </a:solidFill>
                        <a:latin typeface="Glacial Indifference"/>
                        <a:ea typeface="Glacial Indifference"/>
                        <a:cs typeface="Glacial Indifference"/>
                      </a:endParaRPr>
                    </a:p>
                    <a:p>
                      <a:pPr marL="0" marR="0" indent="0" algn="l">
                        <a:lnSpc>
                          <a:spcPts val="2875"/>
                        </a:lnSpc>
                        <a:buNone/>
                        <a:defRPr/>
                      </a:pPr>
                      <a:r>
                        <a:rPr sz="2400" cap="none">
                          <a:solidFill>
                            <a:srgbClr val="E4E4E4"/>
                          </a:solidFill>
                          <a:latin typeface="Glacial Indifference"/>
                          <a:ea typeface="Glacial Indifference"/>
                          <a:cs typeface="Glacial Indifference"/>
                        </a:rPr>
                        <a:t>Rh: Jam besuk pasien dibatasi</a:t>
                      </a:r>
                      <a:endParaRPr sz="2400" cap="none">
                        <a:solidFill>
                          <a:srgbClr val="E4E4E4"/>
                        </a:solidFill>
                        <a:latin typeface="Glacial Indifference"/>
                        <a:ea typeface="Glacial Indifference"/>
                        <a:cs typeface="Glacial Indifference"/>
                      </a:endParaRPr>
                    </a:p>
                  </a:txBody>
                  <a:tcPr marL="190500" marR="190500" marT="190500" marB="190500" vert="horz">
                    <a:lnL w="38100" algn="ctr">
                      <a:solidFill>
                        <a:srgbClr val="BFDDD2"/>
                      </a:solidFill>
                    </a:lnL>
                    <a:lnR w="38100" algn="ctr">
                      <a:solidFill>
                        <a:srgbClr val="BFDDD2"/>
                      </a:solidFill>
                    </a:lnR>
                    <a:lnT w="38100" algn="ctr">
                      <a:solidFill>
                        <a:srgbClr val="BFDDD2"/>
                      </a:solidFill>
                    </a:lnT>
                    <a:lnB w="38100" algn="ctr">
                      <a:solidFill>
                        <a:srgbClr val="BFDDD2"/>
                      </a:solidFill>
                    </a:lnB>
                    <a:noFill/>
                  </a:tcPr>
                </a:tc>
              </a:tr>
            </a:tbl>
          </a:graphicData>
        </a:graphic>
      </p:graphicFrame>
      <p:sp>
        <p:nvSpPr>
          <p:cNvPr id="147507046" name="TextBox 16"/>
          <p:cNvSpPr/>
          <p:nvPr/>
        </p:nvSpPr>
        <p:spPr bwMode="auto">
          <a:xfrm>
            <a:off x="1028700" y="1812290"/>
            <a:ext cx="16230600" cy="821055"/>
          </a:xfrm>
          <a:prstGeom prst="rect">
            <a:avLst/>
          </a:prstGeom>
          <a:noFill/>
          <a:ln>
            <a:noFill/>
          </a:ln>
          <a:effectLst/>
        </p:spPr>
        <p:txBody>
          <a:bodyPr vert="horz" wrap="square" lIns="0" tIns="0" rIns="0" bIns="0" numCol="1" spcCol="215899" anchor="t"/>
          <a:lstStyle/>
          <a:p>
            <a:pPr algn="ctr">
              <a:lnSpc>
                <a:spcPts val="6715"/>
              </a:lnSpc>
              <a:defRPr sz="4800" b="1" cap="none">
                <a:solidFill>
                  <a:srgbClr val="FFFFFF"/>
                </a:solidFill>
                <a:latin typeface="Glacial Indifference"/>
                <a:ea typeface="Glacial Indifference"/>
                <a:cs typeface="Glacial Indifference"/>
              </a:defRPr>
            </a:pPr>
            <a:r>
              <a:rPr/>
              <a:t>Proses Keperawatan: Pelaksanaan Keperawatan</a:t>
            </a:r>
            <a:endParaRPr/>
          </a:p>
        </p:txBody>
      </p:sp>
      <p:sp>
        <p:nvSpPr>
          <p:cNvPr id="1574463802" name="TextBox 17"/>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FFFFFF"/>
                </a:solidFill>
                <a:latin typeface="Glacial Indifference"/>
                <a:ea typeface="Glacial Indifference"/>
                <a:cs typeface="Glacial Indifference"/>
              </a:defRPr>
            </a:pPr>
            <a:r>
              <a:rPr/>
              <a:t>FRAKTUR HUMERUS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413374221"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633549734"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957625396"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42</a:t>
            </a:r>
            <a:endParaRPr/>
          </a:p>
        </p:txBody>
      </p:sp>
      <p:sp>
        <p:nvSpPr>
          <p:cNvPr id="114348591"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612971227"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673905651"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1943510938"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1907897509"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756722605"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2042019436"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818868846"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1545939410"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138346479"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331035737"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018240522"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132673075" name="Freeform 29"/>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3"/>
            <a:stretch/>
          </a:blipFill>
          <a:ln>
            <a:noFill/>
          </a:ln>
          <a:effectLst/>
        </p:spPr>
      </p:sp>
      <p:sp>
        <p:nvSpPr>
          <p:cNvPr id="2078387065" name="Freeform 30"/>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4"/>
            <a:stretch/>
          </a:blipFill>
          <a:ln>
            <a:noFill/>
          </a:ln>
          <a:effectLst/>
        </p:spPr>
      </p:sp>
      <p:sp>
        <p:nvSpPr>
          <p:cNvPr id="1891234807" name="Freeform 31"/>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5"/>
            <a:stretch/>
          </a:blipFill>
          <a:ln>
            <a:noFill/>
          </a:ln>
          <a:effectLst/>
        </p:spPr>
      </p:sp>
      <p:sp>
        <p:nvSpPr>
          <p:cNvPr id="982107315" name="Freeform 32"/>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6"/>
            <a:stretch/>
          </a:blipFill>
          <a:ln>
            <a:noFill/>
          </a:ln>
          <a:effectLst/>
        </p:spPr>
      </p:sp>
      <p:sp>
        <p:nvSpPr>
          <p:cNvPr id="794589227" name="TextBox 33"/>
          <p:cNvSpPr/>
          <p:nvPr/>
        </p:nvSpPr>
        <p:spPr bwMode="auto">
          <a:xfrm>
            <a:off x="4075430" y="1470660"/>
            <a:ext cx="10137140" cy="804545"/>
          </a:xfrm>
          <a:prstGeom prst="rect">
            <a:avLst/>
          </a:prstGeom>
          <a:noFill/>
          <a:ln>
            <a:noFill/>
          </a:ln>
          <a:effectLst/>
        </p:spPr>
        <p:txBody>
          <a:bodyPr vert="horz" wrap="square" lIns="0" tIns="0" rIns="0" bIns="0" numCol="1" spcCol="215899" anchor="t"/>
          <a:lstStyle/>
          <a:p>
            <a:pPr algn="ctr">
              <a:lnSpc>
                <a:spcPts val="6580"/>
              </a:lnSpc>
              <a:defRPr sz="4700" b="1" cap="none">
                <a:solidFill>
                  <a:srgbClr val="000000"/>
                </a:solidFill>
                <a:latin typeface="Glacial Indifference"/>
                <a:ea typeface="Glacial Indifference"/>
                <a:cs typeface="Glacial Indifference"/>
              </a:defRPr>
            </a:pPr>
            <a:r>
              <a:rPr/>
              <a:t>Evaluasi Keperawatan</a:t>
            </a:r>
            <a:endParaRPr/>
          </a:p>
        </p:txBody>
      </p:sp>
      <p:sp>
        <p:nvSpPr>
          <p:cNvPr id="238097804" name="TextBox 34"/>
          <p:cNvSpPr/>
          <p:nvPr/>
        </p:nvSpPr>
        <p:spPr bwMode="auto">
          <a:xfrm>
            <a:off x="23437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S</a:t>
            </a:r>
            <a:endParaRPr/>
          </a:p>
        </p:txBody>
      </p:sp>
      <p:sp>
        <p:nvSpPr>
          <p:cNvPr id="371307662" name="TextBox 35"/>
          <p:cNvSpPr/>
          <p:nvPr/>
        </p:nvSpPr>
        <p:spPr bwMode="auto">
          <a:xfrm>
            <a:off x="1649730" y="4834890"/>
            <a:ext cx="3257550" cy="18383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Klien mengatakan nyeri pada luka bekas operasi sebelah kanan</a:t>
            </a:r>
            <a:endParaRPr/>
          </a:p>
        </p:txBody>
      </p:sp>
      <p:sp>
        <p:nvSpPr>
          <p:cNvPr id="1097290541" name="TextBox 36"/>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1907504359" name="Freeform 3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7"/>
            <a:stretch/>
          </a:blipFill>
          <a:ln>
            <a:noFill/>
          </a:ln>
          <a:effectLst/>
        </p:spPr>
      </p:sp>
      <p:sp>
        <p:nvSpPr>
          <p:cNvPr id="452950830" name="Freeform 3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
        <p:nvSpPr>
          <p:cNvPr id="2104676470" name="TextBox 39"/>
          <p:cNvSpPr/>
          <p:nvPr/>
        </p:nvSpPr>
        <p:spPr bwMode="auto">
          <a:xfrm>
            <a:off x="6697980" y="2335530"/>
            <a:ext cx="4892039" cy="537845"/>
          </a:xfrm>
          <a:prstGeom prst="rect">
            <a:avLst/>
          </a:prstGeom>
          <a:noFill/>
          <a:ln>
            <a:noFill/>
          </a:ln>
          <a:effectLst/>
        </p:spPr>
        <p:txBody>
          <a:bodyPr vert="horz" wrap="square" lIns="0" tIns="0" rIns="0" bIns="0" numCol="1" spcCol="215899" anchor="t"/>
          <a:lstStyle/>
          <a:p>
            <a:pPr algn="ctr">
              <a:lnSpc>
                <a:spcPts val="4480"/>
              </a:lnSpc>
              <a:defRPr sz="2800" b="1" cap="none">
                <a:solidFill>
                  <a:srgbClr val="000000"/>
                </a:solidFill>
                <a:latin typeface="Glacial Indifference"/>
                <a:ea typeface="Glacial Indifference"/>
                <a:cs typeface="Glacial Indifference"/>
              </a:defRPr>
            </a:pPr>
            <a:r>
              <a:rPr/>
              <a:t>No. </a:t>
            </a:r>
            <a:r>
              <a:rPr/>
              <a:t>DK 1, 11 Desember 2023</a:t>
            </a:r>
            <a:endParaRPr/>
          </a:p>
        </p:txBody>
      </p:sp>
      <p:sp>
        <p:nvSpPr>
          <p:cNvPr id="2039508599" name="TextBox 40"/>
          <p:cNvSpPr/>
          <p:nvPr/>
        </p:nvSpPr>
        <p:spPr bwMode="auto">
          <a:xfrm>
            <a:off x="63315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O</a:t>
            </a:r>
            <a:endParaRPr/>
          </a:p>
        </p:txBody>
      </p:sp>
      <p:sp>
        <p:nvSpPr>
          <p:cNvPr id="1303970610" name="TextBox 41"/>
          <p:cNvSpPr/>
          <p:nvPr/>
        </p:nvSpPr>
        <p:spPr bwMode="auto">
          <a:xfrm>
            <a:off x="1030414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A</a:t>
            </a:r>
            <a:endParaRPr/>
          </a:p>
        </p:txBody>
      </p:sp>
      <p:sp>
        <p:nvSpPr>
          <p:cNvPr id="1974432072" name="TextBox 42"/>
          <p:cNvSpPr/>
          <p:nvPr/>
        </p:nvSpPr>
        <p:spPr bwMode="auto">
          <a:xfrm>
            <a:off x="141039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P</a:t>
            </a:r>
            <a:endParaRPr/>
          </a:p>
        </p:txBody>
      </p:sp>
      <p:sp>
        <p:nvSpPr>
          <p:cNvPr id="1305828057" name="TextBox 43"/>
          <p:cNvSpPr/>
          <p:nvPr/>
        </p:nvSpPr>
        <p:spPr bwMode="auto">
          <a:xfrm>
            <a:off x="5602605" y="4834890"/>
            <a:ext cx="3258185" cy="3291840"/>
          </a:xfrm>
          <a:prstGeom prst="rect">
            <a:avLst/>
          </a:prstGeom>
          <a:noFill/>
          <a:ln>
            <a:noFill/>
          </a:ln>
          <a:effectLst/>
        </p:spPr>
        <p:txBody>
          <a:bodyPr vert="horz" wrap="square" lIns="0" tIns="0" rIns="0" bIns="0" numCol="1" spcCol="215899" anchor="t"/>
          <a:lstStyle/>
          <a:p>
            <a:pPr algn="l">
              <a:lnSpc>
                <a:spcPts val="3240"/>
              </a:lnSpc>
              <a:defRPr/>
            </a:pPr>
            <a:r>
              <a:rPr sz="2700" cap="none">
                <a:solidFill>
                  <a:srgbClr val="000000"/>
                </a:solidFill>
                <a:latin typeface="Glacial Indifference"/>
                <a:ea typeface="Glacial Indifference"/>
                <a:cs typeface="Glacial Indifference"/>
              </a:rPr>
              <a:t>Klien tampak gelisah dan meringis</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Kesadaran: </a:t>
            </a:r>
            <a:r>
              <a:rPr sz="2700" cap="none">
                <a:solidFill>
                  <a:srgbClr val="000000"/>
                </a:solidFill>
                <a:latin typeface="Glacial Indifference"/>
                <a:ea typeface="Glacial Indifference"/>
                <a:cs typeface="Glacial Indifference"/>
              </a:rPr>
              <a:t>cm</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TD: 129/73</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N: </a:t>
            </a:r>
            <a:r>
              <a:rPr sz="2700" cap="none">
                <a:solidFill>
                  <a:srgbClr val="000000"/>
                </a:solidFill>
                <a:latin typeface="Glacial Indifference"/>
                <a:ea typeface="Glacial Indifference"/>
                <a:cs typeface="Glacial Indifference"/>
              </a:rPr>
              <a:t>93x/menit</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S: 36.9°C</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RR: </a:t>
            </a:r>
            <a:r>
              <a:rPr sz="2700" cap="none">
                <a:solidFill>
                  <a:srgbClr val="000000"/>
                </a:solidFill>
                <a:latin typeface="Glacial Indifference"/>
                <a:ea typeface="Glacial Indifference"/>
                <a:cs typeface="Glacial Indifference"/>
              </a:rPr>
              <a:t>20x/menit</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Skala nyeri: 7</a:t>
            </a:r>
            <a:endParaRPr sz="2700" cap="none">
              <a:solidFill>
                <a:srgbClr val="000000"/>
              </a:solidFill>
              <a:latin typeface="Glacial Indifference"/>
              <a:ea typeface="Glacial Indifference"/>
              <a:cs typeface="Glacial Indifference"/>
            </a:endParaRPr>
          </a:p>
        </p:txBody>
      </p:sp>
      <p:sp>
        <p:nvSpPr>
          <p:cNvPr id="720670466" name="TextBox 44"/>
          <p:cNvSpPr/>
          <p:nvPr/>
        </p:nvSpPr>
        <p:spPr bwMode="auto">
          <a:xfrm>
            <a:off x="9492615" y="4834890"/>
            <a:ext cx="3257550" cy="9239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Masalah belum teratasi</a:t>
            </a:r>
            <a:endParaRPr/>
          </a:p>
        </p:txBody>
      </p:sp>
      <p:sp>
        <p:nvSpPr>
          <p:cNvPr id="1082019814" name="TextBox 45"/>
          <p:cNvSpPr/>
          <p:nvPr/>
        </p:nvSpPr>
        <p:spPr bwMode="auto">
          <a:xfrm>
            <a:off x="13440410" y="4834890"/>
            <a:ext cx="3257550" cy="9239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Intervensi dilanjutkan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654797750"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378198408"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634777661"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43</a:t>
            </a:r>
            <a:endParaRPr/>
          </a:p>
        </p:txBody>
      </p:sp>
      <p:sp>
        <p:nvSpPr>
          <p:cNvPr id="2002530271"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513164070"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1986129300"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1989469784"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155213520"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1191144289"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291332311"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703859244"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1023242766"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983955308"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28425338"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972144515"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597864878" name="Freeform 29"/>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3"/>
            <a:stretch/>
          </a:blipFill>
          <a:ln>
            <a:noFill/>
          </a:ln>
          <a:effectLst/>
        </p:spPr>
      </p:sp>
      <p:sp>
        <p:nvSpPr>
          <p:cNvPr id="1123392978" name="Freeform 30"/>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4"/>
            <a:stretch/>
          </a:blipFill>
          <a:ln>
            <a:noFill/>
          </a:ln>
          <a:effectLst/>
        </p:spPr>
      </p:sp>
      <p:sp>
        <p:nvSpPr>
          <p:cNvPr id="1569544796" name="Freeform 31"/>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5"/>
            <a:stretch/>
          </a:blipFill>
          <a:ln>
            <a:noFill/>
          </a:ln>
          <a:effectLst/>
        </p:spPr>
      </p:sp>
      <p:sp>
        <p:nvSpPr>
          <p:cNvPr id="1564429078" name="Freeform 32"/>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6"/>
            <a:stretch/>
          </a:blipFill>
          <a:ln>
            <a:noFill/>
          </a:ln>
          <a:effectLst/>
        </p:spPr>
      </p:sp>
      <p:sp>
        <p:nvSpPr>
          <p:cNvPr id="1900103156" name="TextBox 33"/>
          <p:cNvSpPr/>
          <p:nvPr/>
        </p:nvSpPr>
        <p:spPr bwMode="auto">
          <a:xfrm>
            <a:off x="4075430" y="1470660"/>
            <a:ext cx="10137140" cy="835660"/>
          </a:xfrm>
          <a:prstGeom prst="rect">
            <a:avLst/>
          </a:prstGeom>
          <a:noFill/>
          <a:ln>
            <a:noFill/>
          </a:ln>
          <a:effectLst/>
        </p:spPr>
        <p:txBody>
          <a:bodyPr vert="horz" wrap="square" lIns="0" tIns="0" rIns="0" bIns="0" numCol="1" spcCol="215899" anchor="t"/>
          <a:lstStyle/>
          <a:p>
            <a:pPr algn="ctr">
              <a:lnSpc>
                <a:spcPts val="6580"/>
              </a:lnSpc>
              <a:defRPr sz="4700" b="1" cap="none">
                <a:solidFill>
                  <a:srgbClr val="000000"/>
                </a:solidFill>
                <a:latin typeface="Glacial Indifference"/>
                <a:ea typeface="Glacial Indifference"/>
                <a:cs typeface="Glacial Indifference"/>
              </a:defRPr>
            </a:pPr>
            <a:r>
              <a:rPr/>
              <a:t>Evaluasi Keperawatan</a:t>
            </a:r>
            <a:endParaRPr/>
          </a:p>
        </p:txBody>
      </p:sp>
      <p:sp>
        <p:nvSpPr>
          <p:cNvPr id="636718894" name="TextBox 34"/>
          <p:cNvSpPr/>
          <p:nvPr/>
        </p:nvSpPr>
        <p:spPr bwMode="auto">
          <a:xfrm>
            <a:off x="23437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S</a:t>
            </a:r>
            <a:endParaRPr/>
          </a:p>
        </p:txBody>
      </p:sp>
      <p:sp>
        <p:nvSpPr>
          <p:cNvPr id="773767533" name="TextBox 35"/>
          <p:cNvSpPr/>
          <p:nvPr/>
        </p:nvSpPr>
        <p:spPr bwMode="auto">
          <a:xfrm>
            <a:off x="1649730" y="4834890"/>
            <a:ext cx="3257550" cy="1838325"/>
          </a:xfrm>
          <a:prstGeom prst="rect">
            <a:avLst/>
          </a:prstGeom>
          <a:noFill/>
          <a:ln>
            <a:noFill/>
          </a:ln>
          <a:effectLst/>
        </p:spPr>
        <p:txBody>
          <a:bodyPr vert="horz" wrap="square" lIns="0" tIns="0" rIns="0" bIns="0" numCol="1" spcCol="215899" anchor="t"/>
          <a:lstStyle/>
          <a:p>
            <a:pPr algn="l">
              <a:lnSpc>
                <a:spcPts val="3600"/>
              </a:lnSpc>
              <a:defRPr sz="2800" cap="none"/>
            </a:pPr>
            <a:r>
              <a:rPr cap="none">
                <a:solidFill>
                  <a:srgbClr val="000000"/>
                </a:solidFill>
                <a:latin typeface="Glacial Indifference"/>
                <a:ea typeface="Glacial Indifference"/>
                <a:cs typeface="Glacial Indifference"/>
              </a:rPr>
              <a:t>Klien mengatakan kaku dan nyeri pada lengan saat bergerak</a:t>
            </a:r>
            <a:endParaRPr cap="none">
              <a:solidFill>
                <a:srgbClr val="000000"/>
              </a:solidFill>
              <a:latin typeface="Glacial Indifference"/>
              <a:ea typeface="Glacial Indifference"/>
              <a:cs typeface="Glacial Indifference"/>
            </a:endParaRPr>
          </a:p>
        </p:txBody>
      </p:sp>
      <p:sp>
        <p:nvSpPr>
          <p:cNvPr id="1108224417" name="TextBox 36"/>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500500785" name="Freeform 3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7"/>
            <a:stretch/>
          </a:blipFill>
          <a:ln>
            <a:noFill/>
          </a:ln>
          <a:effectLst/>
        </p:spPr>
      </p:sp>
      <p:sp>
        <p:nvSpPr>
          <p:cNvPr id="179832517" name="Freeform 3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
        <p:nvSpPr>
          <p:cNvPr id="2014160319" name="TextBox 39"/>
          <p:cNvSpPr/>
          <p:nvPr/>
        </p:nvSpPr>
        <p:spPr bwMode="auto">
          <a:xfrm>
            <a:off x="6654165" y="2335530"/>
            <a:ext cx="4979670" cy="537845"/>
          </a:xfrm>
          <a:prstGeom prst="rect">
            <a:avLst/>
          </a:prstGeom>
          <a:noFill/>
          <a:ln>
            <a:noFill/>
          </a:ln>
          <a:effectLst/>
        </p:spPr>
        <p:txBody>
          <a:bodyPr vert="horz" wrap="square" lIns="0" tIns="0" rIns="0" bIns="0" numCol="1" spcCol="215899" anchor="t"/>
          <a:lstStyle/>
          <a:p>
            <a:pPr algn="ctr">
              <a:lnSpc>
                <a:spcPts val="4480"/>
              </a:lnSpc>
              <a:defRPr sz="2800" b="1" cap="none">
                <a:solidFill>
                  <a:srgbClr val="000000"/>
                </a:solidFill>
                <a:latin typeface="Glacial Indifference"/>
                <a:ea typeface="Glacial Indifference"/>
                <a:cs typeface="Glacial Indifference"/>
              </a:defRPr>
            </a:pPr>
            <a:r>
              <a:rPr/>
              <a:t>No. </a:t>
            </a:r>
            <a:r>
              <a:rPr/>
              <a:t>DK 2, 11 Desember 2023</a:t>
            </a:r>
            <a:endParaRPr/>
          </a:p>
        </p:txBody>
      </p:sp>
      <p:sp>
        <p:nvSpPr>
          <p:cNvPr id="1825015635" name="TextBox 40"/>
          <p:cNvSpPr/>
          <p:nvPr/>
        </p:nvSpPr>
        <p:spPr bwMode="auto">
          <a:xfrm>
            <a:off x="63315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O</a:t>
            </a:r>
            <a:endParaRPr/>
          </a:p>
        </p:txBody>
      </p:sp>
      <p:sp>
        <p:nvSpPr>
          <p:cNvPr id="2018646979" name="TextBox 41"/>
          <p:cNvSpPr/>
          <p:nvPr/>
        </p:nvSpPr>
        <p:spPr bwMode="auto">
          <a:xfrm>
            <a:off x="1030414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A</a:t>
            </a:r>
            <a:endParaRPr/>
          </a:p>
        </p:txBody>
      </p:sp>
      <p:sp>
        <p:nvSpPr>
          <p:cNvPr id="488515657" name="TextBox 42"/>
          <p:cNvSpPr/>
          <p:nvPr/>
        </p:nvSpPr>
        <p:spPr bwMode="auto">
          <a:xfrm>
            <a:off x="141039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P</a:t>
            </a:r>
            <a:endParaRPr/>
          </a:p>
        </p:txBody>
      </p:sp>
      <p:sp>
        <p:nvSpPr>
          <p:cNvPr id="1161089551" name="TextBox 43"/>
          <p:cNvSpPr/>
          <p:nvPr/>
        </p:nvSpPr>
        <p:spPr bwMode="auto">
          <a:xfrm>
            <a:off x="5602605" y="4834890"/>
            <a:ext cx="3258185" cy="2880360"/>
          </a:xfrm>
          <a:prstGeom prst="rect">
            <a:avLst/>
          </a:prstGeom>
          <a:noFill/>
          <a:ln>
            <a:noFill/>
          </a:ln>
          <a:effectLst/>
        </p:spPr>
        <p:txBody>
          <a:bodyPr vert="horz" wrap="square" lIns="0" tIns="0" rIns="0" bIns="0" numCol="1" spcCol="215899" anchor="t"/>
          <a:lstStyle/>
          <a:p>
            <a:pPr marL="360045" indent="-360045" algn="l">
              <a:lnSpc>
                <a:spcPts val="3240"/>
              </a:lnSpc>
              <a:buFont typeface="Wingdings"/>
              <a:buChar char=""/>
              <a:defRPr/>
            </a:pPr>
            <a:r>
              <a:rPr sz="2700" cap="none">
                <a:solidFill>
                  <a:srgbClr val="000000"/>
                </a:solidFill>
                <a:latin typeface="Glacial Indifference"/>
                <a:ea typeface="Glacial Indifference"/>
                <a:cs typeface="Glacial Indifference"/>
              </a:rPr>
              <a:t>Rom terbatas</a:t>
            </a:r>
            <a:endParaRPr sz="2700" cap="none">
              <a:solidFill>
                <a:srgbClr val="000000"/>
              </a:solidFill>
              <a:latin typeface="Glacial Indifference"/>
              <a:ea typeface="Glacial Indifference"/>
              <a:cs typeface="Glacial Indifference"/>
            </a:endParaRPr>
          </a:p>
          <a:p>
            <a:pPr marL="360045" indent="-360045" algn="l">
              <a:lnSpc>
                <a:spcPts val="3240"/>
              </a:lnSpc>
              <a:buFont typeface="Wingdings"/>
              <a:buChar char=""/>
              <a:defRPr/>
            </a:pPr>
            <a:r>
              <a:rPr sz="2700" cap="none">
                <a:solidFill>
                  <a:srgbClr val="000000"/>
                </a:solidFill>
                <a:latin typeface="Glacial Indifference"/>
                <a:ea typeface="Glacial Indifference"/>
                <a:cs typeface="Glacial Indifference"/>
              </a:rPr>
              <a:t>Klien tampak terbatas saat bergerak</a:t>
            </a:r>
            <a:endParaRPr sz="2700" cap="none">
              <a:solidFill>
                <a:srgbClr val="000000"/>
              </a:solidFill>
              <a:latin typeface="Glacial Indifference"/>
              <a:ea typeface="Glacial Indifference"/>
              <a:cs typeface="Glacial Indifference"/>
            </a:endParaRPr>
          </a:p>
          <a:p>
            <a:pPr marL="360045" indent="-360045" algn="l">
              <a:lnSpc>
                <a:spcPts val="3240"/>
              </a:lnSpc>
              <a:buFont typeface="Wingdings"/>
              <a:buChar char=""/>
              <a:defRPr/>
            </a:pPr>
            <a:r>
              <a:rPr sz="2700" cap="none">
                <a:solidFill>
                  <a:srgbClr val="000000"/>
                </a:solidFill>
                <a:latin typeface="Glacial Indifference"/>
                <a:ea typeface="Glacial Indifference"/>
                <a:cs typeface="Glacial Indifference"/>
              </a:rPr>
              <a:t>Kekuatan otot</a:t>
            </a:r>
            <a:endParaRPr sz="2700" cap="none">
              <a:solidFill>
                <a:srgbClr val="000000"/>
              </a:solidFill>
              <a:latin typeface="Glacial Indifference"/>
              <a:ea typeface="Glacial Indifference"/>
              <a:cs typeface="Glacial Indifference"/>
            </a:endParaRPr>
          </a:p>
          <a:p>
            <a:pPr marL="360045" algn="l">
              <a:lnSpc>
                <a:spcPts val="3240"/>
              </a:lnSpc>
              <a:defRPr/>
            </a:pPr>
            <a:r>
              <a:rPr sz="2700" cap="none">
                <a:solidFill>
                  <a:srgbClr val="000000"/>
                </a:solidFill>
                <a:latin typeface="Glacial Indifference"/>
                <a:ea typeface="Glacial Indifference"/>
                <a:cs typeface="Glacial Indifference"/>
              </a:rPr>
              <a:t>5555 | 3333</a:t>
            </a:r>
            <a:endParaRPr sz="2700" cap="none">
              <a:solidFill>
                <a:srgbClr val="000000"/>
              </a:solidFill>
              <a:latin typeface="Glacial Indifference"/>
              <a:ea typeface="Glacial Indifference"/>
              <a:cs typeface="Glacial Indifference"/>
            </a:endParaRPr>
          </a:p>
          <a:p>
            <a:pPr marL="360045" algn="l">
              <a:lnSpc>
                <a:spcPts val="3240"/>
              </a:lnSpc>
              <a:defRPr/>
            </a:pPr>
            <a:r>
              <a:rPr sz="2700" cap="none">
                <a:solidFill>
                  <a:srgbClr val="000000"/>
                </a:solidFill>
                <a:latin typeface="Glacial Indifference"/>
                <a:ea typeface="Glacial Indifference"/>
                <a:cs typeface="Glacial Indifference"/>
              </a:rPr>
              <a:t>5555 | 4444</a:t>
            </a:r>
            <a:endParaRPr sz="2700" cap="none">
              <a:solidFill>
                <a:srgbClr val="000000"/>
              </a:solidFill>
              <a:latin typeface="Glacial Indifference"/>
              <a:ea typeface="Glacial Indifference"/>
              <a:cs typeface="Glacial Indifference"/>
            </a:endParaRPr>
          </a:p>
        </p:txBody>
      </p:sp>
      <p:sp>
        <p:nvSpPr>
          <p:cNvPr id="12358427" name="TextBox 44"/>
          <p:cNvSpPr/>
          <p:nvPr/>
        </p:nvSpPr>
        <p:spPr bwMode="auto">
          <a:xfrm>
            <a:off x="9492615" y="4834890"/>
            <a:ext cx="3257550" cy="9239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Masalah belum teratasi</a:t>
            </a:r>
            <a:endParaRPr/>
          </a:p>
        </p:txBody>
      </p:sp>
      <p:sp>
        <p:nvSpPr>
          <p:cNvPr id="417851987" name="TextBox 45"/>
          <p:cNvSpPr/>
          <p:nvPr/>
        </p:nvSpPr>
        <p:spPr bwMode="auto">
          <a:xfrm>
            <a:off x="13440410" y="4834890"/>
            <a:ext cx="3257550" cy="9239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Intervensi dilanjutkan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1131726407"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553587256"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307573141"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44</a:t>
            </a:r>
            <a:endParaRPr/>
          </a:p>
        </p:txBody>
      </p:sp>
      <p:sp>
        <p:nvSpPr>
          <p:cNvPr id="771464255"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481421264"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667801771"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210978091"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1439163814"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679193754"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1696061394"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770618895"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760493152"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494335540"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892074051"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078085134"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451649865" name="Freeform 29"/>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3"/>
            <a:stretch/>
          </a:blipFill>
          <a:ln>
            <a:noFill/>
          </a:ln>
          <a:effectLst/>
        </p:spPr>
      </p:sp>
      <p:sp>
        <p:nvSpPr>
          <p:cNvPr id="436738084" name="Freeform 30"/>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4"/>
            <a:stretch/>
          </a:blipFill>
          <a:ln>
            <a:noFill/>
          </a:ln>
          <a:effectLst/>
        </p:spPr>
      </p:sp>
      <p:sp>
        <p:nvSpPr>
          <p:cNvPr id="619715845" name="Freeform 31"/>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5"/>
            <a:stretch/>
          </a:blipFill>
          <a:ln>
            <a:noFill/>
          </a:ln>
          <a:effectLst/>
        </p:spPr>
      </p:sp>
      <p:sp>
        <p:nvSpPr>
          <p:cNvPr id="1738626900" name="Freeform 32"/>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6"/>
            <a:stretch/>
          </a:blipFill>
          <a:ln>
            <a:noFill/>
          </a:ln>
          <a:effectLst/>
        </p:spPr>
      </p:sp>
      <p:sp>
        <p:nvSpPr>
          <p:cNvPr id="1604116949" name="TextBox 33"/>
          <p:cNvSpPr/>
          <p:nvPr/>
        </p:nvSpPr>
        <p:spPr bwMode="auto">
          <a:xfrm>
            <a:off x="4075430" y="1470660"/>
            <a:ext cx="10137140" cy="835660"/>
          </a:xfrm>
          <a:prstGeom prst="rect">
            <a:avLst/>
          </a:prstGeom>
          <a:noFill/>
          <a:ln>
            <a:noFill/>
          </a:ln>
          <a:effectLst/>
        </p:spPr>
        <p:txBody>
          <a:bodyPr vert="horz" wrap="square" lIns="0" tIns="0" rIns="0" bIns="0" numCol="1" spcCol="215899" anchor="t"/>
          <a:lstStyle/>
          <a:p>
            <a:pPr algn="ctr">
              <a:lnSpc>
                <a:spcPts val="6580"/>
              </a:lnSpc>
              <a:defRPr sz="4700" b="1" cap="none">
                <a:solidFill>
                  <a:srgbClr val="000000"/>
                </a:solidFill>
                <a:latin typeface="Glacial Indifference"/>
                <a:ea typeface="Glacial Indifference"/>
                <a:cs typeface="Glacial Indifference"/>
              </a:defRPr>
            </a:pPr>
            <a:r>
              <a:rPr/>
              <a:t>Evaluasi Keperawatan</a:t>
            </a:r>
            <a:endParaRPr/>
          </a:p>
        </p:txBody>
      </p:sp>
      <p:sp>
        <p:nvSpPr>
          <p:cNvPr id="1852126088" name="TextBox 34"/>
          <p:cNvSpPr/>
          <p:nvPr/>
        </p:nvSpPr>
        <p:spPr bwMode="auto">
          <a:xfrm>
            <a:off x="23437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S</a:t>
            </a:r>
            <a:endParaRPr/>
          </a:p>
        </p:txBody>
      </p:sp>
      <p:sp>
        <p:nvSpPr>
          <p:cNvPr id="333225606" name="TextBox 35"/>
          <p:cNvSpPr/>
          <p:nvPr/>
        </p:nvSpPr>
        <p:spPr bwMode="auto">
          <a:xfrm>
            <a:off x="1649730" y="4834890"/>
            <a:ext cx="3257550" cy="13811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Klien mengatakan nyeri pada bagian luka </a:t>
            </a:r>
            <a:r>
              <a:rPr/>
              <a:t>pasca operasi</a:t>
            </a:r>
            <a:endParaRPr/>
          </a:p>
        </p:txBody>
      </p:sp>
      <p:sp>
        <p:nvSpPr>
          <p:cNvPr id="1318209249" name="TextBox 36"/>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980800416" name="Freeform 3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7"/>
            <a:stretch/>
          </a:blipFill>
          <a:ln>
            <a:noFill/>
          </a:ln>
          <a:effectLst/>
        </p:spPr>
      </p:sp>
      <p:sp>
        <p:nvSpPr>
          <p:cNvPr id="1476041852" name="Freeform 3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
        <p:nvSpPr>
          <p:cNvPr id="337275017" name="TextBox 39"/>
          <p:cNvSpPr/>
          <p:nvPr/>
        </p:nvSpPr>
        <p:spPr bwMode="auto">
          <a:xfrm>
            <a:off x="6649720" y="2335530"/>
            <a:ext cx="4988560" cy="537845"/>
          </a:xfrm>
          <a:prstGeom prst="rect">
            <a:avLst/>
          </a:prstGeom>
          <a:noFill/>
          <a:ln>
            <a:noFill/>
          </a:ln>
          <a:effectLst/>
        </p:spPr>
        <p:txBody>
          <a:bodyPr vert="horz" wrap="square" lIns="0" tIns="0" rIns="0" bIns="0" numCol="1" spcCol="215899" anchor="t"/>
          <a:lstStyle/>
          <a:p>
            <a:pPr algn="ctr">
              <a:lnSpc>
                <a:spcPts val="4480"/>
              </a:lnSpc>
              <a:defRPr sz="2800" b="1" cap="none">
                <a:solidFill>
                  <a:srgbClr val="000000"/>
                </a:solidFill>
                <a:latin typeface="Glacial Indifference"/>
                <a:ea typeface="Glacial Indifference"/>
                <a:cs typeface="Glacial Indifference"/>
              </a:defRPr>
            </a:pPr>
            <a:r>
              <a:rPr/>
              <a:t>No. </a:t>
            </a:r>
            <a:r>
              <a:rPr/>
              <a:t>DK 3, 11 Desember 2023</a:t>
            </a:r>
            <a:endParaRPr/>
          </a:p>
        </p:txBody>
      </p:sp>
      <p:sp>
        <p:nvSpPr>
          <p:cNvPr id="1407647045" name="TextBox 40"/>
          <p:cNvSpPr/>
          <p:nvPr/>
        </p:nvSpPr>
        <p:spPr bwMode="auto">
          <a:xfrm>
            <a:off x="63315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O</a:t>
            </a:r>
            <a:endParaRPr/>
          </a:p>
        </p:txBody>
      </p:sp>
      <p:sp>
        <p:nvSpPr>
          <p:cNvPr id="2028198748" name="TextBox 41"/>
          <p:cNvSpPr/>
          <p:nvPr/>
        </p:nvSpPr>
        <p:spPr bwMode="auto">
          <a:xfrm>
            <a:off x="1030414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A</a:t>
            </a:r>
            <a:endParaRPr/>
          </a:p>
        </p:txBody>
      </p:sp>
      <p:sp>
        <p:nvSpPr>
          <p:cNvPr id="1243359101" name="TextBox 42"/>
          <p:cNvSpPr/>
          <p:nvPr/>
        </p:nvSpPr>
        <p:spPr bwMode="auto">
          <a:xfrm>
            <a:off x="141039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P</a:t>
            </a:r>
            <a:endParaRPr/>
          </a:p>
        </p:txBody>
      </p:sp>
      <p:sp>
        <p:nvSpPr>
          <p:cNvPr id="1752193529" name="TextBox 43"/>
          <p:cNvSpPr/>
          <p:nvPr/>
        </p:nvSpPr>
        <p:spPr bwMode="auto">
          <a:xfrm>
            <a:off x="5602605" y="4834890"/>
            <a:ext cx="3258185" cy="2057400"/>
          </a:xfrm>
          <a:prstGeom prst="rect">
            <a:avLst/>
          </a:prstGeom>
          <a:noFill/>
          <a:ln>
            <a:noFill/>
          </a:ln>
          <a:effectLst/>
        </p:spPr>
        <p:txBody>
          <a:bodyPr vert="horz" wrap="square" lIns="0" tIns="0" rIns="0" bIns="0" numCol="1" spcCol="215899" anchor="t"/>
          <a:lstStyle/>
          <a:p>
            <a:pPr marL="360045" lvl="1" indent="-360045" algn="l">
              <a:lnSpc>
                <a:spcPts val="3240"/>
              </a:lnSpc>
              <a:buFont typeface="Arial"/>
              <a:buChar char="•"/>
              <a:defRPr sz="2800" cap="none">
                <a:solidFill>
                  <a:srgbClr val="000000"/>
                </a:solidFill>
                <a:latin typeface="Glacial Indifference"/>
                <a:ea typeface="Glacial Indifference"/>
                <a:cs typeface="Glacial Indifference"/>
              </a:defRPr>
            </a:pPr>
            <a:r>
              <a:rPr/>
              <a:t>Tampak luka di bagian lengan atas pasien</a:t>
            </a:r>
            <a:endParaRPr/>
          </a:p>
          <a:p>
            <a:pPr marL="360045" lvl="1" indent="-360045" algn="l">
              <a:lnSpc>
                <a:spcPts val="3240"/>
              </a:lnSpc>
              <a:buFont typeface="Arial"/>
              <a:buChar char="•"/>
              <a:defRPr sz="2800" cap="none">
                <a:solidFill>
                  <a:srgbClr val="000000"/>
                </a:solidFill>
                <a:latin typeface="Glacial Indifference"/>
                <a:ea typeface="Glacial Indifference"/>
                <a:cs typeface="Glacial Indifference"/>
              </a:defRPr>
            </a:pPr>
            <a:r>
              <a:rPr/>
              <a:t>Luka tampak dibalut kasa steril</a:t>
            </a:r>
            <a:endParaRPr/>
          </a:p>
        </p:txBody>
      </p:sp>
      <p:sp>
        <p:nvSpPr>
          <p:cNvPr id="1021827374" name="TextBox 44"/>
          <p:cNvSpPr/>
          <p:nvPr/>
        </p:nvSpPr>
        <p:spPr bwMode="auto">
          <a:xfrm>
            <a:off x="9492615" y="4834890"/>
            <a:ext cx="3257550" cy="9239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Masalah belum teratasi</a:t>
            </a:r>
            <a:endParaRPr sz="2800" cap="none">
              <a:solidFill>
                <a:srgbClr val="000000"/>
              </a:solidFill>
              <a:latin typeface="Glacial Indifference"/>
              <a:ea typeface="Glacial Indifference"/>
              <a:cs typeface="Glacial Indifference"/>
            </a:endParaRPr>
          </a:p>
        </p:txBody>
      </p:sp>
      <p:sp>
        <p:nvSpPr>
          <p:cNvPr id="1014622927" name="TextBox 45"/>
          <p:cNvSpPr/>
          <p:nvPr/>
        </p:nvSpPr>
        <p:spPr bwMode="auto">
          <a:xfrm>
            <a:off x="13440410" y="4834890"/>
            <a:ext cx="3257550" cy="9239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Intervensi dilanjutkan</a:t>
            </a:r>
            <a:endParaRPr sz="2800" cap="none">
              <a:solidFill>
                <a:srgbClr val="000000"/>
              </a:solidFill>
              <a:latin typeface="Glacial Indifference"/>
              <a:ea typeface="Glacial Indifference"/>
              <a:cs typeface="Glacial Indifference"/>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1787730200"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267157102"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120733827"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45</a:t>
            </a:r>
            <a:endParaRPr/>
          </a:p>
        </p:txBody>
      </p:sp>
      <p:sp>
        <p:nvSpPr>
          <p:cNvPr id="544770085"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381151486"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6509626"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200162296"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462578460"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556853894"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1293788651"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1081158621"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157622093"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199310786"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659605590"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828011697"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418238186" name="Freeform 29"/>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3"/>
            <a:stretch/>
          </a:blipFill>
          <a:ln>
            <a:noFill/>
          </a:ln>
          <a:effectLst/>
        </p:spPr>
      </p:sp>
      <p:sp>
        <p:nvSpPr>
          <p:cNvPr id="2046827920" name="Freeform 30"/>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4"/>
            <a:stretch/>
          </a:blipFill>
          <a:ln>
            <a:noFill/>
          </a:ln>
          <a:effectLst/>
        </p:spPr>
      </p:sp>
      <p:sp>
        <p:nvSpPr>
          <p:cNvPr id="1041426960" name="Freeform 31"/>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5"/>
            <a:stretch/>
          </a:blipFill>
          <a:ln>
            <a:noFill/>
          </a:ln>
          <a:effectLst/>
        </p:spPr>
      </p:sp>
      <p:sp>
        <p:nvSpPr>
          <p:cNvPr id="983792675" name="Freeform 32"/>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6"/>
            <a:stretch/>
          </a:blipFill>
          <a:ln>
            <a:noFill/>
          </a:ln>
          <a:effectLst/>
        </p:spPr>
      </p:sp>
      <p:sp>
        <p:nvSpPr>
          <p:cNvPr id="1398756035" name="TextBox 33"/>
          <p:cNvSpPr/>
          <p:nvPr/>
        </p:nvSpPr>
        <p:spPr bwMode="auto">
          <a:xfrm>
            <a:off x="4075430" y="1470660"/>
            <a:ext cx="10137140" cy="804545"/>
          </a:xfrm>
          <a:prstGeom prst="rect">
            <a:avLst/>
          </a:prstGeom>
          <a:noFill/>
          <a:ln>
            <a:noFill/>
          </a:ln>
          <a:effectLst/>
        </p:spPr>
        <p:txBody>
          <a:bodyPr vert="horz" wrap="square" lIns="0" tIns="0" rIns="0" bIns="0" numCol="1" spcCol="215899" anchor="t"/>
          <a:lstStyle/>
          <a:p>
            <a:pPr algn="ctr">
              <a:lnSpc>
                <a:spcPts val="6580"/>
              </a:lnSpc>
              <a:defRPr sz="4700" b="1" cap="none">
                <a:solidFill>
                  <a:srgbClr val="000000"/>
                </a:solidFill>
                <a:latin typeface="Glacial Indifference"/>
                <a:ea typeface="Glacial Indifference"/>
                <a:cs typeface="Glacial Indifference"/>
              </a:defRPr>
            </a:pPr>
            <a:r>
              <a:rPr/>
              <a:t>Evaluasi Keperawatan</a:t>
            </a:r>
            <a:endParaRPr/>
          </a:p>
        </p:txBody>
      </p:sp>
      <p:sp>
        <p:nvSpPr>
          <p:cNvPr id="1212872268" name="TextBox 34"/>
          <p:cNvSpPr/>
          <p:nvPr/>
        </p:nvSpPr>
        <p:spPr bwMode="auto">
          <a:xfrm>
            <a:off x="23437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S</a:t>
            </a:r>
            <a:endParaRPr/>
          </a:p>
        </p:txBody>
      </p:sp>
      <p:sp>
        <p:nvSpPr>
          <p:cNvPr id="2077334979" name="TextBox 35"/>
          <p:cNvSpPr/>
          <p:nvPr/>
        </p:nvSpPr>
        <p:spPr bwMode="auto">
          <a:xfrm>
            <a:off x="1649730" y="4834890"/>
            <a:ext cx="3257550" cy="18383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Klien mengatakan nyeri pada luka operasi sedikit berkurang</a:t>
            </a:r>
            <a:endParaRPr sz="2800" cap="none">
              <a:solidFill>
                <a:srgbClr val="000000"/>
              </a:solidFill>
              <a:latin typeface="Glacial Indifference"/>
              <a:ea typeface="Glacial Indifference"/>
              <a:cs typeface="Glacial Indifference"/>
            </a:endParaRPr>
          </a:p>
        </p:txBody>
      </p:sp>
      <p:sp>
        <p:nvSpPr>
          <p:cNvPr id="1016932514" name="TextBox 36"/>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1498670961" name="Freeform 3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7"/>
            <a:stretch/>
          </a:blipFill>
          <a:ln>
            <a:noFill/>
          </a:ln>
          <a:effectLst/>
        </p:spPr>
      </p:sp>
      <p:sp>
        <p:nvSpPr>
          <p:cNvPr id="128704994" name="Freeform 3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
        <p:nvSpPr>
          <p:cNvPr id="419171107" name="TextBox 39"/>
          <p:cNvSpPr/>
          <p:nvPr/>
        </p:nvSpPr>
        <p:spPr bwMode="auto">
          <a:xfrm>
            <a:off x="6654165" y="2335530"/>
            <a:ext cx="4979670" cy="537845"/>
          </a:xfrm>
          <a:prstGeom prst="rect">
            <a:avLst/>
          </a:prstGeom>
          <a:noFill/>
          <a:ln>
            <a:noFill/>
          </a:ln>
          <a:effectLst/>
        </p:spPr>
        <p:txBody>
          <a:bodyPr vert="horz" wrap="square" lIns="0" tIns="0" rIns="0" bIns="0" numCol="1" spcCol="215899" anchor="t"/>
          <a:lstStyle/>
          <a:p>
            <a:pPr algn="ctr">
              <a:lnSpc>
                <a:spcPts val="4480"/>
              </a:lnSpc>
              <a:defRPr sz="2800" b="1" cap="none">
                <a:solidFill>
                  <a:srgbClr val="000000"/>
                </a:solidFill>
                <a:latin typeface="Glacial Indifference"/>
                <a:ea typeface="Glacial Indifference"/>
                <a:cs typeface="Glacial Indifference"/>
              </a:defRPr>
            </a:pPr>
            <a:r>
              <a:rPr/>
              <a:t>No. </a:t>
            </a:r>
            <a:r>
              <a:rPr/>
              <a:t>DK 1, 12 Desember 2023</a:t>
            </a:r>
            <a:endParaRPr/>
          </a:p>
        </p:txBody>
      </p:sp>
      <p:sp>
        <p:nvSpPr>
          <p:cNvPr id="1273081324" name="TextBox 40"/>
          <p:cNvSpPr/>
          <p:nvPr/>
        </p:nvSpPr>
        <p:spPr bwMode="auto">
          <a:xfrm>
            <a:off x="63315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O</a:t>
            </a:r>
            <a:endParaRPr/>
          </a:p>
        </p:txBody>
      </p:sp>
      <p:sp>
        <p:nvSpPr>
          <p:cNvPr id="21200631" name="TextBox 41"/>
          <p:cNvSpPr/>
          <p:nvPr/>
        </p:nvSpPr>
        <p:spPr bwMode="auto">
          <a:xfrm>
            <a:off x="1030414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A</a:t>
            </a:r>
            <a:endParaRPr/>
          </a:p>
        </p:txBody>
      </p:sp>
      <p:sp>
        <p:nvSpPr>
          <p:cNvPr id="1513866594" name="TextBox 42"/>
          <p:cNvSpPr/>
          <p:nvPr/>
        </p:nvSpPr>
        <p:spPr bwMode="auto">
          <a:xfrm>
            <a:off x="141039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P</a:t>
            </a:r>
            <a:endParaRPr/>
          </a:p>
        </p:txBody>
      </p:sp>
      <p:sp>
        <p:nvSpPr>
          <p:cNvPr id="148396738" name="TextBox 43"/>
          <p:cNvSpPr/>
          <p:nvPr/>
        </p:nvSpPr>
        <p:spPr bwMode="auto">
          <a:xfrm>
            <a:off x="5602605" y="4834890"/>
            <a:ext cx="3258185" cy="2880360"/>
          </a:xfrm>
          <a:prstGeom prst="rect">
            <a:avLst/>
          </a:prstGeom>
          <a:noFill/>
          <a:ln>
            <a:noFill/>
          </a:ln>
          <a:effectLst/>
        </p:spPr>
        <p:txBody>
          <a:bodyPr vert="horz" wrap="square" lIns="0" tIns="0" rIns="0" bIns="0" numCol="1" spcCol="215899" anchor="t"/>
          <a:lstStyle/>
          <a:p>
            <a:pPr algn="l">
              <a:lnSpc>
                <a:spcPts val="3240"/>
              </a:lnSpc>
              <a:defRPr/>
            </a:pPr>
            <a:r>
              <a:rPr sz="2700" cap="none">
                <a:solidFill>
                  <a:srgbClr val="000000"/>
                </a:solidFill>
                <a:latin typeface="Glacial Indifference"/>
                <a:ea typeface="Glacial Indifference"/>
                <a:cs typeface="Glacial Indifference"/>
              </a:rPr>
              <a:t>Klien tampak gelisah</a:t>
            </a:r>
            <a:endParaRPr sz="2700" cap="none">
              <a:solidFill>
                <a:srgbClr val="000000"/>
              </a:solidFill>
              <a:latin typeface="Glacial Indifference"/>
              <a:ea typeface="Glacial Indifference"/>
              <a:cs typeface="Glacial Indifference"/>
            </a:endParaRPr>
          </a:p>
          <a:p>
            <a:pPr algn="l">
              <a:lnSpc>
                <a:spcPts val="3240"/>
              </a:lnSpc>
              <a:defRPr sz="2700" cap="none">
                <a:solidFill>
                  <a:srgbClr val="000000"/>
                </a:solidFill>
                <a:latin typeface="Glacial Indifference"/>
                <a:ea typeface="Glacial Indifference"/>
                <a:cs typeface="Glacial Indifference"/>
              </a:defRPr>
            </a:pPr>
            <a:endParaRPr/>
          </a:p>
          <a:p>
            <a:pPr algn="l">
              <a:lnSpc>
                <a:spcPts val="3240"/>
              </a:lnSpc>
              <a:defRPr/>
            </a:pPr>
            <a:r>
              <a:rPr sz="2700" cap="none">
                <a:solidFill>
                  <a:srgbClr val="000000"/>
                </a:solidFill>
                <a:latin typeface="Glacial Indifference"/>
                <a:ea typeface="Glacial Indifference"/>
                <a:cs typeface="Glacial Indifference"/>
              </a:rPr>
              <a:t>Skala nyeri: 6</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TD: 118/80</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N: </a:t>
            </a:r>
            <a:r>
              <a:rPr sz="2700" cap="none">
                <a:solidFill>
                  <a:srgbClr val="000000"/>
                </a:solidFill>
                <a:latin typeface="Glacial Indifference"/>
                <a:ea typeface="Glacial Indifference"/>
                <a:cs typeface="Glacial Indifference"/>
              </a:rPr>
              <a:t>96x/menit</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S: 36.7°C</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RR: </a:t>
            </a:r>
            <a:r>
              <a:rPr sz="2700" cap="none">
                <a:solidFill>
                  <a:srgbClr val="000000"/>
                </a:solidFill>
                <a:latin typeface="Glacial Indifference"/>
                <a:ea typeface="Glacial Indifference"/>
                <a:cs typeface="Glacial Indifference"/>
              </a:rPr>
              <a:t>20x/menit</a:t>
            </a:r>
            <a:endParaRPr sz="2700" cap="none">
              <a:solidFill>
                <a:srgbClr val="000000"/>
              </a:solidFill>
              <a:latin typeface="Glacial Indifference"/>
              <a:ea typeface="Glacial Indifference"/>
              <a:cs typeface="Glacial Indifference"/>
            </a:endParaRPr>
          </a:p>
        </p:txBody>
      </p:sp>
      <p:sp>
        <p:nvSpPr>
          <p:cNvPr id="127079051" name="TextBox 44"/>
          <p:cNvSpPr/>
          <p:nvPr/>
        </p:nvSpPr>
        <p:spPr bwMode="auto">
          <a:xfrm>
            <a:off x="9492615" y="4834890"/>
            <a:ext cx="3257550" cy="9239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Masalah belum teratasi</a:t>
            </a:r>
            <a:endParaRPr sz="2800" cap="none">
              <a:solidFill>
                <a:srgbClr val="000000"/>
              </a:solidFill>
              <a:latin typeface="Glacial Indifference"/>
              <a:ea typeface="Glacial Indifference"/>
              <a:cs typeface="Glacial Indifference"/>
            </a:endParaRPr>
          </a:p>
        </p:txBody>
      </p:sp>
      <p:sp>
        <p:nvSpPr>
          <p:cNvPr id="1216751353" name="TextBox 45"/>
          <p:cNvSpPr/>
          <p:nvPr/>
        </p:nvSpPr>
        <p:spPr bwMode="auto">
          <a:xfrm>
            <a:off x="13440410" y="4834890"/>
            <a:ext cx="3257550" cy="9239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Intervensi dilanjutkan</a:t>
            </a:r>
            <a:endParaRPr sz="2800" cap="none">
              <a:solidFill>
                <a:srgbClr val="000000"/>
              </a:solidFill>
              <a:latin typeface="Glacial Indifference"/>
              <a:ea typeface="Glacial Indifference"/>
              <a:cs typeface="Glacial Indifference"/>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1859039252"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181188059"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664133459"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46</a:t>
            </a:r>
            <a:endParaRPr/>
          </a:p>
        </p:txBody>
      </p:sp>
      <p:sp>
        <p:nvSpPr>
          <p:cNvPr id="1585932968"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202477700"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1348274522"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1265849475"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144533828"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1429675758"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761043706"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929397552"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2108478353"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758126038"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790373383"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74547795"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702619077" name="Freeform 29"/>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3"/>
            <a:stretch/>
          </a:blipFill>
          <a:ln>
            <a:noFill/>
          </a:ln>
          <a:effectLst/>
        </p:spPr>
      </p:sp>
      <p:sp>
        <p:nvSpPr>
          <p:cNvPr id="1354142139" name="Freeform 30"/>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4"/>
            <a:stretch/>
          </a:blipFill>
          <a:ln>
            <a:noFill/>
          </a:ln>
          <a:effectLst/>
        </p:spPr>
      </p:sp>
      <p:sp>
        <p:nvSpPr>
          <p:cNvPr id="1657170644" name="Freeform 31"/>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5"/>
            <a:stretch/>
          </a:blipFill>
          <a:ln>
            <a:noFill/>
          </a:ln>
          <a:effectLst/>
        </p:spPr>
      </p:sp>
      <p:sp>
        <p:nvSpPr>
          <p:cNvPr id="1703362594" name="Freeform 32"/>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6"/>
            <a:stretch/>
          </a:blipFill>
          <a:ln>
            <a:noFill/>
          </a:ln>
          <a:effectLst/>
        </p:spPr>
      </p:sp>
      <p:sp>
        <p:nvSpPr>
          <p:cNvPr id="1140540350" name="TextBox 33"/>
          <p:cNvSpPr/>
          <p:nvPr/>
        </p:nvSpPr>
        <p:spPr bwMode="auto">
          <a:xfrm>
            <a:off x="4075430" y="1470660"/>
            <a:ext cx="10137140" cy="835660"/>
          </a:xfrm>
          <a:prstGeom prst="rect">
            <a:avLst/>
          </a:prstGeom>
          <a:noFill/>
          <a:ln>
            <a:noFill/>
          </a:ln>
          <a:effectLst/>
        </p:spPr>
        <p:txBody>
          <a:bodyPr vert="horz" wrap="square" lIns="0" tIns="0" rIns="0" bIns="0" numCol="1" spcCol="215899" anchor="t"/>
          <a:lstStyle/>
          <a:p>
            <a:pPr algn="ctr">
              <a:lnSpc>
                <a:spcPts val="6580"/>
              </a:lnSpc>
              <a:defRPr sz="4700" b="1" cap="none">
                <a:solidFill>
                  <a:srgbClr val="000000"/>
                </a:solidFill>
                <a:latin typeface="Glacial Indifference"/>
                <a:ea typeface="Glacial Indifference"/>
                <a:cs typeface="Glacial Indifference"/>
              </a:defRPr>
            </a:pPr>
            <a:r>
              <a:rPr/>
              <a:t>Evaluasi Keperawatan</a:t>
            </a:r>
            <a:endParaRPr/>
          </a:p>
        </p:txBody>
      </p:sp>
      <p:sp>
        <p:nvSpPr>
          <p:cNvPr id="322360663" name="TextBox 34"/>
          <p:cNvSpPr/>
          <p:nvPr/>
        </p:nvSpPr>
        <p:spPr bwMode="auto">
          <a:xfrm>
            <a:off x="23437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S</a:t>
            </a:r>
            <a:endParaRPr/>
          </a:p>
        </p:txBody>
      </p:sp>
      <p:sp>
        <p:nvSpPr>
          <p:cNvPr id="841315622" name="TextBox 35"/>
          <p:cNvSpPr/>
          <p:nvPr/>
        </p:nvSpPr>
        <p:spPr bwMode="auto">
          <a:xfrm>
            <a:off x="1649730" y="4834890"/>
            <a:ext cx="3257550" cy="22955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Klien mengatakan kaku dan nyeri pada lengan sedikit berkurang saat bergerak</a:t>
            </a:r>
            <a:endParaRPr/>
          </a:p>
        </p:txBody>
      </p:sp>
      <p:sp>
        <p:nvSpPr>
          <p:cNvPr id="562612080" name="TextBox 36"/>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377740722" name="Freeform 3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7"/>
            <a:stretch/>
          </a:blipFill>
          <a:ln>
            <a:noFill/>
          </a:ln>
          <a:effectLst/>
        </p:spPr>
      </p:sp>
      <p:sp>
        <p:nvSpPr>
          <p:cNvPr id="1068118079" name="Freeform 3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
        <p:nvSpPr>
          <p:cNvPr id="331162693" name="TextBox 39"/>
          <p:cNvSpPr/>
          <p:nvPr/>
        </p:nvSpPr>
        <p:spPr bwMode="auto">
          <a:xfrm>
            <a:off x="6609715" y="2335530"/>
            <a:ext cx="5068570" cy="537845"/>
          </a:xfrm>
          <a:prstGeom prst="rect">
            <a:avLst/>
          </a:prstGeom>
          <a:noFill/>
          <a:ln>
            <a:noFill/>
          </a:ln>
          <a:effectLst/>
        </p:spPr>
        <p:txBody>
          <a:bodyPr vert="horz" wrap="square" lIns="0" tIns="0" rIns="0" bIns="0" numCol="1" spcCol="215899" anchor="t"/>
          <a:lstStyle/>
          <a:p>
            <a:pPr algn="ctr">
              <a:lnSpc>
                <a:spcPts val="4480"/>
              </a:lnSpc>
              <a:defRPr sz="2800" b="1" cap="none">
                <a:solidFill>
                  <a:srgbClr val="000000"/>
                </a:solidFill>
                <a:latin typeface="Glacial Indifference"/>
                <a:ea typeface="Glacial Indifference"/>
                <a:cs typeface="Glacial Indifference"/>
              </a:defRPr>
            </a:pPr>
            <a:r>
              <a:rPr/>
              <a:t>No. </a:t>
            </a:r>
            <a:r>
              <a:rPr/>
              <a:t>DK 2, 12 Desember 2023</a:t>
            </a:r>
            <a:endParaRPr/>
          </a:p>
        </p:txBody>
      </p:sp>
      <p:sp>
        <p:nvSpPr>
          <p:cNvPr id="576534513" name="TextBox 40"/>
          <p:cNvSpPr/>
          <p:nvPr/>
        </p:nvSpPr>
        <p:spPr bwMode="auto">
          <a:xfrm>
            <a:off x="63315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O</a:t>
            </a:r>
            <a:endParaRPr/>
          </a:p>
        </p:txBody>
      </p:sp>
      <p:sp>
        <p:nvSpPr>
          <p:cNvPr id="2097675313" name="TextBox 41"/>
          <p:cNvSpPr/>
          <p:nvPr/>
        </p:nvSpPr>
        <p:spPr bwMode="auto">
          <a:xfrm>
            <a:off x="1030414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A</a:t>
            </a:r>
            <a:endParaRPr/>
          </a:p>
        </p:txBody>
      </p:sp>
      <p:sp>
        <p:nvSpPr>
          <p:cNvPr id="233675095" name="TextBox 42"/>
          <p:cNvSpPr/>
          <p:nvPr/>
        </p:nvSpPr>
        <p:spPr bwMode="auto">
          <a:xfrm>
            <a:off x="141039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P</a:t>
            </a:r>
            <a:endParaRPr/>
          </a:p>
        </p:txBody>
      </p:sp>
      <p:sp>
        <p:nvSpPr>
          <p:cNvPr id="1286576900" name="TextBox 43"/>
          <p:cNvSpPr/>
          <p:nvPr/>
        </p:nvSpPr>
        <p:spPr bwMode="auto">
          <a:xfrm>
            <a:off x="5602605" y="4834890"/>
            <a:ext cx="3258185" cy="2880360"/>
          </a:xfrm>
          <a:prstGeom prst="rect">
            <a:avLst/>
          </a:prstGeom>
          <a:noFill/>
          <a:ln>
            <a:noFill/>
          </a:ln>
          <a:effectLst/>
        </p:spPr>
        <p:txBody>
          <a:bodyPr vert="horz" wrap="square" lIns="0" tIns="0" rIns="0" bIns="0" numCol="1" spcCol="215899" anchor="t"/>
          <a:lstStyle/>
          <a:p>
            <a:pPr algn="l">
              <a:lnSpc>
                <a:spcPts val="3240"/>
              </a:lnSpc>
              <a:defRPr/>
            </a:pPr>
            <a:r>
              <a:rPr sz="2700" cap="none">
                <a:solidFill>
                  <a:srgbClr val="000000"/>
                </a:solidFill>
                <a:latin typeface="Glacial Indifference"/>
                <a:ea typeface="Glacial Indifference"/>
                <a:cs typeface="Glacial Indifference"/>
              </a:rPr>
              <a:t>Klien tampak terbatas dalam bergerak</a:t>
            </a:r>
            <a:endParaRPr sz="2700" cap="none">
              <a:solidFill>
                <a:srgbClr val="000000"/>
              </a:solidFill>
              <a:latin typeface="Glacial Indifference"/>
              <a:ea typeface="Glacial Indifference"/>
              <a:cs typeface="Glacial Indifference"/>
            </a:endParaRPr>
          </a:p>
          <a:p>
            <a:pPr algn="l">
              <a:lnSpc>
                <a:spcPts val="3240"/>
              </a:lnSpc>
              <a:defRPr sz="2700" cap="none">
                <a:solidFill>
                  <a:srgbClr val="000000"/>
                </a:solidFill>
                <a:latin typeface="Glacial Indifference"/>
                <a:ea typeface="Glacial Indifference"/>
                <a:cs typeface="Glacial Indifference"/>
              </a:defRPr>
            </a:pPr>
            <a:endParaRPr/>
          </a:p>
          <a:p>
            <a:pPr algn="l">
              <a:lnSpc>
                <a:spcPts val="3240"/>
              </a:lnSpc>
              <a:defRPr/>
            </a:pPr>
            <a:r>
              <a:rPr sz="2700" cap="none">
                <a:solidFill>
                  <a:srgbClr val="000000"/>
                </a:solidFill>
                <a:latin typeface="Glacial Indifference"/>
                <a:ea typeface="Glacial Indifference"/>
                <a:cs typeface="Glacial Indifference"/>
              </a:rPr>
              <a:t>Kekuatan otot:</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5555 | 3333</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5555 | 4444</a:t>
            </a:r>
            <a:endParaRPr sz="2700" cap="none">
              <a:solidFill>
                <a:srgbClr val="000000"/>
              </a:solidFill>
              <a:latin typeface="Glacial Indifference"/>
              <a:ea typeface="Glacial Indifference"/>
              <a:cs typeface="Glacial Indifference"/>
            </a:endParaRPr>
          </a:p>
        </p:txBody>
      </p:sp>
      <p:sp>
        <p:nvSpPr>
          <p:cNvPr id="1110734264" name="TextBox 44"/>
          <p:cNvSpPr/>
          <p:nvPr/>
        </p:nvSpPr>
        <p:spPr bwMode="auto">
          <a:xfrm>
            <a:off x="9492615" y="4834890"/>
            <a:ext cx="3257550" cy="9239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Masalah belum teratasi</a:t>
            </a:r>
            <a:endParaRPr sz="2800" cap="none">
              <a:solidFill>
                <a:srgbClr val="000000"/>
              </a:solidFill>
              <a:latin typeface="Glacial Indifference"/>
              <a:ea typeface="Glacial Indifference"/>
              <a:cs typeface="Glacial Indifference"/>
            </a:endParaRPr>
          </a:p>
        </p:txBody>
      </p:sp>
      <p:sp>
        <p:nvSpPr>
          <p:cNvPr id="402869011" name="TextBox 45"/>
          <p:cNvSpPr/>
          <p:nvPr/>
        </p:nvSpPr>
        <p:spPr bwMode="auto">
          <a:xfrm>
            <a:off x="13440410" y="4834890"/>
            <a:ext cx="3257550" cy="9239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Intervensi dilanjutkan</a:t>
            </a:r>
            <a:endParaRPr sz="2800" cap="none">
              <a:solidFill>
                <a:srgbClr val="000000"/>
              </a:solidFill>
              <a:latin typeface="Glacial Indifference"/>
              <a:ea typeface="Glacial Indifference"/>
              <a:cs typeface="Glacial Indifference"/>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467610358"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86444330"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849506487"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47</a:t>
            </a:r>
            <a:endParaRPr/>
          </a:p>
        </p:txBody>
      </p:sp>
      <p:sp>
        <p:nvSpPr>
          <p:cNvPr id="121788711"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606690000"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2038045381"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864000414"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1033469775"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1249868851"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1125780409"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1264218022"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1336116116"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277841358"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204638602"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464470699"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277385406" name="Freeform 29"/>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3"/>
            <a:stretch/>
          </a:blipFill>
          <a:ln>
            <a:noFill/>
          </a:ln>
          <a:effectLst/>
        </p:spPr>
      </p:sp>
      <p:sp>
        <p:nvSpPr>
          <p:cNvPr id="36546410" name="Freeform 30"/>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4"/>
            <a:stretch/>
          </a:blipFill>
          <a:ln>
            <a:noFill/>
          </a:ln>
          <a:effectLst/>
        </p:spPr>
      </p:sp>
      <p:sp>
        <p:nvSpPr>
          <p:cNvPr id="602365213" name="Freeform 31"/>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5"/>
            <a:stretch/>
          </a:blipFill>
          <a:ln>
            <a:noFill/>
          </a:ln>
          <a:effectLst/>
        </p:spPr>
      </p:sp>
      <p:sp>
        <p:nvSpPr>
          <p:cNvPr id="1746784142" name="Freeform 32"/>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6"/>
            <a:stretch/>
          </a:blipFill>
          <a:ln>
            <a:noFill/>
          </a:ln>
          <a:effectLst/>
        </p:spPr>
      </p:sp>
      <p:sp>
        <p:nvSpPr>
          <p:cNvPr id="1648353377" name="TextBox 33"/>
          <p:cNvSpPr/>
          <p:nvPr/>
        </p:nvSpPr>
        <p:spPr bwMode="auto">
          <a:xfrm>
            <a:off x="4075430" y="1470660"/>
            <a:ext cx="10137140" cy="835660"/>
          </a:xfrm>
          <a:prstGeom prst="rect">
            <a:avLst/>
          </a:prstGeom>
          <a:noFill/>
          <a:ln>
            <a:noFill/>
          </a:ln>
          <a:effectLst/>
        </p:spPr>
        <p:txBody>
          <a:bodyPr vert="horz" wrap="square" lIns="0" tIns="0" rIns="0" bIns="0" numCol="1" spcCol="215899" anchor="t"/>
          <a:lstStyle/>
          <a:p>
            <a:pPr algn="ctr">
              <a:lnSpc>
                <a:spcPts val="6580"/>
              </a:lnSpc>
              <a:defRPr sz="4700" b="1" cap="none">
                <a:solidFill>
                  <a:srgbClr val="000000"/>
                </a:solidFill>
                <a:latin typeface="Glacial Indifference"/>
                <a:ea typeface="Glacial Indifference"/>
                <a:cs typeface="Glacial Indifference"/>
              </a:defRPr>
            </a:pPr>
            <a:r>
              <a:rPr/>
              <a:t>Evaluasi Keperawatan</a:t>
            </a:r>
            <a:endParaRPr/>
          </a:p>
        </p:txBody>
      </p:sp>
      <p:sp>
        <p:nvSpPr>
          <p:cNvPr id="232480813" name="TextBox 34"/>
          <p:cNvSpPr/>
          <p:nvPr/>
        </p:nvSpPr>
        <p:spPr bwMode="auto">
          <a:xfrm>
            <a:off x="23437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S</a:t>
            </a:r>
            <a:endParaRPr/>
          </a:p>
        </p:txBody>
      </p:sp>
      <p:sp>
        <p:nvSpPr>
          <p:cNvPr id="1136823195" name="TextBox 35"/>
          <p:cNvSpPr/>
          <p:nvPr/>
        </p:nvSpPr>
        <p:spPr bwMode="auto">
          <a:xfrm>
            <a:off x="1649730" y="4834890"/>
            <a:ext cx="3257550" cy="18383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Klien mengatakan nyeri pada bagian luka sedikit berkurang</a:t>
            </a:r>
            <a:endParaRPr/>
          </a:p>
        </p:txBody>
      </p:sp>
      <p:sp>
        <p:nvSpPr>
          <p:cNvPr id="289521964" name="TextBox 36"/>
          <p:cNvSpPr/>
          <p:nvPr/>
        </p:nvSpPr>
        <p:spPr bwMode="auto">
          <a:xfrm>
            <a:off x="11430000" y="8963025"/>
            <a:ext cx="4752340" cy="523875"/>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313572578" name="Freeform 3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7"/>
            <a:stretch/>
          </a:blipFill>
          <a:ln>
            <a:noFill/>
          </a:ln>
          <a:effectLst/>
        </p:spPr>
      </p:sp>
      <p:sp>
        <p:nvSpPr>
          <p:cNvPr id="69873309" name="Freeform 3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
        <p:nvSpPr>
          <p:cNvPr id="1859131678" name="TextBox 39"/>
          <p:cNvSpPr/>
          <p:nvPr/>
        </p:nvSpPr>
        <p:spPr bwMode="auto">
          <a:xfrm>
            <a:off x="6605270" y="2335530"/>
            <a:ext cx="5077460" cy="537845"/>
          </a:xfrm>
          <a:prstGeom prst="rect">
            <a:avLst/>
          </a:prstGeom>
          <a:noFill/>
          <a:ln>
            <a:noFill/>
          </a:ln>
          <a:effectLst/>
        </p:spPr>
        <p:txBody>
          <a:bodyPr vert="horz" wrap="square" lIns="0" tIns="0" rIns="0" bIns="0" numCol="1" spcCol="215899" anchor="t"/>
          <a:lstStyle/>
          <a:p>
            <a:pPr algn="ctr">
              <a:lnSpc>
                <a:spcPts val="4480"/>
              </a:lnSpc>
              <a:defRPr sz="2800" b="1" cap="none">
                <a:solidFill>
                  <a:srgbClr val="000000"/>
                </a:solidFill>
                <a:latin typeface="Glacial Indifference"/>
                <a:ea typeface="Glacial Indifference"/>
                <a:cs typeface="Glacial Indifference"/>
              </a:defRPr>
            </a:pPr>
            <a:r>
              <a:rPr/>
              <a:t>No. </a:t>
            </a:r>
            <a:r>
              <a:rPr/>
              <a:t>DK 3, 12 Desember 2023</a:t>
            </a:r>
            <a:endParaRPr/>
          </a:p>
        </p:txBody>
      </p:sp>
      <p:sp>
        <p:nvSpPr>
          <p:cNvPr id="682469452" name="TextBox 40"/>
          <p:cNvSpPr/>
          <p:nvPr/>
        </p:nvSpPr>
        <p:spPr bwMode="auto">
          <a:xfrm>
            <a:off x="63315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O</a:t>
            </a:r>
            <a:endParaRPr/>
          </a:p>
        </p:txBody>
      </p:sp>
      <p:sp>
        <p:nvSpPr>
          <p:cNvPr id="353149757" name="TextBox 41"/>
          <p:cNvSpPr/>
          <p:nvPr/>
        </p:nvSpPr>
        <p:spPr bwMode="auto">
          <a:xfrm>
            <a:off x="1030414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A</a:t>
            </a:r>
            <a:endParaRPr/>
          </a:p>
        </p:txBody>
      </p:sp>
      <p:sp>
        <p:nvSpPr>
          <p:cNvPr id="592713129" name="TextBox 42"/>
          <p:cNvSpPr/>
          <p:nvPr/>
        </p:nvSpPr>
        <p:spPr bwMode="auto">
          <a:xfrm>
            <a:off x="141039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P</a:t>
            </a:r>
            <a:endParaRPr/>
          </a:p>
        </p:txBody>
      </p:sp>
      <p:sp>
        <p:nvSpPr>
          <p:cNvPr id="2118005137" name="TextBox 43"/>
          <p:cNvSpPr/>
          <p:nvPr/>
        </p:nvSpPr>
        <p:spPr bwMode="auto">
          <a:xfrm>
            <a:off x="5602605" y="4834890"/>
            <a:ext cx="3258185" cy="2468880"/>
          </a:xfrm>
          <a:prstGeom prst="rect">
            <a:avLst/>
          </a:prstGeom>
          <a:noFill/>
          <a:ln>
            <a:noFill/>
          </a:ln>
          <a:effectLst/>
        </p:spPr>
        <p:txBody>
          <a:bodyPr vert="horz" wrap="square" lIns="0" tIns="0" rIns="0" bIns="0" numCol="1" spcCol="215899" anchor="t"/>
          <a:lstStyle/>
          <a:p>
            <a:pPr marL="360045" lvl="1" indent="-360045" algn="l">
              <a:lnSpc>
                <a:spcPts val="3240"/>
              </a:lnSpc>
              <a:buFont typeface="Arial"/>
              <a:buChar char="•"/>
              <a:defRPr/>
            </a:pPr>
            <a:r>
              <a:rPr sz="2700" cap="none">
                <a:solidFill>
                  <a:srgbClr val="000000"/>
                </a:solidFill>
                <a:latin typeface="Glacial Indifference"/>
                <a:ea typeface="Glacial Indifference"/>
                <a:cs typeface="Glacial Indifference"/>
              </a:rPr>
              <a:t>Tampak luka </a:t>
            </a:r>
            <a:r>
              <a:rPr sz="2700" cap="none">
                <a:solidFill>
                  <a:srgbClr val="000000"/>
                </a:solidFill>
                <a:latin typeface="Glacial Indifference"/>
                <a:ea typeface="Glacial Indifference"/>
                <a:cs typeface="Glacial Indifference"/>
              </a:rPr>
              <a:t>pasca operasi di bagian lengan atas</a:t>
            </a:r>
            <a:endParaRPr sz="2700" cap="none">
              <a:solidFill>
                <a:srgbClr val="000000"/>
              </a:solidFill>
              <a:latin typeface="Glacial Indifference"/>
              <a:ea typeface="Glacial Indifference"/>
              <a:cs typeface="Glacial Indifference"/>
            </a:endParaRPr>
          </a:p>
          <a:p>
            <a:pPr marL="360045" lvl="1" indent="-360045" algn="l">
              <a:lnSpc>
                <a:spcPts val="3240"/>
              </a:lnSpc>
              <a:buFont typeface="Arial"/>
              <a:buChar char="•"/>
              <a:defRPr/>
            </a:pPr>
            <a:r>
              <a:rPr sz="2700" cap="none">
                <a:solidFill>
                  <a:srgbClr val="000000"/>
                </a:solidFill>
                <a:latin typeface="Glacial Indifference"/>
                <a:ea typeface="Glacial Indifference"/>
                <a:cs typeface="Glacial Indifference"/>
              </a:rPr>
              <a:t>Luka tampak dibalut kasa steril</a:t>
            </a:r>
            <a:endParaRPr sz="2700" cap="none">
              <a:solidFill>
                <a:srgbClr val="000000"/>
              </a:solidFill>
              <a:latin typeface="Glacial Indifference"/>
              <a:ea typeface="Glacial Indifference"/>
              <a:cs typeface="Glacial Indifference"/>
            </a:endParaRPr>
          </a:p>
        </p:txBody>
      </p:sp>
      <p:sp>
        <p:nvSpPr>
          <p:cNvPr id="1503078638" name="TextBox 44"/>
          <p:cNvSpPr/>
          <p:nvPr/>
        </p:nvSpPr>
        <p:spPr bwMode="auto">
          <a:xfrm>
            <a:off x="9492615" y="4834890"/>
            <a:ext cx="3257550" cy="9239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Masalah belum teratasi</a:t>
            </a:r>
            <a:endParaRPr sz="2800" cap="none">
              <a:solidFill>
                <a:srgbClr val="000000"/>
              </a:solidFill>
              <a:latin typeface="Glacial Indifference"/>
              <a:ea typeface="Glacial Indifference"/>
              <a:cs typeface="Glacial Indifference"/>
            </a:endParaRPr>
          </a:p>
        </p:txBody>
      </p:sp>
      <p:sp>
        <p:nvSpPr>
          <p:cNvPr id="972030638" name="TextBox 45"/>
          <p:cNvSpPr/>
          <p:nvPr/>
        </p:nvSpPr>
        <p:spPr bwMode="auto">
          <a:xfrm>
            <a:off x="13440410" y="4834890"/>
            <a:ext cx="3257550" cy="9239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Intervensi dilanjutkan</a:t>
            </a:r>
            <a:endParaRPr sz="2800" cap="none">
              <a:solidFill>
                <a:srgbClr val="000000"/>
              </a:solidFill>
              <a:latin typeface="Glacial Indifference"/>
              <a:ea typeface="Glacial Indifference"/>
              <a:cs typeface="Glacial Indifference"/>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1000162742"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626979708"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2054618049"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48</a:t>
            </a:r>
            <a:endParaRPr/>
          </a:p>
        </p:txBody>
      </p:sp>
      <p:sp>
        <p:nvSpPr>
          <p:cNvPr id="962667088"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323954019"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1240107929"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266299959"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761913600"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314388742"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138415661"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1779826019"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1838662074"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741186439"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2050844126"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84330534"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906640135" name="Freeform 29"/>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3"/>
            <a:stretch/>
          </a:blipFill>
          <a:ln>
            <a:noFill/>
          </a:ln>
          <a:effectLst/>
        </p:spPr>
      </p:sp>
      <p:sp>
        <p:nvSpPr>
          <p:cNvPr id="1445329931" name="Freeform 30"/>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4"/>
            <a:stretch/>
          </a:blipFill>
          <a:ln>
            <a:noFill/>
          </a:ln>
          <a:effectLst/>
        </p:spPr>
      </p:sp>
      <p:sp>
        <p:nvSpPr>
          <p:cNvPr id="899996949" name="Freeform 31"/>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5"/>
            <a:stretch/>
          </a:blipFill>
          <a:ln>
            <a:noFill/>
          </a:ln>
          <a:effectLst/>
        </p:spPr>
      </p:sp>
      <p:sp>
        <p:nvSpPr>
          <p:cNvPr id="1104006047" name="Freeform 32"/>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6"/>
            <a:stretch/>
          </a:blipFill>
          <a:ln>
            <a:noFill/>
          </a:ln>
          <a:effectLst/>
        </p:spPr>
      </p:sp>
      <p:sp>
        <p:nvSpPr>
          <p:cNvPr id="444846843" name="TextBox 33"/>
          <p:cNvSpPr/>
          <p:nvPr/>
        </p:nvSpPr>
        <p:spPr bwMode="auto">
          <a:xfrm>
            <a:off x="4075430" y="1470660"/>
            <a:ext cx="10137140" cy="804545"/>
          </a:xfrm>
          <a:prstGeom prst="rect">
            <a:avLst/>
          </a:prstGeom>
          <a:noFill/>
          <a:ln>
            <a:noFill/>
          </a:ln>
          <a:effectLst/>
        </p:spPr>
        <p:txBody>
          <a:bodyPr vert="horz" wrap="square" lIns="0" tIns="0" rIns="0" bIns="0" numCol="1" spcCol="215899" anchor="t"/>
          <a:lstStyle/>
          <a:p>
            <a:pPr algn="ctr">
              <a:lnSpc>
                <a:spcPts val="6580"/>
              </a:lnSpc>
              <a:defRPr sz="4700" b="1" cap="none">
                <a:solidFill>
                  <a:srgbClr val="000000"/>
                </a:solidFill>
                <a:latin typeface="Glacial Indifference"/>
                <a:ea typeface="Glacial Indifference"/>
                <a:cs typeface="Glacial Indifference"/>
              </a:defRPr>
            </a:pPr>
            <a:r>
              <a:rPr/>
              <a:t>Evaluasi Keperawatan</a:t>
            </a:r>
            <a:endParaRPr/>
          </a:p>
        </p:txBody>
      </p:sp>
      <p:sp>
        <p:nvSpPr>
          <p:cNvPr id="784679696" name="TextBox 34"/>
          <p:cNvSpPr/>
          <p:nvPr/>
        </p:nvSpPr>
        <p:spPr bwMode="auto">
          <a:xfrm>
            <a:off x="23437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S</a:t>
            </a:r>
            <a:endParaRPr/>
          </a:p>
        </p:txBody>
      </p:sp>
      <p:sp>
        <p:nvSpPr>
          <p:cNvPr id="987589369" name="TextBox 35"/>
          <p:cNvSpPr/>
          <p:nvPr/>
        </p:nvSpPr>
        <p:spPr bwMode="auto">
          <a:xfrm>
            <a:off x="1649730" y="4834890"/>
            <a:ext cx="3257550" cy="2880360"/>
          </a:xfrm>
          <a:prstGeom prst="rect">
            <a:avLst/>
          </a:prstGeom>
          <a:noFill/>
          <a:ln>
            <a:noFill/>
          </a:ln>
          <a:effectLst/>
        </p:spPr>
        <p:txBody>
          <a:bodyPr vert="horz" wrap="square" lIns="0" tIns="0" rIns="0" bIns="0" numCol="1" spcCol="215899" anchor="t"/>
          <a:lstStyle/>
          <a:p>
            <a:pPr marL="360045" lvl="1" indent="-360045" algn="l">
              <a:lnSpc>
                <a:spcPts val="3240"/>
              </a:lnSpc>
              <a:buFont typeface="Arial"/>
              <a:buChar char="•"/>
              <a:defRPr/>
            </a:pPr>
            <a:r>
              <a:rPr sz="2700" cap="none">
                <a:solidFill>
                  <a:srgbClr val="000000"/>
                </a:solidFill>
                <a:latin typeface="Glacial Indifference"/>
                <a:ea typeface="Glacial Indifference"/>
                <a:cs typeface="Glacial Indifference"/>
              </a:rPr>
              <a:t>Klien mengatakan nyeri pada luka operasi berkurang.</a:t>
            </a:r>
            <a:endParaRPr sz="2700" cap="none">
              <a:solidFill>
                <a:srgbClr val="000000"/>
              </a:solidFill>
              <a:latin typeface="Glacial Indifference"/>
              <a:ea typeface="Glacial Indifference"/>
              <a:cs typeface="Glacial Indifference"/>
            </a:endParaRPr>
          </a:p>
          <a:p>
            <a:pPr marL="360045" lvl="1" indent="-360045" algn="l">
              <a:lnSpc>
                <a:spcPts val="3240"/>
              </a:lnSpc>
              <a:buFont typeface="Arial"/>
              <a:buChar char="•"/>
              <a:defRPr/>
            </a:pPr>
            <a:r>
              <a:rPr sz="2700" cap="none">
                <a:solidFill>
                  <a:srgbClr val="000000"/>
                </a:solidFill>
                <a:latin typeface="Glacial Indifference"/>
                <a:ea typeface="Glacial Indifference"/>
                <a:cs typeface="Glacial Indifference"/>
              </a:rPr>
              <a:t>Skala nyeri: 4</a:t>
            </a:r>
            <a:endParaRPr sz="2700" cap="none">
              <a:solidFill>
                <a:srgbClr val="000000"/>
              </a:solidFill>
              <a:latin typeface="Glacial Indifference"/>
              <a:ea typeface="Glacial Indifference"/>
              <a:cs typeface="Glacial Indifference"/>
            </a:endParaRPr>
          </a:p>
          <a:p>
            <a:pPr marL="360045" lvl="1" indent="-360045" algn="l">
              <a:lnSpc>
                <a:spcPts val="3240"/>
              </a:lnSpc>
              <a:buFont typeface="Arial"/>
              <a:buChar char="•"/>
              <a:defRPr/>
            </a:pPr>
            <a:r>
              <a:rPr sz="2700" cap="none">
                <a:solidFill>
                  <a:srgbClr val="000000"/>
                </a:solidFill>
                <a:latin typeface="Glacial Indifference"/>
                <a:ea typeface="Glacial Indifference"/>
                <a:cs typeface="Glacial Indifference"/>
              </a:rPr>
              <a:t>Klien tampak tenang</a:t>
            </a:r>
            <a:endParaRPr sz="2700" cap="none">
              <a:solidFill>
                <a:srgbClr val="000000"/>
              </a:solidFill>
              <a:latin typeface="Glacial Indifference"/>
              <a:ea typeface="Glacial Indifference"/>
              <a:cs typeface="Glacial Indifference"/>
            </a:endParaRPr>
          </a:p>
        </p:txBody>
      </p:sp>
      <p:sp>
        <p:nvSpPr>
          <p:cNvPr id="1003512495" name="TextBox 36"/>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582810215" name="Freeform 3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7"/>
            <a:stretch/>
          </a:blipFill>
          <a:ln>
            <a:noFill/>
          </a:ln>
          <a:effectLst/>
        </p:spPr>
      </p:sp>
      <p:sp>
        <p:nvSpPr>
          <p:cNvPr id="1201981233" name="Freeform 3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
        <p:nvSpPr>
          <p:cNvPr id="1408676518" name="TextBox 39"/>
          <p:cNvSpPr/>
          <p:nvPr/>
        </p:nvSpPr>
        <p:spPr bwMode="auto">
          <a:xfrm>
            <a:off x="6649720" y="2335530"/>
            <a:ext cx="4988560" cy="537845"/>
          </a:xfrm>
          <a:prstGeom prst="rect">
            <a:avLst/>
          </a:prstGeom>
          <a:noFill/>
          <a:ln>
            <a:noFill/>
          </a:ln>
          <a:effectLst/>
        </p:spPr>
        <p:txBody>
          <a:bodyPr vert="horz" wrap="square" lIns="0" tIns="0" rIns="0" bIns="0" numCol="1" spcCol="215899" anchor="t"/>
          <a:lstStyle/>
          <a:p>
            <a:pPr algn="ctr">
              <a:lnSpc>
                <a:spcPts val="4480"/>
              </a:lnSpc>
              <a:defRPr sz="2800" b="1" cap="none">
                <a:solidFill>
                  <a:srgbClr val="000000"/>
                </a:solidFill>
                <a:latin typeface="Glacial Indifference"/>
                <a:ea typeface="Glacial Indifference"/>
                <a:cs typeface="Glacial Indifference"/>
              </a:defRPr>
            </a:pPr>
            <a:r>
              <a:rPr/>
              <a:t>No. </a:t>
            </a:r>
            <a:r>
              <a:rPr/>
              <a:t>DK 1, 13 Desember 2023</a:t>
            </a:r>
            <a:endParaRPr/>
          </a:p>
        </p:txBody>
      </p:sp>
      <p:sp>
        <p:nvSpPr>
          <p:cNvPr id="140576314" name="TextBox 40"/>
          <p:cNvSpPr/>
          <p:nvPr/>
        </p:nvSpPr>
        <p:spPr bwMode="auto">
          <a:xfrm>
            <a:off x="63315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O</a:t>
            </a:r>
            <a:endParaRPr/>
          </a:p>
        </p:txBody>
      </p:sp>
      <p:sp>
        <p:nvSpPr>
          <p:cNvPr id="383906119" name="TextBox 41"/>
          <p:cNvSpPr/>
          <p:nvPr/>
        </p:nvSpPr>
        <p:spPr bwMode="auto">
          <a:xfrm>
            <a:off x="1030414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A</a:t>
            </a:r>
            <a:endParaRPr/>
          </a:p>
        </p:txBody>
      </p:sp>
      <p:sp>
        <p:nvSpPr>
          <p:cNvPr id="1193780684" name="TextBox 42"/>
          <p:cNvSpPr/>
          <p:nvPr/>
        </p:nvSpPr>
        <p:spPr bwMode="auto">
          <a:xfrm>
            <a:off x="141039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P</a:t>
            </a:r>
            <a:endParaRPr/>
          </a:p>
        </p:txBody>
      </p:sp>
      <p:sp>
        <p:nvSpPr>
          <p:cNvPr id="712778711" name="TextBox 43"/>
          <p:cNvSpPr/>
          <p:nvPr/>
        </p:nvSpPr>
        <p:spPr bwMode="auto">
          <a:xfrm>
            <a:off x="5602605" y="4834890"/>
            <a:ext cx="3258185" cy="2468880"/>
          </a:xfrm>
          <a:prstGeom prst="rect">
            <a:avLst/>
          </a:prstGeom>
          <a:noFill/>
          <a:ln>
            <a:noFill/>
          </a:ln>
          <a:effectLst/>
        </p:spPr>
        <p:txBody>
          <a:bodyPr vert="horz" wrap="square" lIns="0" tIns="0" rIns="0" bIns="0" numCol="1" spcCol="215899" anchor="t"/>
          <a:lstStyle/>
          <a:p>
            <a:pPr algn="l">
              <a:lnSpc>
                <a:spcPts val="3240"/>
              </a:lnSpc>
              <a:defRPr/>
            </a:pPr>
            <a:r>
              <a:rPr sz="2700" cap="none">
                <a:solidFill>
                  <a:srgbClr val="000000"/>
                </a:solidFill>
                <a:latin typeface="Glacial Indifference"/>
                <a:ea typeface="Glacial Indifference"/>
                <a:cs typeface="Glacial Indifference"/>
              </a:rPr>
              <a:t>Kesadaran: </a:t>
            </a:r>
            <a:r>
              <a:rPr sz="2700" cap="none">
                <a:solidFill>
                  <a:srgbClr val="000000"/>
                </a:solidFill>
                <a:latin typeface="Glacial Indifference"/>
                <a:ea typeface="Glacial Indifference"/>
                <a:cs typeface="Glacial Indifference"/>
              </a:rPr>
              <a:t>cm</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Skala nyeri: 4</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TD: 120/80</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N: </a:t>
            </a:r>
            <a:r>
              <a:rPr sz="2700" cap="none">
                <a:solidFill>
                  <a:srgbClr val="000000"/>
                </a:solidFill>
                <a:latin typeface="Glacial Indifference"/>
                <a:ea typeface="Glacial Indifference"/>
                <a:cs typeface="Glacial Indifference"/>
              </a:rPr>
              <a:t>96x/menit</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S: 36.6°C</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RR: </a:t>
            </a:r>
            <a:r>
              <a:rPr sz="2700" cap="none">
                <a:solidFill>
                  <a:srgbClr val="000000"/>
                </a:solidFill>
                <a:latin typeface="Glacial Indifference"/>
                <a:ea typeface="Glacial Indifference"/>
                <a:cs typeface="Glacial Indifference"/>
              </a:rPr>
              <a:t>20x/menit</a:t>
            </a:r>
            <a:endParaRPr sz="2700" cap="none">
              <a:solidFill>
                <a:srgbClr val="000000"/>
              </a:solidFill>
              <a:latin typeface="Glacial Indifference"/>
              <a:ea typeface="Glacial Indifference"/>
              <a:cs typeface="Glacial Indifference"/>
            </a:endParaRPr>
          </a:p>
        </p:txBody>
      </p:sp>
      <p:sp>
        <p:nvSpPr>
          <p:cNvPr id="1525030979" name="TextBox 44"/>
          <p:cNvSpPr/>
          <p:nvPr/>
        </p:nvSpPr>
        <p:spPr bwMode="auto">
          <a:xfrm>
            <a:off x="9492615" y="4834890"/>
            <a:ext cx="3257550" cy="4667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Masalah teratasi</a:t>
            </a:r>
            <a:endParaRPr sz="2800" cap="none">
              <a:solidFill>
                <a:srgbClr val="000000"/>
              </a:solidFill>
              <a:latin typeface="Glacial Indifference"/>
              <a:ea typeface="Glacial Indifference"/>
              <a:cs typeface="Glacial Indifference"/>
            </a:endParaRPr>
          </a:p>
        </p:txBody>
      </p:sp>
      <p:sp>
        <p:nvSpPr>
          <p:cNvPr id="102675421" name="TextBox 45"/>
          <p:cNvSpPr/>
          <p:nvPr/>
        </p:nvSpPr>
        <p:spPr bwMode="auto">
          <a:xfrm>
            <a:off x="13440410" y="4834890"/>
            <a:ext cx="3257550" cy="13811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Intervensi dihentikan (pasien pulang)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612841849"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845993607"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156396783" name="TextBox 8"/>
          <p:cNvSpPr/>
          <p:nvPr/>
        </p:nvSpPr>
        <p:spPr bwMode="auto">
          <a:xfrm>
            <a:off x="16563975" y="8834120"/>
            <a:ext cx="955040" cy="79946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49</a:t>
            </a:r>
            <a:endParaRPr/>
          </a:p>
        </p:txBody>
      </p:sp>
      <p:sp>
        <p:nvSpPr>
          <p:cNvPr id="1321591024"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522557639"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1762995514"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1032936744"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1005688336"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1216510798"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990787351"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139053021"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535765213"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497887976"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253670064"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62199402"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890907005" name="Freeform 29"/>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3"/>
            <a:stretch/>
          </a:blipFill>
          <a:ln>
            <a:noFill/>
          </a:ln>
          <a:effectLst/>
        </p:spPr>
      </p:sp>
      <p:sp>
        <p:nvSpPr>
          <p:cNvPr id="1665398187" name="Freeform 30"/>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4"/>
            <a:stretch/>
          </a:blipFill>
          <a:ln>
            <a:noFill/>
          </a:ln>
          <a:effectLst/>
        </p:spPr>
      </p:sp>
      <p:sp>
        <p:nvSpPr>
          <p:cNvPr id="804768001" name="Freeform 31"/>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5"/>
            <a:stretch/>
          </a:blipFill>
          <a:ln>
            <a:noFill/>
          </a:ln>
          <a:effectLst/>
        </p:spPr>
      </p:sp>
      <p:sp>
        <p:nvSpPr>
          <p:cNvPr id="1278500495" name="Freeform 32"/>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6"/>
            <a:stretch/>
          </a:blipFill>
          <a:ln>
            <a:noFill/>
          </a:ln>
          <a:effectLst/>
        </p:spPr>
      </p:sp>
      <p:sp>
        <p:nvSpPr>
          <p:cNvPr id="639913797" name="TextBox 33"/>
          <p:cNvSpPr/>
          <p:nvPr/>
        </p:nvSpPr>
        <p:spPr bwMode="auto">
          <a:xfrm>
            <a:off x="4075430" y="1470660"/>
            <a:ext cx="10137140" cy="835660"/>
          </a:xfrm>
          <a:prstGeom prst="rect">
            <a:avLst/>
          </a:prstGeom>
          <a:noFill/>
          <a:ln>
            <a:noFill/>
          </a:ln>
          <a:effectLst/>
        </p:spPr>
        <p:txBody>
          <a:bodyPr vert="horz" wrap="square" lIns="0" tIns="0" rIns="0" bIns="0" numCol="1" spcCol="215899" anchor="t"/>
          <a:lstStyle/>
          <a:p>
            <a:pPr algn="ctr">
              <a:lnSpc>
                <a:spcPts val="6580"/>
              </a:lnSpc>
              <a:defRPr sz="4700" b="1" cap="none">
                <a:solidFill>
                  <a:srgbClr val="000000"/>
                </a:solidFill>
                <a:latin typeface="Glacial Indifference"/>
                <a:ea typeface="Glacial Indifference"/>
                <a:cs typeface="Glacial Indifference"/>
              </a:defRPr>
            </a:pPr>
            <a:r>
              <a:rPr/>
              <a:t>Evaluasi Keperawatan</a:t>
            </a:r>
            <a:endParaRPr/>
          </a:p>
        </p:txBody>
      </p:sp>
      <p:sp>
        <p:nvSpPr>
          <p:cNvPr id="1616228155" name="TextBox 34"/>
          <p:cNvSpPr/>
          <p:nvPr/>
        </p:nvSpPr>
        <p:spPr bwMode="auto">
          <a:xfrm>
            <a:off x="23437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S</a:t>
            </a:r>
            <a:endParaRPr/>
          </a:p>
        </p:txBody>
      </p:sp>
      <p:sp>
        <p:nvSpPr>
          <p:cNvPr id="601000864" name="TextBox 35"/>
          <p:cNvSpPr/>
          <p:nvPr/>
        </p:nvSpPr>
        <p:spPr bwMode="auto">
          <a:xfrm>
            <a:off x="1649730" y="4834890"/>
            <a:ext cx="3257550" cy="18383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Klien mengatakan kaku dan nyeri pada lengan berkurang</a:t>
            </a:r>
            <a:endParaRPr/>
          </a:p>
        </p:txBody>
      </p:sp>
      <p:sp>
        <p:nvSpPr>
          <p:cNvPr id="553583467" name="TextBox 36"/>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653073305" name="Freeform 3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7"/>
            <a:stretch/>
          </a:blipFill>
          <a:ln>
            <a:noFill/>
          </a:ln>
          <a:effectLst/>
        </p:spPr>
      </p:sp>
      <p:sp>
        <p:nvSpPr>
          <p:cNvPr id="568618814" name="Freeform 3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
        <p:nvSpPr>
          <p:cNvPr id="1343666032" name="TextBox 39"/>
          <p:cNvSpPr/>
          <p:nvPr/>
        </p:nvSpPr>
        <p:spPr bwMode="auto">
          <a:xfrm>
            <a:off x="6605270" y="2335530"/>
            <a:ext cx="5077460" cy="537845"/>
          </a:xfrm>
          <a:prstGeom prst="rect">
            <a:avLst/>
          </a:prstGeom>
          <a:noFill/>
          <a:ln>
            <a:noFill/>
          </a:ln>
          <a:effectLst/>
        </p:spPr>
        <p:txBody>
          <a:bodyPr vert="horz" wrap="square" lIns="0" tIns="0" rIns="0" bIns="0" numCol="1" spcCol="215899" anchor="t"/>
          <a:lstStyle/>
          <a:p>
            <a:pPr algn="ctr">
              <a:lnSpc>
                <a:spcPts val="4480"/>
              </a:lnSpc>
              <a:defRPr sz="2800" b="1" cap="none">
                <a:solidFill>
                  <a:srgbClr val="000000"/>
                </a:solidFill>
                <a:latin typeface="Glacial Indifference"/>
                <a:ea typeface="Glacial Indifference"/>
                <a:cs typeface="Glacial Indifference"/>
              </a:defRPr>
            </a:pPr>
            <a:r>
              <a:rPr/>
              <a:t>No. </a:t>
            </a:r>
            <a:r>
              <a:rPr/>
              <a:t>DK 2, 13 Desember 2023</a:t>
            </a:r>
            <a:endParaRPr/>
          </a:p>
        </p:txBody>
      </p:sp>
      <p:sp>
        <p:nvSpPr>
          <p:cNvPr id="1689792069" name="TextBox 40"/>
          <p:cNvSpPr/>
          <p:nvPr/>
        </p:nvSpPr>
        <p:spPr bwMode="auto">
          <a:xfrm>
            <a:off x="63315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O</a:t>
            </a:r>
            <a:endParaRPr/>
          </a:p>
        </p:txBody>
      </p:sp>
      <p:sp>
        <p:nvSpPr>
          <p:cNvPr id="1712753323" name="TextBox 41"/>
          <p:cNvSpPr/>
          <p:nvPr/>
        </p:nvSpPr>
        <p:spPr bwMode="auto">
          <a:xfrm>
            <a:off x="1030414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A</a:t>
            </a:r>
            <a:endParaRPr/>
          </a:p>
        </p:txBody>
      </p:sp>
      <p:sp>
        <p:nvSpPr>
          <p:cNvPr id="1249271730" name="TextBox 42"/>
          <p:cNvSpPr/>
          <p:nvPr/>
        </p:nvSpPr>
        <p:spPr bwMode="auto">
          <a:xfrm>
            <a:off x="14103985" y="3238500"/>
            <a:ext cx="1717040" cy="106680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P</a:t>
            </a:r>
            <a:endParaRPr/>
          </a:p>
        </p:txBody>
      </p:sp>
      <p:sp>
        <p:nvSpPr>
          <p:cNvPr id="1738921116" name="TextBox 43"/>
          <p:cNvSpPr/>
          <p:nvPr/>
        </p:nvSpPr>
        <p:spPr bwMode="auto">
          <a:xfrm>
            <a:off x="5602605" y="4834890"/>
            <a:ext cx="3258185" cy="2880360"/>
          </a:xfrm>
          <a:prstGeom prst="rect">
            <a:avLst/>
          </a:prstGeom>
          <a:noFill/>
          <a:ln>
            <a:noFill/>
          </a:ln>
          <a:effectLst/>
        </p:spPr>
        <p:txBody>
          <a:bodyPr vert="horz" wrap="square" lIns="0" tIns="0" rIns="0" bIns="0" numCol="1" spcCol="215899" anchor="t"/>
          <a:lstStyle/>
          <a:p>
            <a:pPr algn="l">
              <a:lnSpc>
                <a:spcPts val="3240"/>
              </a:lnSpc>
              <a:defRPr/>
            </a:pPr>
            <a:r>
              <a:rPr sz="2700" cap="none">
                <a:solidFill>
                  <a:srgbClr val="000000"/>
                </a:solidFill>
                <a:latin typeface="Glacial Indifference"/>
                <a:ea typeface="Glacial Indifference"/>
                <a:cs typeface="Glacial Indifference"/>
              </a:rPr>
              <a:t>Klien tampak mampu berjalan dan bergerak</a:t>
            </a:r>
            <a:br>
              <a:rPr/>
            </a:b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Kekuatan otot:</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5555 | 4444</a:t>
            </a:r>
            <a:endParaRPr sz="2700" cap="none">
              <a:solidFill>
                <a:srgbClr val="000000"/>
              </a:solidFill>
              <a:latin typeface="Glacial Indifference"/>
              <a:ea typeface="Glacial Indifference"/>
              <a:cs typeface="Glacial Indifference"/>
            </a:endParaRPr>
          </a:p>
          <a:p>
            <a:pPr algn="l">
              <a:lnSpc>
                <a:spcPts val="3240"/>
              </a:lnSpc>
              <a:defRPr/>
            </a:pPr>
            <a:r>
              <a:rPr sz="2700" cap="none">
                <a:solidFill>
                  <a:srgbClr val="000000"/>
                </a:solidFill>
                <a:latin typeface="Glacial Indifference"/>
                <a:ea typeface="Glacial Indifference"/>
                <a:cs typeface="Glacial Indifference"/>
              </a:rPr>
              <a:t>5555 | 5555</a:t>
            </a:r>
            <a:endParaRPr sz="2700" cap="none">
              <a:solidFill>
                <a:srgbClr val="000000"/>
              </a:solidFill>
              <a:latin typeface="Glacial Indifference"/>
              <a:ea typeface="Glacial Indifference"/>
              <a:cs typeface="Glacial Indifference"/>
            </a:endParaRPr>
          </a:p>
        </p:txBody>
      </p:sp>
      <p:sp>
        <p:nvSpPr>
          <p:cNvPr id="1074607049" name="TextBox 44"/>
          <p:cNvSpPr/>
          <p:nvPr/>
        </p:nvSpPr>
        <p:spPr bwMode="auto">
          <a:xfrm>
            <a:off x="9492615" y="4834890"/>
            <a:ext cx="3257550" cy="4667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Masalah teratasi</a:t>
            </a:r>
            <a:endParaRPr sz="2800" cap="none">
              <a:solidFill>
                <a:srgbClr val="000000"/>
              </a:solidFill>
              <a:latin typeface="Glacial Indifference"/>
              <a:ea typeface="Glacial Indifference"/>
              <a:cs typeface="Glacial Indifference"/>
            </a:endParaRPr>
          </a:p>
        </p:txBody>
      </p:sp>
      <p:sp>
        <p:nvSpPr>
          <p:cNvPr id="1908358553" name="TextBox 45"/>
          <p:cNvSpPr/>
          <p:nvPr/>
        </p:nvSpPr>
        <p:spPr bwMode="auto">
          <a:xfrm>
            <a:off x="13440410" y="4834890"/>
            <a:ext cx="3257550" cy="13811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Intervensi dihentikan (pasien pulang)</a:t>
            </a:r>
            <a:endParaRPr sz="2800" cap="none">
              <a:solidFill>
                <a:srgbClr val="000000"/>
              </a:solidFill>
              <a:latin typeface="Glacial Indifference"/>
              <a:ea typeface="Glacial Indifference"/>
              <a:cs typeface="Glacial Indifference"/>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1185035279" name="Group 2"/>
          <p:cNvGrpSpPr/>
          <p:nvPr/>
        </p:nvGrpSpPr>
        <p:grpSpPr bwMode="auto">
          <a:xfrm>
            <a:off x="0" y="10073640"/>
            <a:ext cx="18288000" cy="213360"/>
            <a:chOff x="0" y="10073640"/>
            <a:chExt cx="18288000" cy="213360"/>
          </a:xfrm>
        </p:grpSpPr>
        <p:sp>
          <p:nvSpPr>
            <p:cNvPr id="4" name="Freeform 3"/>
            <p:cNvSpPr/>
            <p:nvPr/>
          </p:nvSpPr>
          <p:spPr bwMode="auto">
            <a:xfrm>
              <a:off x="0" y="1007364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5DA295"/>
            </a:solidFill>
            <a:ln>
              <a:noFill/>
            </a:ln>
            <a:effectLst/>
          </p:spPr>
        </p:sp>
        <p:sp>
          <p:nvSpPr>
            <p:cNvPr id="3" name="TextBox 4"/>
            <p:cNvSpPr/>
            <p:nvPr/>
          </p:nvSpPr>
          <p:spPr bwMode="auto">
            <a:xfrm>
              <a:off x="0" y="992886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630725447" name="Group 5"/>
          <p:cNvGrpSpPr/>
          <p:nvPr/>
        </p:nvGrpSpPr>
        <p:grpSpPr bwMode="auto">
          <a:xfrm>
            <a:off x="0" y="0"/>
            <a:ext cx="18288000" cy="213360"/>
            <a:chOff x="0" y="0"/>
            <a:chExt cx="18288000" cy="213360"/>
          </a:xfrm>
        </p:grpSpPr>
        <p:sp>
          <p:nvSpPr>
            <p:cNvPr id="7" name="Freeform 6"/>
            <p:cNvSpPr/>
            <p:nvPr/>
          </p:nvSpPr>
          <p:spPr bwMode="auto">
            <a:xfrm>
              <a:off x="0" y="0"/>
              <a:ext cx="18288000" cy="213360"/>
            </a:xfrm>
            <a:custGeom>
              <a:avLst/>
              <a:gdLst/>
              <a:ahLst/>
              <a:cxnLst/>
              <a:rect l="0" t="0" r="18288000" b="213360"/>
              <a:pathLst>
                <a:path w="18288000" h="213360" fill="norm" stroke="1" extrusionOk="0">
                  <a:moveTo>
                    <a:pt x="0" y="0"/>
                  </a:moveTo>
                  <a:lnTo>
                    <a:pt x="18288000" y="0"/>
                  </a:lnTo>
                  <a:lnTo>
                    <a:pt x="18288000" y="213360"/>
                  </a:lnTo>
                  <a:lnTo>
                    <a:pt x="0" y="213360"/>
                  </a:lnTo>
                  <a:close/>
                </a:path>
              </a:pathLst>
            </a:custGeom>
            <a:solidFill>
              <a:srgbClr val="BFDDD2"/>
            </a:solidFill>
            <a:ln>
              <a:noFill/>
            </a:ln>
            <a:effectLst/>
          </p:spPr>
        </p:sp>
        <p:sp>
          <p:nvSpPr>
            <p:cNvPr id="6" name="TextBox 7"/>
            <p:cNvSpPr/>
            <p:nvPr/>
          </p:nvSpPr>
          <p:spPr bwMode="auto">
            <a:xfrm>
              <a:off x="0" y="-144780"/>
              <a:ext cx="18288000" cy="35814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188273859" name="TextBox 8"/>
          <p:cNvSpPr/>
          <p:nvPr/>
        </p:nvSpPr>
        <p:spPr bwMode="auto">
          <a:xfrm>
            <a:off x="16563975" y="8834120"/>
            <a:ext cx="955040" cy="762635"/>
          </a:xfrm>
          <a:prstGeom prst="rect">
            <a:avLst/>
          </a:prstGeom>
          <a:noFill/>
          <a:ln>
            <a:noFill/>
          </a:ln>
          <a:effectLst/>
        </p:spPr>
        <p:txBody>
          <a:bodyPr vert="horz" wrap="square" lIns="0" tIns="0" rIns="0" bIns="0" numCol="1" spcCol="215899" anchor="t"/>
          <a:lstStyle/>
          <a:p>
            <a:pPr algn="r">
              <a:lnSpc>
                <a:spcPts val="6295"/>
              </a:lnSpc>
              <a:defRPr sz="4500" b="1" cap="none">
                <a:solidFill>
                  <a:srgbClr val="000000"/>
                </a:solidFill>
                <a:latin typeface="Glacial Indifference"/>
                <a:ea typeface="Glacial Indifference"/>
                <a:cs typeface="Glacial Indifference"/>
              </a:defRPr>
            </a:pPr>
            <a:r>
              <a:rPr/>
              <a:t>49</a:t>
            </a:r>
            <a:endParaRPr/>
          </a:p>
        </p:txBody>
      </p:sp>
      <p:sp>
        <p:nvSpPr>
          <p:cNvPr id="1318551392" name="AutoShape 9"/>
          <p:cNvSpPr/>
          <p:nvPr/>
        </p:nvSpPr>
        <p:spPr bwMode="auto">
          <a:xfrm>
            <a:off x="16563975" y="8877300"/>
            <a:ext cx="0" cy="762000"/>
          </a:xfrm>
          <a:prstGeom prst="line">
            <a:avLst/>
          </a:prstGeom>
          <a:noFill/>
          <a:ln w="95250" cap="flat" cmpd="sng" algn="ctr">
            <a:solidFill>
              <a:srgbClr val="5DA295"/>
            </a:solidFill>
            <a:prstDash val="solid"/>
            <a:headEnd type="none"/>
            <a:tailEnd type="none"/>
          </a:ln>
          <a:effectLst/>
        </p:spPr>
      </p:sp>
      <p:sp>
        <p:nvSpPr>
          <p:cNvPr id="1783619305" name="AutoShape 10"/>
          <p:cNvSpPr/>
          <p:nvPr/>
        </p:nvSpPr>
        <p:spPr bwMode="auto">
          <a:xfrm>
            <a:off x="1219200" y="8370570"/>
            <a:ext cx="15849600" cy="0"/>
          </a:xfrm>
          <a:prstGeom prst="line">
            <a:avLst/>
          </a:prstGeom>
          <a:noFill/>
          <a:ln w="38100" cap="flat" cmpd="sng" algn="ctr">
            <a:solidFill>
              <a:srgbClr val="5DA295"/>
            </a:solidFill>
            <a:prstDash val="solid"/>
            <a:headEnd type="none"/>
            <a:tailEnd type="none"/>
          </a:ln>
          <a:effectLst/>
        </p:spPr>
      </p:sp>
      <p:sp>
        <p:nvSpPr>
          <p:cNvPr id="761200690" name="AutoShape 11"/>
          <p:cNvSpPr/>
          <p:nvPr/>
        </p:nvSpPr>
        <p:spPr bwMode="auto">
          <a:xfrm>
            <a:off x="1219200" y="3102610"/>
            <a:ext cx="15849600" cy="0"/>
          </a:xfrm>
          <a:prstGeom prst="line">
            <a:avLst/>
          </a:prstGeom>
          <a:noFill/>
          <a:ln w="38100" cap="flat" cmpd="sng" algn="ctr">
            <a:solidFill>
              <a:srgbClr val="5DA295"/>
            </a:solidFill>
            <a:prstDash val="solid"/>
            <a:headEnd type="none"/>
            <a:tailEnd type="none"/>
          </a:ln>
          <a:effectLst/>
        </p:spPr>
      </p:sp>
      <p:sp>
        <p:nvSpPr>
          <p:cNvPr id="694619235" name="AutoShape 12"/>
          <p:cNvSpPr/>
          <p:nvPr/>
        </p:nvSpPr>
        <p:spPr bwMode="auto">
          <a:xfrm flipV="1">
            <a:off x="1238250" y="3082925"/>
            <a:ext cx="2540" cy="5306695"/>
          </a:xfrm>
          <a:prstGeom prst="line">
            <a:avLst/>
          </a:prstGeom>
          <a:noFill/>
          <a:ln w="38100" cap="flat" cmpd="sng" algn="ctr">
            <a:solidFill>
              <a:srgbClr val="5DA295"/>
            </a:solidFill>
            <a:prstDash val="solid"/>
            <a:headEnd type="none"/>
            <a:tailEnd type="none"/>
          </a:ln>
          <a:effectLst/>
        </p:spPr>
      </p:sp>
      <p:sp>
        <p:nvSpPr>
          <p:cNvPr id="1364368818" name="AutoShape 13"/>
          <p:cNvSpPr/>
          <p:nvPr/>
        </p:nvSpPr>
        <p:spPr bwMode="auto">
          <a:xfrm flipH="1" flipV="1">
            <a:off x="5193030" y="3092450"/>
            <a:ext cx="0" cy="5287644"/>
          </a:xfrm>
          <a:prstGeom prst="line">
            <a:avLst/>
          </a:prstGeom>
          <a:noFill/>
          <a:ln w="38100" cap="flat" cmpd="sng" algn="ctr">
            <a:solidFill>
              <a:srgbClr val="5DA295"/>
            </a:solidFill>
            <a:prstDash val="solid"/>
            <a:headEnd type="none"/>
            <a:tailEnd type="none"/>
          </a:ln>
          <a:effectLst/>
        </p:spPr>
      </p:sp>
      <p:sp>
        <p:nvSpPr>
          <p:cNvPr id="1404675204" name="AutoShape 14"/>
          <p:cNvSpPr/>
          <p:nvPr/>
        </p:nvSpPr>
        <p:spPr bwMode="auto">
          <a:xfrm flipH="1" flipV="1">
            <a:off x="9145270" y="3092450"/>
            <a:ext cx="0" cy="5287644"/>
          </a:xfrm>
          <a:prstGeom prst="line">
            <a:avLst/>
          </a:prstGeom>
          <a:noFill/>
          <a:ln w="38100" cap="flat" cmpd="sng" algn="ctr">
            <a:solidFill>
              <a:srgbClr val="5DA295"/>
            </a:solidFill>
            <a:prstDash val="solid"/>
            <a:headEnd type="none"/>
            <a:tailEnd type="none"/>
          </a:ln>
          <a:effectLst/>
        </p:spPr>
      </p:sp>
      <p:sp>
        <p:nvSpPr>
          <p:cNvPr id="1896997371" name="AutoShape 15"/>
          <p:cNvSpPr/>
          <p:nvPr/>
        </p:nvSpPr>
        <p:spPr bwMode="auto">
          <a:xfrm flipV="1">
            <a:off x="13097510" y="3092450"/>
            <a:ext cx="0" cy="5287644"/>
          </a:xfrm>
          <a:prstGeom prst="line">
            <a:avLst/>
          </a:prstGeom>
          <a:noFill/>
          <a:ln w="38100" cap="flat" cmpd="sng" algn="ctr">
            <a:solidFill>
              <a:srgbClr val="5DA295"/>
            </a:solidFill>
            <a:prstDash val="solid"/>
            <a:headEnd type="none"/>
            <a:tailEnd type="none"/>
          </a:ln>
          <a:effectLst/>
        </p:spPr>
      </p:sp>
      <p:sp>
        <p:nvSpPr>
          <p:cNvPr id="1868244726" name="AutoShape 16"/>
          <p:cNvSpPr/>
          <p:nvPr/>
        </p:nvSpPr>
        <p:spPr bwMode="auto">
          <a:xfrm flipV="1">
            <a:off x="17049750" y="3092450"/>
            <a:ext cx="0" cy="5287644"/>
          </a:xfrm>
          <a:prstGeom prst="line">
            <a:avLst/>
          </a:prstGeom>
          <a:noFill/>
          <a:ln w="38100" cap="flat" cmpd="sng" algn="ctr">
            <a:solidFill>
              <a:srgbClr val="5DA295"/>
            </a:solidFill>
            <a:prstDash val="solid"/>
            <a:headEnd type="none"/>
            <a:tailEnd type="none"/>
          </a:ln>
          <a:effectLst/>
        </p:spPr>
      </p:sp>
      <p:grpSp>
        <p:nvGrpSpPr>
          <p:cNvPr id="2067128484" name="Group 17"/>
          <p:cNvGrpSpPr/>
          <p:nvPr/>
        </p:nvGrpSpPr>
        <p:grpSpPr bwMode="auto">
          <a:xfrm>
            <a:off x="6457315" y="3092450"/>
            <a:ext cx="1465580" cy="1492250"/>
            <a:chOff x="6457315" y="3092450"/>
            <a:chExt cx="1465580" cy="1492250"/>
          </a:xfrm>
        </p:grpSpPr>
        <p:sp>
          <p:nvSpPr>
            <p:cNvPr id="19" name="Freeform 18"/>
            <p:cNvSpPr/>
            <p:nvPr/>
          </p:nvSpPr>
          <p:spPr bwMode="auto">
            <a:xfrm>
              <a:off x="64573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18" name="TextBox 19"/>
            <p:cNvSpPr/>
            <p:nvPr/>
          </p:nvSpPr>
          <p:spPr bwMode="auto">
            <a:xfrm>
              <a:off x="64573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812292351" name="Group 20"/>
          <p:cNvGrpSpPr/>
          <p:nvPr/>
        </p:nvGrpSpPr>
        <p:grpSpPr bwMode="auto">
          <a:xfrm>
            <a:off x="2469515" y="3092450"/>
            <a:ext cx="1465580" cy="1492250"/>
            <a:chOff x="2469515" y="3092450"/>
            <a:chExt cx="1465580" cy="1492250"/>
          </a:xfrm>
        </p:grpSpPr>
        <p:sp>
          <p:nvSpPr>
            <p:cNvPr id="22" name="Freeform 21"/>
            <p:cNvSpPr/>
            <p:nvPr/>
          </p:nvSpPr>
          <p:spPr bwMode="auto">
            <a:xfrm>
              <a:off x="2469515" y="3092450"/>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1" name="TextBox 22"/>
            <p:cNvSpPr/>
            <p:nvPr/>
          </p:nvSpPr>
          <p:spPr bwMode="auto">
            <a:xfrm>
              <a:off x="2469515" y="3022600"/>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753505437" name="Group 23"/>
          <p:cNvGrpSpPr/>
          <p:nvPr/>
        </p:nvGrpSpPr>
        <p:grpSpPr bwMode="auto">
          <a:xfrm>
            <a:off x="10429875" y="3082925"/>
            <a:ext cx="1465580" cy="1492250"/>
            <a:chOff x="10429875" y="3082925"/>
            <a:chExt cx="1465580" cy="1492250"/>
          </a:xfrm>
        </p:grpSpPr>
        <p:sp>
          <p:nvSpPr>
            <p:cNvPr id="25" name="Freeform 24"/>
            <p:cNvSpPr/>
            <p:nvPr/>
          </p:nvSpPr>
          <p:spPr bwMode="auto">
            <a:xfrm>
              <a:off x="10429875"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4" name="TextBox 25"/>
            <p:cNvSpPr/>
            <p:nvPr/>
          </p:nvSpPr>
          <p:spPr bwMode="auto">
            <a:xfrm>
              <a:off x="10429875"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grpSp>
        <p:nvGrpSpPr>
          <p:cNvPr id="1031893700" name="Group 26"/>
          <p:cNvGrpSpPr/>
          <p:nvPr/>
        </p:nvGrpSpPr>
        <p:grpSpPr bwMode="auto">
          <a:xfrm>
            <a:off x="14229714" y="3082925"/>
            <a:ext cx="1465580" cy="1492250"/>
            <a:chOff x="14229714" y="3082925"/>
            <a:chExt cx="1465580" cy="1492250"/>
          </a:xfrm>
        </p:grpSpPr>
        <p:sp>
          <p:nvSpPr>
            <p:cNvPr id="28" name="Freeform 27"/>
            <p:cNvSpPr/>
            <p:nvPr/>
          </p:nvSpPr>
          <p:spPr bwMode="auto">
            <a:xfrm>
              <a:off x="14229714" y="3082925"/>
              <a:ext cx="1465580" cy="1492250"/>
            </a:xfrm>
            <a:custGeom>
              <a:avLst/>
              <a:gdLst/>
              <a:ahLst/>
              <a:cxnLst/>
              <a:rect l="0" t="0" r="1465580" b="1492250"/>
              <a:pathLst>
                <a:path w="1465580" h="1492250" fill="norm" stroke="1" extrusionOk="0">
                  <a:moveTo>
                    <a:pt x="1465580" y="0"/>
                  </a:moveTo>
                  <a:lnTo>
                    <a:pt x="1465580" y="1282402"/>
                  </a:lnTo>
                  <a:lnTo>
                    <a:pt x="732790" y="1492250"/>
                  </a:lnTo>
                  <a:lnTo>
                    <a:pt x="0" y="1282402"/>
                  </a:lnTo>
                  <a:lnTo>
                    <a:pt x="0" y="0"/>
                  </a:lnTo>
                  <a:lnTo>
                    <a:pt x="1465580" y="0"/>
                  </a:lnTo>
                  <a:close/>
                </a:path>
              </a:pathLst>
            </a:custGeom>
            <a:solidFill>
              <a:srgbClr val="5DA295"/>
            </a:solidFill>
            <a:ln>
              <a:noFill/>
            </a:ln>
            <a:effectLst/>
          </p:spPr>
        </p:sp>
        <p:sp>
          <p:nvSpPr>
            <p:cNvPr id="27" name="TextBox 28"/>
            <p:cNvSpPr/>
            <p:nvPr/>
          </p:nvSpPr>
          <p:spPr bwMode="auto">
            <a:xfrm>
              <a:off x="14229714" y="3013075"/>
              <a:ext cx="1465580" cy="135255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393913846" name="Freeform 29"/>
          <p:cNvSpPr/>
          <p:nvPr/>
        </p:nvSpPr>
        <p:spPr bwMode="auto">
          <a:xfrm>
            <a:off x="14869160" y="-2098675"/>
            <a:ext cx="3705225" cy="3905250"/>
          </a:xfrm>
          <a:custGeom>
            <a:avLst/>
            <a:gdLst/>
            <a:ahLst/>
            <a:cxnLst/>
            <a:rect l="0" t="0" r="3705225" b="3905250"/>
            <a:pathLst>
              <a:path w="3705225" h="3905250" fill="norm" stroke="1" extrusionOk="0">
                <a:moveTo>
                  <a:pt x="0" y="0"/>
                </a:moveTo>
                <a:lnTo>
                  <a:pt x="3705225" y="0"/>
                </a:lnTo>
                <a:lnTo>
                  <a:pt x="3705225" y="3905250"/>
                </a:lnTo>
                <a:lnTo>
                  <a:pt x="0" y="3905250"/>
                </a:lnTo>
                <a:lnTo>
                  <a:pt x="0" y="0"/>
                </a:lnTo>
                <a:close/>
              </a:path>
            </a:pathLst>
          </a:custGeom>
          <a:blipFill>
            <a:blip r:embed="rId3"/>
            <a:stretch/>
          </a:blipFill>
          <a:ln>
            <a:noFill/>
          </a:ln>
          <a:effectLst/>
        </p:spPr>
      </p:sp>
      <p:sp>
        <p:nvSpPr>
          <p:cNvPr id="896426218" name="Freeform 30"/>
          <p:cNvSpPr/>
          <p:nvPr/>
        </p:nvSpPr>
        <p:spPr bwMode="auto">
          <a:xfrm>
            <a:off x="15302865" y="1278890"/>
            <a:ext cx="1073150" cy="1073785"/>
          </a:xfrm>
          <a:custGeom>
            <a:avLst/>
            <a:gdLst/>
            <a:ahLst/>
            <a:cxnLst/>
            <a:rect l="0" t="0" r="1073150" b="1073785"/>
            <a:pathLst>
              <a:path w="1073150" h="1073785" fill="norm" stroke="1" extrusionOk="0">
                <a:moveTo>
                  <a:pt x="0" y="0"/>
                </a:moveTo>
                <a:lnTo>
                  <a:pt x="1073149" y="0"/>
                </a:lnTo>
                <a:lnTo>
                  <a:pt x="1073149" y="1073785"/>
                </a:lnTo>
                <a:lnTo>
                  <a:pt x="0" y="1073785"/>
                </a:lnTo>
                <a:lnTo>
                  <a:pt x="0" y="0"/>
                </a:lnTo>
                <a:close/>
              </a:path>
            </a:pathLst>
          </a:custGeom>
          <a:blipFill>
            <a:blip r:embed="rId4"/>
            <a:stretch/>
          </a:blipFill>
          <a:ln>
            <a:noFill/>
          </a:ln>
          <a:effectLst/>
        </p:spPr>
      </p:sp>
      <p:sp>
        <p:nvSpPr>
          <p:cNvPr id="1063372979" name="Freeform 31"/>
          <p:cNvSpPr/>
          <p:nvPr/>
        </p:nvSpPr>
        <p:spPr bwMode="auto">
          <a:xfrm>
            <a:off x="16148050" y="2273935"/>
            <a:ext cx="456565" cy="456565"/>
          </a:xfrm>
          <a:custGeom>
            <a:avLst/>
            <a:gdLst/>
            <a:ahLst/>
            <a:cxnLst/>
            <a:rect l="0" t="0" r="456565" b="456565"/>
            <a:pathLst>
              <a:path w="456565" h="456565" fill="norm" stroke="1" extrusionOk="0">
                <a:moveTo>
                  <a:pt x="0" y="0"/>
                </a:moveTo>
                <a:lnTo>
                  <a:pt x="456565" y="0"/>
                </a:lnTo>
                <a:lnTo>
                  <a:pt x="456565" y="456565"/>
                </a:lnTo>
                <a:lnTo>
                  <a:pt x="0" y="456565"/>
                </a:lnTo>
                <a:lnTo>
                  <a:pt x="0" y="0"/>
                </a:lnTo>
                <a:close/>
              </a:path>
            </a:pathLst>
          </a:custGeom>
          <a:blipFill>
            <a:blip r:embed="rId5"/>
            <a:stretch/>
          </a:blipFill>
          <a:ln>
            <a:noFill/>
          </a:ln>
          <a:effectLst/>
        </p:spPr>
      </p:sp>
      <p:sp>
        <p:nvSpPr>
          <p:cNvPr id="1387907481" name="Freeform 32"/>
          <p:cNvSpPr/>
          <p:nvPr/>
        </p:nvSpPr>
        <p:spPr bwMode="auto">
          <a:xfrm>
            <a:off x="560070" y="8446770"/>
            <a:ext cx="659130" cy="659130"/>
          </a:xfrm>
          <a:custGeom>
            <a:avLst/>
            <a:gdLst/>
            <a:ahLst/>
            <a:cxnLst/>
            <a:rect l="0" t="0" r="659130" b="659130"/>
            <a:pathLst>
              <a:path w="659130" h="659130" fill="norm" stroke="1" extrusionOk="0">
                <a:moveTo>
                  <a:pt x="0" y="0"/>
                </a:moveTo>
                <a:lnTo>
                  <a:pt x="659129" y="0"/>
                </a:lnTo>
                <a:lnTo>
                  <a:pt x="659129" y="659130"/>
                </a:lnTo>
                <a:lnTo>
                  <a:pt x="0" y="659130"/>
                </a:lnTo>
                <a:lnTo>
                  <a:pt x="0" y="0"/>
                </a:lnTo>
                <a:close/>
              </a:path>
            </a:pathLst>
          </a:custGeom>
          <a:blipFill>
            <a:blip r:embed="rId6"/>
            <a:stretch/>
          </a:blipFill>
          <a:ln>
            <a:noFill/>
          </a:ln>
          <a:effectLst/>
        </p:spPr>
      </p:sp>
      <p:sp>
        <p:nvSpPr>
          <p:cNvPr id="1752588186" name="TextBox 33"/>
          <p:cNvSpPr/>
          <p:nvPr/>
        </p:nvSpPr>
        <p:spPr bwMode="auto">
          <a:xfrm>
            <a:off x="4075430" y="1470660"/>
            <a:ext cx="10137140" cy="835660"/>
          </a:xfrm>
          <a:prstGeom prst="rect">
            <a:avLst/>
          </a:prstGeom>
          <a:noFill/>
          <a:ln>
            <a:noFill/>
          </a:ln>
          <a:effectLst/>
        </p:spPr>
        <p:txBody>
          <a:bodyPr vert="horz" wrap="square" lIns="0" tIns="0" rIns="0" bIns="0" numCol="1" spcCol="215899" anchor="t"/>
          <a:lstStyle/>
          <a:p>
            <a:pPr algn="ctr">
              <a:lnSpc>
                <a:spcPts val="6580"/>
              </a:lnSpc>
              <a:defRPr sz="4700" b="1" cap="none">
                <a:solidFill>
                  <a:srgbClr val="000000"/>
                </a:solidFill>
                <a:latin typeface="Glacial Indifference"/>
                <a:ea typeface="Glacial Indifference"/>
                <a:cs typeface="Glacial Indifference"/>
              </a:defRPr>
            </a:pPr>
            <a:r>
              <a:rPr/>
              <a:t>Evaluasi Keperawatan</a:t>
            </a:r>
            <a:endParaRPr/>
          </a:p>
        </p:txBody>
      </p:sp>
      <p:sp>
        <p:nvSpPr>
          <p:cNvPr id="920756771" name="TextBox 34"/>
          <p:cNvSpPr/>
          <p:nvPr/>
        </p:nvSpPr>
        <p:spPr bwMode="auto">
          <a:xfrm>
            <a:off x="23437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S</a:t>
            </a:r>
            <a:endParaRPr/>
          </a:p>
        </p:txBody>
      </p:sp>
      <p:sp>
        <p:nvSpPr>
          <p:cNvPr id="1354242463" name="TextBox 35"/>
          <p:cNvSpPr/>
          <p:nvPr/>
        </p:nvSpPr>
        <p:spPr bwMode="auto">
          <a:xfrm>
            <a:off x="1649730" y="4834890"/>
            <a:ext cx="3257550" cy="1381125"/>
          </a:xfrm>
          <a:prstGeom prst="rect">
            <a:avLst/>
          </a:prstGeom>
          <a:noFill/>
          <a:ln>
            <a:noFill/>
          </a:ln>
          <a:effectLst/>
        </p:spPr>
        <p:txBody>
          <a:bodyPr vert="horz" wrap="square" lIns="0" tIns="0" rIns="0" bIns="0" numCol="1" spcCol="215899" anchor="t"/>
          <a:lstStyle/>
          <a:p>
            <a:pPr algn="l">
              <a:lnSpc>
                <a:spcPts val="3600"/>
              </a:lnSpc>
              <a:defRPr sz="2800" cap="none">
                <a:solidFill>
                  <a:srgbClr val="000000"/>
                </a:solidFill>
                <a:latin typeface="Glacial Indifference"/>
                <a:ea typeface="Glacial Indifference"/>
                <a:cs typeface="Glacial Indifference"/>
              </a:defRPr>
            </a:pPr>
            <a:r>
              <a:rPr/>
              <a:t>Klien mengatakan nyeri di bagian luka berkurang</a:t>
            </a:r>
            <a:endParaRPr/>
          </a:p>
        </p:txBody>
      </p:sp>
      <p:sp>
        <p:nvSpPr>
          <p:cNvPr id="85790100" name="TextBox 36"/>
          <p:cNvSpPr/>
          <p:nvPr/>
        </p:nvSpPr>
        <p:spPr bwMode="auto">
          <a:xfrm>
            <a:off x="11430000" y="8963025"/>
            <a:ext cx="4752340" cy="533400"/>
          </a:xfrm>
          <a:prstGeom prst="rect">
            <a:avLst/>
          </a:prstGeom>
          <a:noFill/>
          <a:ln>
            <a:noFill/>
          </a:ln>
          <a:effectLst/>
        </p:spPr>
        <p:txBody>
          <a:bodyPr vert="horz" wrap="square" lIns="0" tIns="0" rIns="0" bIns="0" numCol="1" spcCol="215899" anchor="t"/>
          <a:lstStyle/>
          <a:p>
            <a:pPr algn="r">
              <a:lnSpc>
                <a:spcPts val="4200"/>
              </a:lnSpc>
              <a:defRPr sz="3000" b="1" cap="none">
                <a:solidFill>
                  <a:srgbClr val="000000"/>
                </a:solidFill>
                <a:latin typeface="Glacial Indifference"/>
                <a:ea typeface="Glacial Indifference"/>
                <a:cs typeface="Glacial Indifference"/>
              </a:defRPr>
            </a:pPr>
            <a:r>
              <a:rPr/>
              <a:t>FRAKTUR HUMERUS </a:t>
            </a:r>
            <a:endParaRPr/>
          </a:p>
        </p:txBody>
      </p:sp>
      <p:sp>
        <p:nvSpPr>
          <p:cNvPr id="237968805" name="Freeform 37"/>
          <p:cNvSpPr/>
          <p:nvPr/>
        </p:nvSpPr>
        <p:spPr bwMode="auto">
          <a:xfrm>
            <a:off x="1250950" y="9157335"/>
            <a:ext cx="659130" cy="659130"/>
          </a:xfrm>
          <a:custGeom>
            <a:avLst/>
            <a:gdLst/>
            <a:ahLst/>
            <a:cxnLst/>
            <a:rect l="0" t="0" r="659130" b="659130"/>
            <a:pathLst>
              <a:path w="659130" h="659130" fill="norm" stroke="1" extrusionOk="0">
                <a:moveTo>
                  <a:pt x="0" y="0"/>
                </a:moveTo>
                <a:lnTo>
                  <a:pt x="659130" y="0"/>
                </a:lnTo>
                <a:lnTo>
                  <a:pt x="659130" y="659129"/>
                </a:lnTo>
                <a:lnTo>
                  <a:pt x="0" y="659129"/>
                </a:lnTo>
                <a:lnTo>
                  <a:pt x="0" y="0"/>
                </a:lnTo>
                <a:close/>
              </a:path>
            </a:pathLst>
          </a:custGeom>
          <a:blipFill>
            <a:blip r:embed="rId7"/>
            <a:stretch/>
          </a:blipFill>
          <a:ln>
            <a:noFill/>
          </a:ln>
          <a:effectLst/>
        </p:spPr>
      </p:sp>
      <p:sp>
        <p:nvSpPr>
          <p:cNvPr id="888755595" name="Freeform 38"/>
          <p:cNvSpPr/>
          <p:nvPr/>
        </p:nvSpPr>
        <p:spPr bwMode="auto">
          <a:xfrm>
            <a:off x="0" y="0"/>
            <a:ext cx="5100320" cy="2209800"/>
          </a:xfrm>
          <a:custGeom>
            <a:avLst/>
            <a:gdLst/>
            <a:ahLst/>
            <a:cxnLst/>
            <a:rect l="0" t="0" r="5100320" b="2209800"/>
            <a:pathLst>
              <a:path w="5100320" h="2209800" fill="norm" stroke="1" extrusionOk="0">
                <a:moveTo>
                  <a:pt x="0" y="0"/>
                </a:moveTo>
                <a:lnTo>
                  <a:pt x="5100320" y="0"/>
                </a:lnTo>
                <a:lnTo>
                  <a:pt x="5100320" y="2209800"/>
                </a:lnTo>
                <a:lnTo>
                  <a:pt x="0" y="2209800"/>
                </a:lnTo>
                <a:lnTo>
                  <a:pt x="0" y="0"/>
                </a:lnTo>
                <a:close/>
              </a:path>
            </a:pathLst>
          </a:custGeom>
          <a:blipFill>
            <a:blip r:embed="rId8"/>
            <a:stretch/>
          </a:blipFill>
          <a:ln>
            <a:noFill/>
          </a:ln>
          <a:effectLst/>
        </p:spPr>
      </p:sp>
      <p:sp>
        <p:nvSpPr>
          <p:cNvPr id="601732001" name="TextBox 39"/>
          <p:cNvSpPr/>
          <p:nvPr/>
        </p:nvSpPr>
        <p:spPr bwMode="auto">
          <a:xfrm>
            <a:off x="6600825" y="2335530"/>
            <a:ext cx="5086350" cy="537845"/>
          </a:xfrm>
          <a:prstGeom prst="rect">
            <a:avLst/>
          </a:prstGeom>
          <a:noFill/>
          <a:ln>
            <a:noFill/>
          </a:ln>
          <a:effectLst/>
        </p:spPr>
        <p:txBody>
          <a:bodyPr vert="horz" wrap="square" lIns="0" tIns="0" rIns="0" bIns="0" numCol="1" spcCol="215899" anchor="t"/>
          <a:lstStyle/>
          <a:p>
            <a:pPr algn="ctr">
              <a:lnSpc>
                <a:spcPts val="4480"/>
              </a:lnSpc>
              <a:defRPr sz="2800" b="1" cap="none">
                <a:solidFill>
                  <a:srgbClr val="000000"/>
                </a:solidFill>
                <a:latin typeface="Glacial Indifference"/>
                <a:ea typeface="Glacial Indifference"/>
                <a:cs typeface="Glacial Indifference"/>
              </a:defRPr>
            </a:pPr>
            <a:r>
              <a:rPr/>
              <a:t>No. </a:t>
            </a:r>
            <a:r>
              <a:rPr/>
              <a:t>DK 3, 13 Desember 2023</a:t>
            </a:r>
            <a:endParaRPr/>
          </a:p>
        </p:txBody>
      </p:sp>
      <p:sp>
        <p:nvSpPr>
          <p:cNvPr id="698122691" name="TextBox 40"/>
          <p:cNvSpPr/>
          <p:nvPr/>
        </p:nvSpPr>
        <p:spPr bwMode="auto">
          <a:xfrm>
            <a:off x="63315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O</a:t>
            </a:r>
            <a:endParaRPr/>
          </a:p>
        </p:txBody>
      </p:sp>
      <p:sp>
        <p:nvSpPr>
          <p:cNvPr id="1566855108" name="TextBox 41"/>
          <p:cNvSpPr/>
          <p:nvPr/>
        </p:nvSpPr>
        <p:spPr bwMode="auto">
          <a:xfrm>
            <a:off x="1030414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A</a:t>
            </a:r>
            <a:endParaRPr/>
          </a:p>
        </p:txBody>
      </p:sp>
      <p:sp>
        <p:nvSpPr>
          <p:cNvPr id="1518981698" name="TextBox 42"/>
          <p:cNvSpPr/>
          <p:nvPr/>
        </p:nvSpPr>
        <p:spPr bwMode="auto">
          <a:xfrm>
            <a:off x="14103985" y="3238500"/>
            <a:ext cx="1717040" cy="1047750"/>
          </a:xfrm>
          <a:prstGeom prst="rect">
            <a:avLst/>
          </a:prstGeom>
          <a:noFill/>
          <a:ln>
            <a:noFill/>
          </a:ln>
          <a:effectLst/>
        </p:spPr>
        <p:txBody>
          <a:bodyPr vert="horz" wrap="square" lIns="0" tIns="0" rIns="0" bIns="0" numCol="1" spcCol="215899" anchor="t"/>
          <a:lstStyle/>
          <a:p>
            <a:pPr algn="ctr">
              <a:lnSpc>
                <a:spcPts val="8400"/>
              </a:lnSpc>
              <a:defRPr sz="6000" b="1" cap="none">
                <a:solidFill>
                  <a:srgbClr val="FFFFFF"/>
                </a:solidFill>
                <a:latin typeface="Glacial Indifference"/>
                <a:ea typeface="Glacial Indifference"/>
                <a:cs typeface="Glacial Indifference"/>
              </a:defRPr>
            </a:pPr>
            <a:r>
              <a:rPr/>
              <a:t>P</a:t>
            </a:r>
            <a:endParaRPr/>
          </a:p>
        </p:txBody>
      </p:sp>
      <p:sp>
        <p:nvSpPr>
          <p:cNvPr id="968909641" name="TextBox 43"/>
          <p:cNvSpPr/>
          <p:nvPr/>
        </p:nvSpPr>
        <p:spPr bwMode="auto">
          <a:xfrm>
            <a:off x="5602605" y="4834890"/>
            <a:ext cx="3258185" cy="2468880"/>
          </a:xfrm>
          <a:prstGeom prst="rect">
            <a:avLst/>
          </a:prstGeom>
          <a:noFill/>
          <a:ln>
            <a:noFill/>
          </a:ln>
          <a:effectLst/>
        </p:spPr>
        <p:txBody>
          <a:bodyPr vert="horz" wrap="square" lIns="0" tIns="0" rIns="0" bIns="0" numCol="1" spcCol="215899" anchor="t"/>
          <a:lstStyle/>
          <a:p>
            <a:pPr marL="360045" lvl="1" indent="-360045" algn="l">
              <a:lnSpc>
                <a:spcPts val="3240"/>
              </a:lnSpc>
              <a:buFont typeface="Arial"/>
              <a:buChar char="•"/>
              <a:defRPr/>
            </a:pPr>
            <a:r>
              <a:rPr sz="2700" cap="none">
                <a:solidFill>
                  <a:srgbClr val="000000"/>
                </a:solidFill>
                <a:latin typeface="Glacial Indifference"/>
                <a:ea typeface="Glacial Indifference"/>
                <a:cs typeface="Glacial Indifference"/>
              </a:rPr>
              <a:t>Tampak luka </a:t>
            </a:r>
            <a:r>
              <a:rPr sz="2700" cap="none">
                <a:solidFill>
                  <a:srgbClr val="000000"/>
                </a:solidFill>
                <a:latin typeface="Glacial Indifference"/>
                <a:ea typeface="Glacial Indifference"/>
                <a:cs typeface="Glacial Indifference"/>
              </a:rPr>
              <a:t>pasca operasi di bagian lengan atas</a:t>
            </a:r>
            <a:endParaRPr sz="2700" cap="none">
              <a:solidFill>
                <a:srgbClr val="000000"/>
              </a:solidFill>
              <a:latin typeface="Glacial Indifference"/>
              <a:ea typeface="Glacial Indifference"/>
              <a:cs typeface="Glacial Indifference"/>
            </a:endParaRPr>
          </a:p>
          <a:p>
            <a:pPr marL="360045" lvl="1" indent="-360045" algn="l">
              <a:lnSpc>
                <a:spcPts val="3240"/>
              </a:lnSpc>
              <a:buFont typeface="Arial"/>
              <a:buChar char="•"/>
              <a:defRPr/>
            </a:pPr>
            <a:r>
              <a:rPr sz="2700" cap="none">
                <a:solidFill>
                  <a:srgbClr val="000000"/>
                </a:solidFill>
                <a:latin typeface="Glacial Indifference"/>
                <a:ea typeface="Glacial Indifference"/>
                <a:cs typeface="Glacial Indifference"/>
              </a:rPr>
              <a:t>Luka tampak dibalut kasa steril</a:t>
            </a:r>
            <a:endParaRPr sz="2700" cap="none">
              <a:solidFill>
                <a:srgbClr val="000000"/>
              </a:solidFill>
              <a:latin typeface="Glacial Indifference"/>
              <a:ea typeface="Glacial Indifference"/>
              <a:cs typeface="Glacial Indifference"/>
            </a:endParaRPr>
          </a:p>
        </p:txBody>
      </p:sp>
      <p:sp>
        <p:nvSpPr>
          <p:cNvPr id="375020450" name="TextBox 44"/>
          <p:cNvSpPr/>
          <p:nvPr/>
        </p:nvSpPr>
        <p:spPr bwMode="auto">
          <a:xfrm>
            <a:off x="9492615" y="4834890"/>
            <a:ext cx="3257550" cy="4667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Masalah teratasi</a:t>
            </a:r>
            <a:endParaRPr sz="2800" cap="none">
              <a:solidFill>
                <a:srgbClr val="000000"/>
              </a:solidFill>
              <a:latin typeface="Glacial Indifference"/>
              <a:ea typeface="Glacial Indifference"/>
              <a:cs typeface="Glacial Indifference"/>
            </a:endParaRPr>
          </a:p>
        </p:txBody>
      </p:sp>
      <p:sp>
        <p:nvSpPr>
          <p:cNvPr id="1850451269" name="TextBox 45"/>
          <p:cNvSpPr/>
          <p:nvPr/>
        </p:nvSpPr>
        <p:spPr bwMode="auto">
          <a:xfrm>
            <a:off x="13440410" y="4834890"/>
            <a:ext cx="3257550" cy="1381125"/>
          </a:xfrm>
          <a:prstGeom prst="rect">
            <a:avLst/>
          </a:prstGeom>
          <a:noFill/>
          <a:ln>
            <a:noFill/>
          </a:ln>
          <a:effectLst/>
        </p:spPr>
        <p:txBody>
          <a:bodyPr vert="horz" wrap="square" lIns="0" tIns="0" rIns="0" bIns="0" numCol="1" spcCol="215899" anchor="t"/>
          <a:lstStyle/>
          <a:p>
            <a:pPr algn="l">
              <a:lnSpc>
                <a:spcPts val="3600"/>
              </a:lnSpc>
              <a:defRPr sz="1600" cap="none"/>
            </a:pPr>
            <a:r>
              <a:rPr sz="2800" cap="none">
                <a:solidFill>
                  <a:srgbClr val="000000"/>
                </a:solidFill>
                <a:latin typeface="Glacial Indifference"/>
                <a:ea typeface="Glacial Indifference"/>
                <a:cs typeface="Glacial Indifference"/>
              </a:rPr>
              <a:t>Intervensi dihentikan (pasien pulang)</a:t>
            </a:r>
            <a:endParaRPr sz="2800" cap="none">
              <a:solidFill>
                <a:srgbClr val="000000"/>
              </a:solidFill>
              <a:latin typeface="Glacial Indifference"/>
              <a:ea typeface="Glacial Indifference"/>
              <a:cs typeface="Glacial Indifference"/>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BFDDD2"/>
        </a:solidFill>
      </p:bgPr>
    </p:bg>
    <p:spTree>
      <p:nvGrpSpPr>
        <p:cNvPr id="1" name=""/>
        <p:cNvGrpSpPr/>
        <p:nvPr/>
      </p:nvGrpSpPr>
      <p:grpSpPr bwMode="auto">
        <a:xfrm>
          <a:off x="0" y="0"/>
          <a:ext cx="0" cy="0"/>
          <a:chOff x="0" y="0"/>
          <a:chExt cx="0" cy="0"/>
        </a:xfrm>
      </p:grpSpPr>
      <p:grpSp>
        <p:nvGrpSpPr>
          <p:cNvPr id="1159064073" name="Group 2"/>
          <p:cNvGrpSpPr/>
          <p:nvPr/>
        </p:nvGrpSpPr>
        <p:grpSpPr bwMode="auto">
          <a:xfrm>
            <a:off x="1785620" y="1678940"/>
            <a:ext cx="14716760" cy="6929120"/>
            <a:chOff x="1785620" y="1678940"/>
            <a:chExt cx="14716760" cy="6929120"/>
          </a:xfrm>
        </p:grpSpPr>
        <p:sp>
          <p:nvSpPr>
            <p:cNvPr id="4" name="Freeform 3"/>
            <p:cNvSpPr/>
            <p:nvPr/>
          </p:nvSpPr>
          <p:spPr bwMode="auto">
            <a:xfrm>
              <a:off x="1785620" y="1678940"/>
              <a:ext cx="14716760" cy="6929120"/>
            </a:xfrm>
            <a:custGeom>
              <a:avLst/>
              <a:gdLst/>
              <a:ahLst/>
              <a:cxnLst/>
              <a:rect l="0" t="0" r="14716760" b="6929120"/>
              <a:pathLst>
                <a:path w="14716760" h="6929120" fill="norm" stroke="1" extrusionOk="0">
                  <a:moveTo>
                    <a:pt x="0" y="0"/>
                  </a:moveTo>
                  <a:lnTo>
                    <a:pt x="14716760" y="0"/>
                  </a:lnTo>
                  <a:lnTo>
                    <a:pt x="14716760" y="6929120"/>
                  </a:lnTo>
                  <a:lnTo>
                    <a:pt x="0" y="6929120"/>
                  </a:lnTo>
                  <a:close/>
                </a:path>
              </a:pathLst>
            </a:custGeom>
            <a:solidFill>
              <a:srgbClr val="5DA295"/>
            </a:solidFill>
            <a:ln>
              <a:noFill/>
            </a:ln>
            <a:effectLst/>
          </p:spPr>
        </p:sp>
        <p:sp>
          <p:nvSpPr>
            <p:cNvPr id="3" name="TextBox 4"/>
            <p:cNvSpPr/>
            <p:nvPr/>
          </p:nvSpPr>
          <p:spPr bwMode="auto">
            <a:xfrm>
              <a:off x="1785620" y="1534159"/>
              <a:ext cx="14716760" cy="707390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769137422" name="Freeform 5"/>
          <p:cNvSpPr/>
          <p:nvPr/>
        </p:nvSpPr>
        <p:spPr bwMode="auto">
          <a:xfrm>
            <a:off x="13061950" y="-1565910"/>
            <a:ext cx="4761865" cy="4761230"/>
          </a:xfrm>
          <a:custGeom>
            <a:avLst/>
            <a:gdLst/>
            <a:ahLst/>
            <a:cxnLst/>
            <a:rect l="0" t="0" r="4761865" b="4761230"/>
            <a:pathLst>
              <a:path w="4761865" h="4761230" fill="norm" stroke="1" extrusionOk="0">
                <a:moveTo>
                  <a:pt x="0" y="0"/>
                </a:moveTo>
                <a:lnTo>
                  <a:pt x="4761865" y="0"/>
                </a:lnTo>
                <a:lnTo>
                  <a:pt x="4761865" y="4761231"/>
                </a:lnTo>
                <a:lnTo>
                  <a:pt x="0" y="4761231"/>
                </a:lnTo>
                <a:lnTo>
                  <a:pt x="0" y="0"/>
                </a:lnTo>
                <a:close/>
              </a:path>
            </a:pathLst>
          </a:custGeom>
          <a:blipFill>
            <a:blip r:embed="rId3"/>
            <a:stretch/>
          </a:blipFill>
          <a:ln>
            <a:noFill/>
          </a:ln>
          <a:effectLst/>
        </p:spPr>
      </p:sp>
      <p:grpSp>
        <p:nvGrpSpPr>
          <p:cNvPr id="925672767" name="Group 6"/>
          <p:cNvGrpSpPr/>
          <p:nvPr/>
        </p:nvGrpSpPr>
        <p:grpSpPr bwMode="auto">
          <a:xfrm>
            <a:off x="15442565" y="2842260"/>
            <a:ext cx="1413510" cy="1236345"/>
            <a:chOff x="15442565" y="2842260"/>
            <a:chExt cx="1413510" cy="1236345"/>
          </a:xfrm>
        </p:grpSpPr>
        <p:sp>
          <p:nvSpPr>
            <p:cNvPr id="8" name="Freeform 7"/>
            <p:cNvSpPr/>
            <p:nvPr/>
          </p:nvSpPr>
          <p:spPr bwMode="auto">
            <a:xfrm>
              <a:off x="15442565" y="2842260"/>
              <a:ext cx="1413510" cy="1236345"/>
            </a:xfrm>
            <a:custGeom>
              <a:avLst/>
              <a:gdLst/>
              <a:ahLst/>
              <a:cxnLst/>
              <a:rect l="0" t="0" r="1413510" b="1236345"/>
              <a:pathLst>
                <a:path w="1413510" h="1236345" fill="norm" stroke="1" extrusionOk="0">
                  <a:moveTo>
                    <a:pt x="706755" y="0"/>
                  </a:moveTo>
                  <a:lnTo>
                    <a:pt x="1413510" y="1236345"/>
                  </a:lnTo>
                  <a:lnTo>
                    <a:pt x="0" y="1236345"/>
                  </a:lnTo>
                  <a:lnTo>
                    <a:pt x="706755" y="0"/>
                  </a:lnTo>
                  <a:close/>
                </a:path>
              </a:pathLst>
            </a:custGeom>
            <a:solidFill>
              <a:srgbClr val="FFFFFF"/>
            </a:solidFill>
            <a:ln>
              <a:noFill/>
            </a:ln>
            <a:effectLst/>
          </p:spPr>
        </p:sp>
        <p:sp>
          <p:nvSpPr>
            <p:cNvPr id="7" name="TextBox 8"/>
            <p:cNvSpPr/>
            <p:nvPr/>
          </p:nvSpPr>
          <p:spPr bwMode="auto">
            <a:xfrm>
              <a:off x="15663545" y="3350260"/>
              <a:ext cx="971550" cy="640080"/>
            </a:xfrm>
            <a:prstGeom prst="rect">
              <a:avLst/>
            </a:prstGeom>
            <a:noFill/>
            <a:ln>
              <a:noFill/>
            </a:ln>
            <a:effectLst/>
          </p:spPr>
          <p:txBody>
            <a:bodyPr vert="horz" wrap="square" lIns="50800" tIns="50800" rIns="50800" bIns="50800" numCol="1" spcCol="215899" anchor="ctr"/>
            <a:lstStyle/>
            <a:p>
              <a:pPr algn="ctr">
                <a:lnSpc>
                  <a:spcPts val="2655"/>
                </a:lnSpc>
                <a:defRPr/>
              </a:pPr>
              <a:endParaRPr/>
            </a:p>
          </p:txBody>
        </p:sp>
      </p:grpSp>
      <p:sp>
        <p:nvSpPr>
          <p:cNvPr id="58461907" name="Freeform 9"/>
          <p:cNvSpPr/>
          <p:nvPr/>
        </p:nvSpPr>
        <p:spPr bwMode="auto">
          <a:xfrm>
            <a:off x="1028700" y="1313815"/>
            <a:ext cx="1528445" cy="1528445"/>
          </a:xfrm>
          <a:custGeom>
            <a:avLst/>
            <a:gdLst/>
            <a:ahLst/>
            <a:cxnLst/>
            <a:rect l="0" t="0" r="1528445" b="1528445"/>
            <a:pathLst>
              <a:path w="1528445" h="1528445" fill="norm" stroke="1" extrusionOk="0">
                <a:moveTo>
                  <a:pt x="0" y="0"/>
                </a:moveTo>
                <a:lnTo>
                  <a:pt x="1528445" y="0"/>
                </a:lnTo>
                <a:lnTo>
                  <a:pt x="1528445" y="1528443"/>
                </a:lnTo>
                <a:lnTo>
                  <a:pt x="0" y="1528443"/>
                </a:lnTo>
                <a:lnTo>
                  <a:pt x="0" y="0"/>
                </a:lnTo>
                <a:close/>
              </a:path>
            </a:pathLst>
          </a:custGeom>
          <a:blipFill>
            <a:blip r:embed="rId5"/>
            <a:stretch/>
          </a:blipFill>
          <a:ln>
            <a:noFill/>
          </a:ln>
          <a:effectLst/>
        </p:spPr>
      </p:sp>
      <p:sp>
        <p:nvSpPr>
          <p:cNvPr id="909549573" name="Freeform 10"/>
          <p:cNvSpPr/>
          <p:nvPr/>
        </p:nvSpPr>
        <p:spPr bwMode="auto">
          <a:xfrm>
            <a:off x="624204" y="7272020"/>
            <a:ext cx="4777740" cy="4771390"/>
          </a:xfrm>
          <a:custGeom>
            <a:avLst/>
            <a:gdLst/>
            <a:ahLst/>
            <a:cxnLst/>
            <a:rect l="0" t="0" r="4777740" b="4771390"/>
            <a:pathLst>
              <a:path w="4777740" h="4771390" fill="norm" stroke="1" extrusionOk="0">
                <a:moveTo>
                  <a:pt x="0" y="0"/>
                </a:moveTo>
                <a:lnTo>
                  <a:pt x="4777740" y="0"/>
                </a:lnTo>
                <a:lnTo>
                  <a:pt x="4777740" y="4771390"/>
                </a:lnTo>
                <a:lnTo>
                  <a:pt x="0" y="4771390"/>
                </a:lnTo>
                <a:lnTo>
                  <a:pt x="0" y="0"/>
                </a:lnTo>
                <a:close/>
              </a:path>
            </a:pathLst>
          </a:custGeom>
          <a:blipFill>
            <a:blip r:embed="rId7"/>
            <a:stretch/>
          </a:blipFill>
          <a:ln>
            <a:noFill/>
          </a:ln>
          <a:effectLst/>
        </p:spPr>
      </p:sp>
      <p:sp>
        <p:nvSpPr>
          <p:cNvPr id="486891129" name="TextBox 11"/>
          <p:cNvSpPr/>
          <p:nvPr/>
        </p:nvSpPr>
        <p:spPr bwMode="auto">
          <a:xfrm>
            <a:off x="2386330" y="3908425"/>
            <a:ext cx="13515339" cy="2310765"/>
          </a:xfrm>
          <a:prstGeom prst="rect">
            <a:avLst/>
          </a:prstGeom>
          <a:noFill/>
          <a:ln>
            <a:noFill/>
          </a:ln>
          <a:effectLst/>
        </p:spPr>
        <p:txBody>
          <a:bodyPr vert="horz" wrap="square" lIns="0" tIns="0" rIns="0" bIns="0" numCol="1" spcCol="215899" anchor="t"/>
          <a:lstStyle/>
          <a:p>
            <a:pPr algn="ctr">
              <a:lnSpc>
                <a:spcPts val="18195"/>
              </a:lnSpc>
              <a:defRPr cap="none">
                <a:latin typeface="Glacial Indifference"/>
                <a:ea typeface="Glacial Indifference"/>
                <a:cs typeface="Glacial Indifference"/>
              </a:defRPr>
            </a:pPr>
            <a:r>
              <a:rPr sz="13000" b="1" cap="none">
                <a:solidFill>
                  <a:srgbClr val="FFFFFF"/>
                </a:solidFill>
              </a:rPr>
              <a:t>Terima Kasih</a:t>
            </a:r>
            <a:endParaRPr sz="13000" b="1" cap="none">
              <a:solidFill>
                <a:srgbClr val="FFFFFF"/>
              </a:solidFill>
            </a:endParaRPr>
          </a:p>
        </p:txBody>
      </p:sp>
      <p:sp>
        <p:nvSpPr>
          <p:cNvPr id="689299124" name="Freeform 12"/>
          <p:cNvSpPr/>
          <p:nvPr/>
        </p:nvSpPr>
        <p:spPr bwMode="auto">
          <a:xfrm>
            <a:off x="4317365" y="7272020"/>
            <a:ext cx="1084580" cy="1084580"/>
          </a:xfrm>
          <a:custGeom>
            <a:avLst/>
            <a:gdLst/>
            <a:ahLst/>
            <a:cxnLst/>
            <a:rect l="0" t="0" r="1084580" b="1084580"/>
            <a:pathLst>
              <a:path w="1084580" h="1084580" fill="norm" stroke="1" extrusionOk="0">
                <a:moveTo>
                  <a:pt x="0" y="0"/>
                </a:moveTo>
                <a:lnTo>
                  <a:pt x="1084580" y="0"/>
                </a:lnTo>
                <a:lnTo>
                  <a:pt x="1084580" y="1084580"/>
                </a:lnTo>
                <a:lnTo>
                  <a:pt x="0" y="1084580"/>
                </a:lnTo>
                <a:lnTo>
                  <a:pt x="0" y="0"/>
                </a:lnTo>
                <a:close/>
              </a:path>
            </a:pathLst>
          </a:custGeom>
          <a:blipFill>
            <a:blip r:embed="rId9"/>
            <a:stretch/>
          </a:blipFill>
          <a:ln>
            <a:noFill/>
          </a:ln>
          <a:effectLst/>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advClick="1">
        <p159:morph option="byObject"/>
      </p:transition>
    </mc:Choice>
    <mc:Fallback>
      <p:transition spd="slow" advClick="1">
        <p:fade/>
      </p:transition>
    </mc:Fallback>
  </mc:AlternateContent>
  <p:timing>
    <p:tnLst>
      <p:par>
        <p:cTn id="1" dur="indefinite" restart="never" nodeType="tmRoot"/>
      </p:par>
    </p:tnLst>
  </p:timing>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Presentation">
  <a:themeElements>
    <a:clrScheme name="Presentation 1">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esentation">
      <a:majorFont>
        <a:latin typeface="Calibri"/>
        <a:ea typeface="Calibri"/>
        <a:cs typeface="Calibri"/>
      </a:majorFont>
      <a:minorFont>
        <a:latin typeface="Calibri"/>
        <a:ea typeface="Calibri"/>
        <a:cs typeface="Calibri"/>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
      <a:clrScheme name="Presentation 2">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
      <a:clrScheme name="Presentation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
      <a:clrScheme name="Presentation 4">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
      <a:clrScheme name="Presentation 5">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
      <a:clrScheme name="Presentation 6">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
      <a:clrScheme name="Presentation 7">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
      <a:clrScheme name="Presentation 8">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xmlns:r="http://schemas.openxmlformats.org/officeDocument/2006/relationships" xmlns:p="http://schemas.openxmlformats.org/presentationml/2006/main" name="Presentation">
  <a:themeElements>
    <a:clrScheme name="Presentation 1">
      <a:dk1>
        <a:srgbClr val="000000"/>
      </a:dk1>
      <a:lt1>
        <a:srgbClr val="FFFFFF"/>
      </a:lt1>
      <a:dk2>
        <a:srgbClr val="000000"/>
      </a:dk2>
      <a:lt2>
        <a:srgbClr val="808080"/>
      </a:lt2>
      <a:accent1>
        <a:srgbClr val="BBE0E3"/>
      </a:accent1>
      <a:accent2>
        <a:srgbClr val="333399"/>
      </a:accent2>
      <a:accent3>
        <a:srgbClr val="535379"/>
      </a:accent3>
      <a:accent4>
        <a:srgbClr val="737359"/>
      </a:accent4>
      <a:accent5>
        <a:srgbClr val="939339"/>
      </a:accent5>
      <a:accent6>
        <a:srgbClr val="B3B319"/>
      </a:accent6>
      <a:hlink>
        <a:srgbClr val="009999"/>
      </a:hlink>
      <a:folHlink>
        <a:srgbClr val="99CC00"/>
      </a:folHlink>
    </a:clrScheme>
    <a:fontScheme name="Presentation">
      <a:majorFont>
        <a:latin typeface="Calibri"/>
        <a:ea typeface="Calibri"/>
        <a:cs typeface="Calibri"/>
      </a:majorFont>
      <a:minorFont>
        <a:latin typeface="Calibri"/>
        <a:ea typeface="Calibri"/>
        <a:cs typeface="Calibri"/>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000000"/>
        </a:dk1>
        <a:lt1>
          <a:srgbClr val="FFFFFF"/>
        </a:lt1>
        <a:dk2>
          <a:srgbClr val="000000"/>
        </a:dk2>
        <a:lt2>
          <a:srgbClr val="808080"/>
        </a:lt2>
        <a:accent1>
          <a:srgbClr val="BBE0E3"/>
        </a:accent1>
        <a:accent2>
          <a:srgbClr val="333399"/>
        </a:accent2>
        <a:accent3>
          <a:srgbClr val="535379"/>
        </a:accent3>
        <a:accent4>
          <a:srgbClr val="737359"/>
        </a:accent4>
        <a:accent5>
          <a:srgbClr val="939339"/>
        </a:accent5>
        <a:accent6>
          <a:srgbClr val="B3B31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Presentation 2">
        <a:dk1>
          <a:srgbClr val="000000"/>
        </a:dk1>
        <a:lt1>
          <a:srgbClr val="FFFFFF"/>
        </a:lt1>
        <a:dk2>
          <a:srgbClr val="000000"/>
        </a:dk2>
        <a:lt2>
          <a:srgbClr val="808080"/>
        </a:lt2>
        <a:accent1>
          <a:srgbClr val="BBE0E3"/>
        </a:accent1>
        <a:accent2>
          <a:srgbClr val="333399"/>
        </a:accent2>
        <a:accent3>
          <a:srgbClr val="535379"/>
        </a:accent3>
        <a:accent4>
          <a:srgbClr val="737359"/>
        </a:accent4>
        <a:accent5>
          <a:srgbClr val="939339"/>
        </a:accent5>
        <a:accent6>
          <a:srgbClr val="B3B31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Presentation 3">
        <a:dk1>
          <a:srgbClr val="000000"/>
        </a:dk1>
        <a:lt1>
          <a:srgbClr val="FFFFFF"/>
        </a:lt1>
        <a:dk2>
          <a:srgbClr val="000000"/>
        </a:dk2>
        <a:lt2>
          <a:srgbClr val="808080"/>
        </a:lt2>
        <a:accent1>
          <a:srgbClr val="BBE0E3"/>
        </a:accent1>
        <a:accent2>
          <a:srgbClr val="333399"/>
        </a:accent2>
        <a:accent3>
          <a:srgbClr val="535379"/>
        </a:accent3>
        <a:accent4>
          <a:srgbClr val="737359"/>
        </a:accent4>
        <a:accent5>
          <a:srgbClr val="939339"/>
        </a:accent5>
        <a:accent6>
          <a:srgbClr val="B3B31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Presentation 4">
        <a:dk1>
          <a:srgbClr val="000000"/>
        </a:dk1>
        <a:lt1>
          <a:srgbClr val="FFFFFF"/>
        </a:lt1>
        <a:dk2>
          <a:srgbClr val="000000"/>
        </a:dk2>
        <a:lt2>
          <a:srgbClr val="808080"/>
        </a:lt2>
        <a:accent1>
          <a:srgbClr val="BBE0E3"/>
        </a:accent1>
        <a:accent2>
          <a:srgbClr val="333399"/>
        </a:accent2>
        <a:accent3>
          <a:srgbClr val="535379"/>
        </a:accent3>
        <a:accent4>
          <a:srgbClr val="737359"/>
        </a:accent4>
        <a:accent5>
          <a:srgbClr val="939339"/>
        </a:accent5>
        <a:accent6>
          <a:srgbClr val="B3B31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Presentation 5">
        <a:dk1>
          <a:srgbClr val="000000"/>
        </a:dk1>
        <a:lt1>
          <a:srgbClr val="FFFFFF"/>
        </a:lt1>
        <a:dk2>
          <a:srgbClr val="000000"/>
        </a:dk2>
        <a:lt2>
          <a:srgbClr val="808080"/>
        </a:lt2>
        <a:accent1>
          <a:srgbClr val="BBE0E3"/>
        </a:accent1>
        <a:accent2>
          <a:srgbClr val="333399"/>
        </a:accent2>
        <a:accent3>
          <a:srgbClr val="535379"/>
        </a:accent3>
        <a:accent4>
          <a:srgbClr val="737359"/>
        </a:accent4>
        <a:accent5>
          <a:srgbClr val="939339"/>
        </a:accent5>
        <a:accent6>
          <a:srgbClr val="B3B31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Presentation 6">
        <a:dk1>
          <a:srgbClr val="000000"/>
        </a:dk1>
        <a:lt1>
          <a:srgbClr val="FFFFFF"/>
        </a:lt1>
        <a:dk2>
          <a:srgbClr val="000000"/>
        </a:dk2>
        <a:lt2>
          <a:srgbClr val="808080"/>
        </a:lt2>
        <a:accent1>
          <a:srgbClr val="BBE0E3"/>
        </a:accent1>
        <a:accent2>
          <a:srgbClr val="333399"/>
        </a:accent2>
        <a:accent3>
          <a:srgbClr val="535379"/>
        </a:accent3>
        <a:accent4>
          <a:srgbClr val="737359"/>
        </a:accent4>
        <a:accent5>
          <a:srgbClr val="939339"/>
        </a:accent5>
        <a:accent6>
          <a:srgbClr val="B3B31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Presentation 7">
        <a:dk1>
          <a:srgbClr val="000000"/>
        </a:dk1>
        <a:lt1>
          <a:srgbClr val="FFFFFF"/>
        </a:lt1>
        <a:dk2>
          <a:srgbClr val="000000"/>
        </a:dk2>
        <a:lt2>
          <a:srgbClr val="808080"/>
        </a:lt2>
        <a:accent1>
          <a:srgbClr val="BBE0E3"/>
        </a:accent1>
        <a:accent2>
          <a:srgbClr val="333399"/>
        </a:accent2>
        <a:accent3>
          <a:srgbClr val="535379"/>
        </a:accent3>
        <a:accent4>
          <a:srgbClr val="737359"/>
        </a:accent4>
        <a:accent5>
          <a:srgbClr val="939339"/>
        </a:accent5>
        <a:accent6>
          <a:srgbClr val="B3B319"/>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otalTime>0</TotalTime>
  <Words>0</Words>
  <Application>onlyoffice/9.0.4.50</Application>
  <PresentationFormat>On-screen Show (4:3)</PresentationFormat>
  <Paragraphs>0</Paragraphs>
  <Slides>51</Slides>
  <Notes>51</Notes>
  <HiddenSlides>0</HiddenSlides>
  <MMClips>2</MMClips>
  <ScaleCrop>0</ScaleCrop>
  <HeadingPairs>
    <vt:vector size="4" baseType="variant">
      <vt:variant>
        <vt:lpstr>Theme</vt:lpstr>
      </vt:variant>
      <vt:variant>
        <vt:i4>1</vt:i4>
      </vt:variant>
      <vt:variant>
        <vt:lpstr>Slide Titles</vt:lpstr>
      </vt:variant>
      <vt:variant>
        <vt:i4>51</vt:i4>
      </vt:variant>
    </vt:vector>
  </HeadingPairs>
  <TitlesOfParts>
    <vt:vector size="5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Presentasi Askep Fraktur Humerus</dc:title>
  <dc:subject/>
  <dc:creator/>
  <cp:keywords/>
  <dc:description/>
  <cp:lastModifiedBy>Andreas Maker</cp:lastModifiedBy>
  <cp:revision>1</cp:revision>
  <dcterms:created xsi:type="dcterms:W3CDTF">2006-08-16T00:00:00Z</dcterms:created>
  <dcterms:modified xsi:type="dcterms:W3CDTF">2025-09-30T17:49:33Z</dcterms:modified>
</cp:coreProperties>
</file>