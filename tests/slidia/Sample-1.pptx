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5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sldSz cx="18288000" cy="10287000"/>
  <p:notesSz cx="6858000" cy="9144000"/>
  <p:defaultTextStyle>
    <a:lvl1pPr marL="0" marR="0" indent="0" algn="l" defTabSz="914400">
      <a:lnSpc>
        <a:spcPct val="100000"/>
      </a:lnSpc>
      <a:spcBef>
        <a:spcPts val="0"/>
      </a:spcBef>
      <a:spcAft>
        <a:spcPts val="0"/>
      </a:spcAft>
      <a:buNone/>
      <a:defRPr sz="1800" b="0" i="0" u="none" strike="noStrike" cap="none" spc="0">
        <a:solidFill>
          <a:schemeClr val="tx1"/>
        </a:solidFill>
        <a:latin typeface="Calibri"/>
        <a:ea typeface="Calibri"/>
        <a:cs typeface="Calibri"/>
      </a:defRPr>
    </a:lvl1pPr>
    <a:lvl2pPr marL="457200" marR="0" indent="0" algn="l" defTabSz="914400">
      <a:lnSpc>
        <a:spcPct val="100000"/>
      </a:lnSpc>
      <a:spcBef>
        <a:spcPts val="0"/>
      </a:spcBef>
      <a:spcAft>
        <a:spcPts val="0"/>
      </a:spcAft>
      <a:buNone/>
      <a:defRPr sz="1800" b="0" i="0" u="none" strike="noStrike" cap="none" spc="0">
        <a:solidFill>
          <a:schemeClr val="tx1"/>
        </a:solidFill>
        <a:latin typeface="Calibri"/>
        <a:ea typeface="Calibri"/>
        <a:cs typeface="Calibri"/>
      </a:defRPr>
    </a:lvl2pPr>
    <a:lvl3pPr marL="914400" marR="0" indent="0" algn="l" defTabSz="914400">
      <a:lnSpc>
        <a:spcPct val="100000"/>
      </a:lnSpc>
      <a:spcBef>
        <a:spcPts val="0"/>
      </a:spcBef>
      <a:spcAft>
        <a:spcPts val="0"/>
      </a:spcAft>
      <a:buNone/>
      <a:defRPr sz="1800" b="0" i="0" u="none" strike="noStrike" cap="none" spc="0">
        <a:solidFill>
          <a:schemeClr val="tx1"/>
        </a:solidFill>
        <a:latin typeface="Calibri"/>
        <a:ea typeface="Calibri"/>
        <a:cs typeface="Calibri"/>
      </a:defRPr>
    </a:lvl3pPr>
    <a:lvl4pPr marL="1371600" marR="0" indent="0" algn="l" defTabSz="914400">
      <a:lnSpc>
        <a:spcPct val="100000"/>
      </a:lnSpc>
      <a:spcBef>
        <a:spcPts val="0"/>
      </a:spcBef>
      <a:spcAft>
        <a:spcPts val="0"/>
      </a:spcAft>
      <a:buNone/>
      <a:defRPr sz="1800" b="0" i="0" u="none" strike="noStrike" cap="none" spc="0">
        <a:solidFill>
          <a:schemeClr val="tx1"/>
        </a:solidFill>
        <a:latin typeface="Calibri"/>
        <a:ea typeface="Calibri"/>
        <a:cs typeface="Calibri"/>
      </a:defRPr>
    </a:lvl4pPr>
    <a:lvl5pPr marL="1828800" marR="0" indent="0" algn="l" defTabSz="914400">
      <a:lnSpc>
        <a:spcPct val="100000"/>
      </a:lnSpc>
      <a:spcBef>
        <a:spcPts val="0"/>
      </a:spcBef>
      <a:spcAft>
        <a:spcPts val="0"/>
      </a:spcAft>
      <a:buNone/>
      <a:defRPr sz="1800" b="0" i="0" u="none" strike="noStrike" cap="none" spc="0">
        <a:solidFill>
          <a:schemeClr val="tx1"/>
        </a:solidFill>
        <a:latin typeface="Calibri"/>
        <a:ea typeface="Calibri"/>
        <a:cs typeface="Calibri"/>
      </a:defRPr>
    </a:lvl5pPr>
    <a:lvl6pPr marL="2286000" marR="0" indent="0" algn="l" defTabSz="914400">
      <a:lnSpc>
        <a:spcPct val="100000"/>
      </a:lnSpc>
      <a:spcBef>
        <a:spcPts val="0"/>
      </a:spcBef>
      <a:spcAft>
        <a:spcPts val="0"/>
      </a:spcAft>
      <a:buNone/>
      <a:defRPr sz="1800" b="0" i="0" u="none" strike="noStrike" cap="none" spc="0">
        <a:solidFill>
          <a:schemeClr val="tx1"/>
        </a:solidFill>
        <a:latin typeface="Calibri"/>
        <a:ea typeface="Calibri"/>
        <a:cs typeface="Calibri"/>
      </a:defRPr>
    </a:lvl6pPr>
    <a:lvl7pPr marL="2743200" marR="0" indent="0" algn="l" defTabSz="914400">
      <a:lnSpc>
        <a:spcPct val="100000"/>
      </a:lnSpc>
      <a:spcBef>
        <a:spcPts val="0"/>
      </a:spcBef>
      <a:spcAft>
        <a:spcPts val="0"/>
      </a:spcAft>
      <a:buNone/>
      <a:defRPr sz="1800" b="0" i="0" u="none" strike="noStrike" cap="none" spc="0">
        <a:solidFill>
          <a:schemeClr val="tx1"/>
        </a:solidFill>
        <a:latin typeface="Calibri"/>
        <a:ea typeface="Calibri"/>
        <a:cs typeface="Calibri"/>
      </a:defRPr>
    </a:lvl7pPr>
    <a:lvl8pPr marL="3200400" marR="0" indent="0" algn="l" defTabSz="914400">
      <a:lnSpc>
        <a:spcPct val="100000"/>
      </a:lnSpc>
      <a:spcBef>
        <a:spcPts val="0"/>
      </a:spcBef>
      <a:spcAft>
        <a:spcPts val="0"/>
      </a:spcAft>
      <a:buNone/>
      <a:defRPr sz="1800" b="0" i="0" u="none" strike="noStrike" cap="none" spc="0">
        <a:solidFill>
          <a:schemeClr val="tx1"/>
        </a:solidFill>
        <a:latin typeface="Calibri"/>
        <a:ea typeface="Calibri"/>
        <a:cs typeface="Calibri"/>
      </a:defRPr>
    </a:lvl8pPr>
    <a:lvl9pPr marL="3657600" marR="0" indent="0" algn="l" defTabSz="914400">
      <a:lnSpc>
        <a:spcPct val="100000"/>
      </a:lnSpc>
      <a:spcBef>
        <a:spcPts val="0"/>
      </a:spcBef>
      <a:spcAft>
        <a:spcPts val="0"/>
      </a:spcAft>
      <a:buNone/>
      <a:defRPr sz="1800" b="0" i="0" u="none" strike="noStrike" cap="none" spc="0">
        <a:solidFill>
          <a:schemeClr val="tx1"/>
        </a:solidFill>
        <a:latin typeface="Calibri"/>
        <a:ea typeface="Calibri"/>
        <a:cs typeface="Calibri"/>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0000FF"/>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howGuides="1">
      <p:cViewPr varScale="1">
        <p:scale>
          <a:sx n="10" d="100"/>
          <a:sy n="10" d="100"/>
        </p:scale>
        <p:origin x="1707" y="-379"/>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slide" Target="slides/slide38.xml" /><Relationship Id="rId21" Type="http://schemas.openxmlformats.org/officeDocument/2006/relationships/slide" Target="slides/slide20.xml" /><Relationship Id="rId34" Type="http://schemas.openxmlformats.org/officeDocument/2006/relationships/slide" Target="slides/slide33.xml" /><Relationship Id="rId42" Type="http://schemas.openxmlformats.org/officeDocument/2006/relationships/slide" Target="slides/slide41.xml" /><Relationship Id="rId47" Type="http://schemas.openxmlformats.org/officeDocument/2006/relationships/slide" Target="slides/slide46.xml" /><Relationship Id="rId50" Type="http://schemas.openxmlformats.org/officeDocument/2006/relationships/slide" Target="slides/slide49.xml" /><Relationship Id="rId55" Type="http://schemas.openxmlformats.org/officeDocument/2006/relationships/viewProps" Target="viewProp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46" Type="http://schemas.openxmlformats.org/officeDocument/2006/relationships/slide" Target="slides/slide45.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41" Type="http://schemas.openxmlformats.org/officeDocument/2006/relationships/slide" Target="slides/slide40.xml" /><Relationship Id="rId54" Type="http://schemas.openxmlformats.org/officeDocument/2006/relationships/presProps" Target="pres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slide" Target="slides/slide36.xml" /><Relationship Id="rId40" Type="http://schemas.openxmlformats.org/officeDocument/2006/relationships/slide" Target="slides/slide39.xml" /><Relationship Id="rId45" Type="http://schemas.openxmlformats.org/officeDocument/2006/relationships/slide" Target="slides/slide44.xml" /><Relationship Id="rId53" Type="http://schemas.openxmlformats.org/officeDocument/2006/relationships/notesMaster" Target="notesMasters/notesMaster1.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49" Type="http://schemas.openxmlformats.org/officeDocument/2006/relationships/slide" Target="slides/slide48.xml" /><Relationship Id="rId57" Type="http://schemas.openxmlformats.org/officeDocument/2006/relationships/tableStyles" Target="tableStyles.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4" Type="http://schemas.openxmlformats.org/officeDocument/2006/relationships/slide" Target="slides/slide43.xml" /><Relationship Id="rId52" Type="http://schemas.openxmlformats.org/officeDocument/2006/relationships/slide" Target="slides/slide51.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slide" Target="slides/slide42.xml" /><Relationship Id="rId48" Type="http://schemas.openxmlformats.org/officeDocument/2006/relationships/slide" Target="slides/slide47.xml" /><Relationship Id="rId56" Type="http://schemas.openxmlformats.org/officeDocument/2006/relationships/theme" Target="theme/theme1.xml" /><Relationship Id="rId8" Type="http://schemas.openxmlformats.org/officeDocument/2006/relationships/slide" Target="slides/slide7.xml" /><Relationship Id="rId51" Type="http://schemas.openxmlformats.org/officeDocument/2006/relationships/slide" Target="slides/slide50.xml" /><Relationship Id="rId3" Type="http://schemas.openxmlformats.org/officeDocument/2006/relationships/slide" Target="slides/slide2.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bwMode="auto">
        <a:xfrm>
          <a:off x="0" y="0"/>
          <a:ext cx="0" cy="0"/>
          <a:chOff x="0" y="0"/>
          <a:chExt cx="0" cy="0"/>
        </a:xfrm>
      </p:grpSpPr>
      <p:sp>
        <p:nvSpPr>
          <p:cNvPr id="711777670" name="HeaderArea1"/>
          <p:cNvSpPr>
            <a:spLocks noGrp="1" noChangeArrowheads="1"/>
          </p:cNvSpPr>
          <p:nvPr>
            <p:ph type="hdr" sz="quarter"/>
          </p:nvPr>
        </p:nvSpPr>
        <p:spPr bwMode="auto">
          <a:xfrm>
            <a:off x="0" y="0"/>
            <a:ext cx="2971800" cy="457200"/>
          </a:xfrm>
          <a:prstGeom prst="rect">
            <a:avLst/>
          </a:prstGeom>
          <a:noFill/>
          <a:ln>
            <a:noFill/>
          </a:ln>
          <a:effectLst/>
        </p:spPr>
        <p:txBody>
          <a:bodyPr vert="horz" wrap="square" numCol="1" spcCol="215899" anchor="t">
            <a:prstTxWarp prst="textNoShape">
              <a:avLst/>
            </a:prstTxWarp>
          </a:bodyPr>
          <a:lstStyle>
            <a:lvl1pPr algn="l">
              <a:defRPr sz="1200" cap="none"/>
            </a:lvl1pPr>
            <a:lvl2pPr>
              <a:defRPr cap="none"/>
            </a:lvl2pPr>
            <a:lvl3pPr>
              <a:defRPr cap="none"/>
            </a:lvl3pPr>
            <a:lvl4pPr>
              <a:defRPr cap="none"/>
            </a:lvl4pPr>
            <a:lvl5pPr>
              <a:defRPr cap="none"/>
            </a:lvl5pPr>
            <a:lvl6pPr>
              <a:defRPr cap="none"/>
            </a:lvl6pPr>
            <a:lvl7pPr>
              <a:defRPr cap="none"/>
            </a:lvl7pPr>
            <a:lvl8pPr>
              <a:defRPr cap="none"/>
            </a:lvl8pPr>
            <a:lvl9pPr>
              <a:defRPr cap="none"/>
            </a:lvl9pPr>
          </a:lstStyle>
          <a:p>
            <a:pPr>
              <a:defRPr/>
            </a:pPr>
            <a:endParaRPr/>
          </a:p>
        </p:txBody>
      </p:sp>
      <p:sp>
        <p:nvSpPr>
          <p:cNvPr id="402569249" name="DateTimeArea1"/>
          <p:cNvSpPr>
            <a:spLocks noGrp="1" noChangeArrowheads="1"/>
          </p:cNvSpPr>
          <p:nvPr>
            <p:ph type="dt" sz="quarter" idx="10"/>
          </p:nvPr>
        </p:nvSpPr>
        <p:spPr bwMode="auto">
          <a:xfrm>
            <a:off x="3886200" y="0"/>
            <a:ext cx="2971800" cy="457200"/>
          </a:xfrm>
          <a:prstGeom prst="rect">
            <a:avLst/>
          </a:prstGeom>
          <a:noFill/>
          <a:ln>
            <a:noFill/>
          </a:ln>
          <a:effectLst/>
        </p:spPr>
        <p:txBody>
          <a:bodyPr vert="horz" wrap="square" numCol="1" spcCol="215899" anchor="t">
            <a:prstTxWarp prst="textNoShape">
              <a:avLst/>
            </a:prstTxWarp>
          </a:bodyPr>
          <a:lstStyle>
            <a:lvl1pPr algn="r">
              <a:defRPr sz="1200" cap="none"/>
            </a:lvl1pPr>
            <a:lvl2pPr>
              <a:defRPr cap="none"/>
            </a:lvl2pPr>
            <a:lvl3pPr>
              <a:defRPr cap="none"/>
            </a:lvl3pPr>
            <a:lvl4pPr>
              <a:defRPr cap="none"/>
            </a:lvl4pPr>
            <a:lvl5pPr>
              <a:defRPr cap="none"/>
            </a:lvl5pPr>
            <a:lvl6pPr>
              <a:defRPr cap="none"/>
            </a:lvl6pPr>
            <a:lvl7pPr>
              <a:defRPr cap="none"/>
            </a:lvl7pPr>
            <a:lvl8pPr>
              <a:defRPr cap="none"/>
            </a:lvl8pPr>
            <a:lvl9pPr>
              <a:defRPr cap="none"/>
            </a:lvl9pPr>
          </a:lstStyle>
          <a:p>
            <a:pPr>
              <a:defRPr/>
            </a:pPr>
            <a:fld id="{C095632D-15D5-ADA6-9B40-E3F31E0E6DB6}" type="datetime1">
              <a:rPr lang="id-ID"/>
              <a:t>27/09/2026</a:t>
            </a:fld>
            <a:endParaRPr/>
          </a:p>
        </p:txBody>
      </p:sp>
      <p:sp>
        <p:nvSpPr>
          <p:cNvPr id="1585197" name="SlidePicture1"/>
          <p:cNvSpPr>
            <a:spLocks noGrp="1" noRot="1" noChangeAspect="1" noChangeArrowheads="1"/>
          </p:cNvSpPr>
          <p:nvPr>
            <p:ph type="sldImg" idx="2"/>
          </p:nvPr>
        </p:nvSpPr>
        <p:spPr bwMode="auto">
          <a:xfrm>
            <a:off x="1143000" y="685800"/>
            <a:ext cx="4572000" cy="3429000"/>
          </a:xfrm>
          <a:prstGeom prst="rect">
            <a:avLst/>
          </a:prstGeom>
          <a:solidFill>
            <a:schemeClr val="accent1"/>
          </a:solidFill>
          <a:ln w="12700" cap="flat" cmpd="sng" algn="ctr">
            <a:solidFill>
              <a:schemeClr val="tx1"/>
            </a:solidFill>
            <a:prstDash val="solid"/>
            <a:headEnd type="none"/>
            <a:tailEnd type="none"/>
          </a:ln>
          <a:effectLst/>
        </p:spPr>
      </p:sp>
      <p:sp>
        <p:nvSpPr>
          <p:cNvPr id="297673369" name="SlideText1"/>
          <p:cNvSpPr>
            <a:spLocks noGrp="1" noChangeArrowheads="1"/>
          </p:cNvSpPr>
          <p:nvPr>
            <p:ph type="body" idx="3"/>
          </p:nvPr>
        </p:nvSpPr>
        <p:spPr bwMode="auto">
          <a:xfrm>
            <a:off x="685800" y="4343400"/>
            <a:ext cx="5486400" cy="4114800"/>
          </a:xfrm>
          <a:prstGeom prst="rect">
            <a:avLst/>
          </a:prstGeom>
          <a:noFill/>
          <a:ln>
            <a:noFill/>
          </a:ln>
          <a:effectLst/>
        </p:spPr>
        <p:txBody>
          <a:bodyPr vert="horz" wrap="square" numCol="1" spcCol="215899" anchor="t">
            <a:prstTxWarp prst="textNoShape">
              <a:avLst/>
            </a:prstTxWarp>
          </a:bodyPr>
          <a:lstStyle/>
          <a:p>
            <a:pPr>
              <a:defRPr/>
            </a:pPr>
            <a:r>
              <a:t>Click to edit Master text styles</a:t>
            </a:r>
          </a:p>
          <a:p>
            <a:pPr lvl="1">
              <a:defRPr/>
            </a:pPr>
            <a:r>
              <a:t>Second level</a:t>
            </a:r>
          </a:p>
          <a:p>
            <a:pPr lvl="2">
              <a:defRPr/>
            </a:pPr>
            <a:r>
              <a:t>Third level</a:t>
            </a:r>
          </a:p>
          <a:p>
            <a:pPr lvl="3">
              <a:defRPr/>
            </a:pPr>
            <a:r>
              <a:t>Fourth level</a:t>
            </a:r>
          </a:p>
          <a:p>
            <a:pPr lvl="4">
              <a:defRPr/>
            </a:pPr>
            <a:r>
              <a:t>Fifth level</a:t>
            </a:r>
          </a:p>
        </p:txBody>
      </p:sp>
      <p:sp>
        <p:nvSpPr>
          <p:cNvPr id="1056587484" name="FooterArea1"/>
          <p:cNvSpPr>
            <a:spLocks noGrp="1" noChangeArrowheads="1"/>
          </p:cNvSpPr>
          <p:nvPr>
            <p:ph type="ftr" sz="quarter" idx="11"/>
          </p:nvPr>
        </p:nvSpPr>
        <p:spPr bwMode="auto">
          <a:xfrm>
            <a:off x="0" y="8686800"/>
            <a:ext cx="2971800" cy="457200"/>
          </a:xfrm>
          <a:prstGeom prst="rect">
            <a:avLst/>
          </a:prstGeom>
          <a:noFill/>
          <a:ln>
            <a:noFill/>
          </a:ln>
          <a:effectLst/>
        </p:spPr>
        <p:txBody>
          <a:bodyPr vert="horz" wrap="square" numCol="1" spcCol="215899" anchor="b">
            <a:prstTxWarp prst="textNoShape">
              <a:avLst/>
            </a:prstTxWarp>
          </a:bodyPr>
          <a:lstStyle>
            <a:lvl1pPr algn="l">
              <a:defRPr sz="1200" cap="none"/>
            </a:lvl1pPr>
            <a:lvl2pPr>
              <a:defRPr cap="none"/>
            </a:lvl2pPr>
            <a:lvl3pPr>
              <a:defRPr cap="none"/>
            </a:lvl3pPr>
            <a:lvl4pPr>
              <a:defRPr cap="none"/>
            </a:lvl4pPr>
            <a:lvl5pPr>
              <a:defRPr cap="none"/>
            </a:lvl5pPr>
            <a:lvl6pPr>
              <a:defRPr cap="none"/>
            </a:lvl6pPr>
            <a:lvl7pPr>
              <a:defRPr cap="none"/>
            </a:lvl7pPr>
            <a:lvl8pPr>
              <a:defRPr cap="none"/>
            </a:lvl8pPr>
            <a:lvl9pPr>
              <a:defRPr cap="none"/>
            </a:lvl9pPr>
          </a:lstStyle>
          <a:p>
            <a:pPr>
              <a:defRPr/>
            </a:pPr>
            <a:endParaRPr/>
          </a:p>
        </p:txBody>
      </p:sp>
      <p:sp>
        <p:nvSpPr>
          <p:cNvPr id="482691276" name="SlideNumberArea1"/>
          <p:cNvSpPr>
            <a:spLocks noGrp="1" noChangeArrowheads="1"/>
          </p:cNvSpPr>
          <p:nvPr>
            <p:ph type="sldNum" sz="quarter" idx="12"/>
          </p:nvPr>
        </p:nvSpPr>
        <p:spPr bwMode="auto">
          <a:xfrm>
            <a:off x="3886200" y="8686800"/>
            <a:ext cx="2971800" cy="457200"/>
          </a:xfrm>
          <a:prstGeom prst="rect">
            <a:avLst/>
          </a:prstGeom>
          <a:noFill/>
          <a:ln>
            <a:noFill/>
          </a:ln>
          <a:effectLst/>
        </p:spPr>
        <p:txBody>
          <a:bodyPr vert="horz" wrap="square" numCol="1" spcCol="215899" anchor="b">
            <a:prstTxWarp prst="textNoShape">
              <a:avLst/>
            </a:prstTxWarp>
          </a:bodyPr>
          <a:lstStyle>
            <a:lvl1pPr algn="r">
              <a:defRPr sz="1200" cap="none"/>
            </a:lvl1pPr>
            <a:lvl2pPr>
              <a:defRPr cap="none"/>
            </a:lvl2pPr>
            <a:lvl3pPr>
              <a:defRPr cap="none"/>
            </a:lvl3pPr>
            <a:lvl4pPr>
              <a:defRPr cap="none"/>
            </a:lvl4pPr>
            <a:lvl5pPr>
              <a:defRPr cap="none"/>
            </a:lvl5pPr>
            <a:lvl6pPr>
              <a:defRPr cap="none"/>
            </a:lvl6pPr>
            <a:lvl7pPr>
              <a:defRPr cap="none"/>
            </a:lvl7pPr>
            <a:lvl8pPr>
              <a:defRPr cap="none"/>
            </a:lvl8pPr>
            <a:lvl9pPr>
              <a:defRPr cap="none"/>
            </a:lvl9pPr>
          </a:lstStyle>
          <a:p>
            <a:pPr>
              <a:defRPr/>
            </a:pPr>
            <a:fld id="{C095632D-DAB4-5F8B-FAB2-2CDE33FC0C79}" type="slidenum">
              <a:rPr/>
              <a:t>‹#›</a:t>
            </a:fld>
            <a:endParaRPr/>
          </a:p>
        </p:txBody>
      </p:sp>
    </p:spTree>
  </p:cSld>
  <p:clrMap bg1="lt1" tx1="dk1" bg2="lt2" tx2="dk2" accent1="accent1" accent2="accent2" accent3="accent3" accent4="accent4" accent5="accent5" accent6="accent6" hlink="hlink" folHlink="folHlink"/>
  <p:hf sldNum="0" hdr="0" ftr="0" dt="0"/>
  <p:notesStyle>
    <a:lvl1pPr marL="0" marR="0" indent="0" algn="l" defTabSz="914400">
      <a:lnSpc>
        <a:spcPct val="100000"/>
      </a:lnSpc>
      <a:spcBef>
        <a:spcPts val="0"/>
      </a:spcBef>
      <a:spcAft>
        <a:spcPts val="0"/>
      </a:spcAft>
      <a:buNone/>
      <a:defRPr sz="1200" b="0" i="0" u="none" strike="noStrike" cap="none" spc="0">
        <a:solidFill>
          <a:schemeClr val="tx1"/>
        </a:solidFill>
        <a:latin typeface="Basic Sans"/>
        <a:ea typeface="Basic Roman"/>
        <a:cs typeface="Basic Roman"/>
      </a:defRPr>
    </a:lvl1pPr>
    <a:lvl2pPr marL="457200" marR="0" indent="0" algn="l" defTabSz="914400">
      <a:lnSpc>
        <a:spcPct val="100000"/>
      </a:lnSpc>
      <a:spcBef>
        <a:spcPts val="0"/>
      </a:spcBef>
      <a:spcAft>
        <a:spcPts val="0"/>
      </a:spcAft>
      <a:buNone/>
      <a:defRPr sz="1200" b="0" i="0" u="none" strike="noStrike" cap="none" spc="0">
        <a:solidFill>
          <a:schemeClr val="tx1"/>
        </a:solidFill>
        <a:latin typeface="Basic Sans"/>
        <a:ea typeface="Basic Roman"/>
        <a:cs typeface="Basic Roman"/>
      </a:defRPr>
    </a:lvl2pPr>
    <a:lvl3pPr marL="914400" marR="0" indent="0" algn="l" defTabSz="914400">
      <a:lnSpc>
        <a:spcPct val="100000"/>
      </a:lnSpc>
      <a:spcBef>
        <a:spcPts val="0"/>
      </a:spcBef>
      <a:spcAft>
        <a:spcPts val="0"/>
      </a:spcAft>
      <a:buNone/>
      <a:defRPr sz="1200" b="0" i="0" u="none" strike="noStrike" cap="none" spc="0">
        <a:solidFill>
          <a:schemeClr val="tx1"/>
        </a:solidFill>
        <a:latin typeface="Basic Sans"/>
        <a:ea typeface="Basic Roman"/>
        <a:cs typeface="Basic Roman"/>
      </a:defRPr>
    </a:lvl3pPr>
    <a:lvl4pPr marL="1371600" marR="0" indent="0" algn="l" defTabSz="914400">
      <a:lnSpc>
        <a:spcPct val="100000"/>
      </a:lnSpc>
      <a:spcBef>
        <a:spcPts val="0"/>
      </a:spcBef>
      <a:spcAft>
        <a:spcPts val="0"/>
      </a:spcAft>
      <a:buNone/>
      <a:defRPr sz="1200" b="0" i="0" u="none" strike="noStrike" cap="none" spc="0">
        <a:solidFill>
          <a:schemeClr val="tx1"/>
        </a:solidFill>
        <a:latin typeface="Basic Sans"/>
        <a:ea typeface="Basic Roman"/>
        <a:cs typeface="Basic Roman"/>
      </a:defRPr>
    </a:lvl4pPr>
    <a:lvl5pPr marL="1828800" marR="0" indent="0" algn="l" defTabSz="914400">
      <a:lnSpc>
        <a:spcPct val="100000"/>
      </a:lnSpc>
      <a:spcBef>
        <a:spcPts val="0"/>
      </a:spcBef>
      <a:spcAft>
        <a:spcPts val="0"/>
      </a:spcAft>
      <a:buNone/>
      <a:defRPr sz="1200" b="0" i="0" u="none" strike="noStrike" cap="none" spc="0">
        <a:solidFill>
          <a:schemeClr val="tx1"/>
        </a:solidFill>
        <a:latin typeface="Basic Sans"/>
        <a:ea typeface="Basic Roman"/>
        <a:cs typeface="Basic Roman"/>
      </a:defRPr>
    </a:lvl5pPr>
    <a:lvl6pPr marL="2286000" marR="0" indent="0" algn="l" defTabSz="914400">
      <a:lnSpc>
        <a:spcPct val="100000"/>
      </a:lnSpc>
      <a:spcBef>
        <a:spcPts val="0"/>
      </a:spcBef>
      <a:spcAft>
        <a:spcPts val="0"/>
      </a:spcAft>
      <a:buNone/>
      <a:defRPr sz="1200" b="0" i="0" u="none" strike="noStrike" cap="none" spc="0">
        <a:solidFill>
          <a:schemeClr val="tx1"/>
        </a:solidFill>
        <a:latin typeface="Basic Sans"/>
        <a:ea typeface="Basic Roman"/>
        <a:cs typeface="Basic Roman"/>
      </a:defRPr>
    </a:lvl6pPr>
    <a:lvl7pPr marL="2743200" marR="0" indent="0" algn="l" defTabSz="914400">
      <a:lnSpc>
        <a:spcPct val="100000"/>
      </a:lnSpc>
      <a:spcBef>
        <a:spcPts val="0"/>
      </a:spcBef>
      <a:spcAft>
        <a:spcPts val="0"/>
      </a:spcAft>
      <a:buNone/>
      <a:defRPr sz="1200" b="0" i="0" u="none" strike="noStrike" cap="none" spc="0">
        <a:solidFill>
          <a:schemeClr val="tx1"/>
        </a:solidFill>
        <a:latin typeface="Basic Sans"/>
        <a:ea typeface="Basic Roman"/>
        <a:cs typeface="Basic Roman"/>
      </a:defRPr>
    </a:lvl7pPr>
    <a:lvl8pPr marL="3200400" marR="0" indent="0" algn="l" defTabSz="914400">
      <a:lnSpc>
        <a:spcPct val="100000"/>
      </a:lnSpc>
      <a:spcBef>
        <a:spcPts val="0"/>
      </a:spcBef>
      <a:spcAft>
        <a:spcPts val="0"/>
      </a:spcAft>
      <a:buNone/>
      <a:defRPr sz="1200" b="0" i="0" u="none" strike="noStrike" cap="none" spc="0">
        <a:solidFill>
          <a:schemeClr val="tx1"/>
        </a:solidFill>
        <a:latin typeface="Basic Sans"/>
        <a:ea typeface="Basic Roman"/>
        <a:cs typeface="Basic Roman"/>
      </a:defRPr>
    </a:lvl8pPr>
    <a:lvl9pPr marL="3657600" marR="0" indent="0" algn="l" defTabSz="914400">
      <a:lnSpc>
        <a:spcPct val="100000"/>
      </a:lnSpc>
      <a:spcBef>
        <a:spcPts val="0"/>
      </a:spcBef>
      <a:spcAft>
        <a:spcPts val="0"/>
      </a:spcAft>
      <a:buNone/>
      <a:defRPr sz="1200" b="0" i="0" u="none" strike="noStrike" cap="none" spc="0">
        <a:solidFill>
          <a:schemeClr val="tx1"/>
        </a:solidFill>
        <a:latin typeface="Basic Sans"/>
        <a:ea typeface="Basic Roman"/>
        <a:cs typeface="Basic Roman"/>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 /><Relationship Id="rId1" Type="http://schemas.openxmlformats.org/officeDocument/2006/relationships/notesMaster" Target="../notesMasters/notesMaster1.xml" /></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 /><Relationship Id="rId1" Type="http://schemas.openxmlformats.org/officeDocument/2006/relationships/notesMaster" Target="../notesMasters/notesMaster1.xml" /></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 /><Relationship Id="rId1" Type="http://schemas.openxmlformats.org/officeDocument/2006/relationships/notesMaster" Target="../notesMasters/notesMaster1.xml" /></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 /><Relationship Id="rId1" Type="http://schemas.openxmlformats.org/officeDocument/2006/relationships/notesMaster" Target="../notesMasters/notesMaster1.xml" /></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 /><Relationship Id="rId1" Type="http://schemas.openxmlformats.org/officeDocument/2006/relationships/notesMaster" Target="../notesMasters/notesMaster1.xml" /></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 /><Relationship Id="rId1" Type="http://schemas.openxmlformats.org/officeDocument/2006/relationships/notesMaster" Target="../notesMasters/notesMaster1.xml" /></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 /><Relationship Id="rId1" Type="http://schemas.openxmlformats.org/officeDocument/2006/relationships/notesMaster" Target="../notesMasters/notesMaster1.xml" /></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 /><Relationship Id="rId1" Type="http://schemas.openxmlformats.org/officeDocument/2006/relationships/notesMaster" Target="../notesMasters/notesMaster1.xml" /></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 /><Relationship Id="rId1" Type="http://schemas.openxmlformats.org/officeDocument/2006/relationships/notesMaster" Target="../notesMasters/notesMaster1.xml" /></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 /><Relationship Id="rId1" Type="http://schemas.openxmlformats.org/officeDocument/2006/relationships/notesMaster" Target="../notesMasters/notesMaster1.xml" /></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 /><Relationship Id="rId1" Type="http://schemas.openxmlformats.org/officeDocument/2006/relationships/notesMaster" Target="../notesMasters/notesMaster1.xml" /></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bwMode="auto">
        <a:xfrm>
          <a:off x="0" y="0"/>
          <a:ext cx="0" cy="0"/>
          <a:chOff x="0" y="0"/>
          <a:chExt cx="0" cy="0"/>
        </a:xfrm>
      </p:grpSpPr>
      <p:sp>
        <p:nvSpPr>
          <p:cNvPr id="733159056" name="SlidePicture1"/>
          <p:cNvSpPr>
            <a:spLocks noGrp="1" noRot="1" noChangeAspect="1" noChangeArrowheads="1"/>
          </p:cNvSpPr>
          <p:nvPr>
            <p:ph type="sldImg" idx="2"/>
          </p:nvPr>
        </p:nvSpPr>
        <p:spPr bwMode="auto">
          <a:xfrm>
            <a:off x="381000" y="685800"/>
            <a:ext cx="6096000" cy="3429000"/>
          </a:xfrm>
          <a:prstGeom prst="rect">
            <a:avLst/>
          </a:prstGeom>
        </p:spPr>
      </p:sp>
      <p:sp>
        <p:nvSpPr>
          <p:cNvPr id="1195408330" name="SlideText1"/>
          <p:cNvSpPr>
            <a:spLocks noGrp="1" noChangeArrowheads="1"/>
          </p:cNvSpPr>
          <p:nvPr>
            <p:ph type="body" idx="3"/>
          </p:nvPr>
        </p:nvSpPr>
        <p:spPr bwMode="auto">
          <a:xfrm>
            <a:off x="685800" y="4343400"/>
            <a:ext cx="5486400" cy="4114800"/>
          </a:xfrm>
          <a:prstGeom prst="rect">
            <a:avLst/>
          </a:prstGeom>
        </p:spPr>
        <p:txBody>
          <a:bodyPr vert="horz" wrap="square" numCol="1" spcCol="215899" anchor="t">
            <a:prstTxWarp prst="textNoShape">
              <a:avLst/>
            </a:prstTxWarp>
          </a:bodyPr>
          <a:lstStyle/>
          <a:p>
            <a:pPr>
              <a:defRPr/>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bwMode="auto">
        <a:xfrm>
          <a:off x="0" y="0"/>
          <a:ext cx="0" cy="0"/>
          <a:chOff x="0" y="0"/>
          <a:chExt cx="0" cy="0"/>
        </a:xfrm>
      </p:grpSpPr>
      <p:sp>
        <p:nvSpPr>
          <p:cNvPr id="1691060027" name="SlidePicture1"/>
          <p:cNvSpPr>
            <a:spLocks noGrp="1" noRot="1" noChangeAspect="1" noChangeArrowheads="1"/>
          </p:cNvSpPr>
          <p:nvPr>
            <p:ph type="sldImg" idx="2"/>
          </p:nvPr>
        </p:nvSpPr>
        <p:spPr bwMode="auto">
          <a:xfrm>
            <a:off x="381000" y="685800"/>
            <a:ext cx="6096000" cy="3429000"/>
          </a:xfrm>
          <a:prstGeom prst="rect">
            <a:avLst/>
          </a:prstGeom>
        </p:spPr>
      </p:sp>
      <p:sp>
        <p:nvSpPr>
          <p:cNvPr id="593292630" name="SlideText1"/>
          <p:cNvSpPr>
            <a:spLocks noGrp="1" noChangeArrowheads="1"/>
          </p:cNvSpPr>
          <p:nvPr>
            <p:ph type="body" idx="3"/>
          </p:nvPr>
        </p:nvSpPr>
        <p:spPr bwMode="auto">
          <a:xfrm>
            <a:off x="685800" y="4343400"/>
            <a:ext cx="5486400" cy="4114800"/>
          </a:xfrm>
          <a:prstGeom prst="rect">
            <a:avLst/>
          </a:prstGeom>
        </p:spPr>
        <p:txBody>
          <a:bodyPr vert="horz" wrap="square" numCol="1" spcCol="215899" anchor="t">
            <a:prstTxWarp prst="textNoShape">
              <a:avLst/>
            </a:prstTxWarp>
          </a:bodyPr>
          <a:lstStyle/>
          <a:p>
            <a:pPr>
              <a:defRPr/>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bwMode="auto">
        <a:xfrm>
          <a:off x="0" y="0"/>
          <a:ext cx="0" cy="0"/>
          <a:chOff x="0" y="0"/>
          <a:chExt cx="0" cy="0"/>
        </a:xfrm>
      </p:grpSpPr>
      <p:sp>
        <p:nvSpPr>
          <p:cNvPr id="518453853" name="SlidePicture1"/>
          <p:cNvSpPr>
            <a:spLocks noGrp="1" noRot="1" noChangeAspect="1" noChangeArrowheads="1"/>
          </p:cNvSpPr>
          <p:nvPr>
            <p:ph type="sldImg" idx="2"/>
          </p:nvPr>
        </p:nvSpPr>
        <p:spPr bwMode="auto">
          <a:xfrm>
            <a:off x="381000" y="685800"/>
            <a:ext cx="6096000" cy="3429000"/>
          </a:xfrm>
          <a:prstGeom prst="rect">
            <a:avLst/>
          </a:prstGeom>
        </p:spPr>
      </p:sp>
      <p:sp>
        <p:nvSpPr>
          <p:cNvPr id="1513556396" name="SlideText1"/>
          <p:cNvSpPr>
            <a:spLocks noGrp="1" noChangeArrowheads="1"/>
          </p:cNvSpPr>
          <p:nvPr>
            <p:ph type="body" idx="3"/>
          </p:nvPr>
        </p:nvSpPr>
        <p:spPr bwMode="auto">
          <a:xfrm>
            <a:off x="685800" y="4343400"/>
            <a:ext cx="5486400" cy="4114800"/>
          </a:xfrm>
          <a:prstGeom prst="rect">
            <a:avLst/>
          </a:prstGeom>
        </p:spPr>
        <p:txBody>
          <a:bodyPr vert="horz" wrap="square" numCol="1" spcCol="215899" anchor="t">
            <a:prstTxWarp prst="textNoShape">
              <a:avLst/>
            </a:prstTxWarp>
          </a:bodyPr>
          <a:lstStyle/>
          <a:p>
            <a:pPr>
              <a:defRPr/>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bwMode="auto">
        <a:xfrm>
          <a:off x="0" y="0"/>
          <a:ext cx="0" cy="0"/>
          <a:chOff x="0" y="0"/>
          <a:chExt cx="0" cy="0"/>
        </a:xfrm>
      </p:grpSpPr>
      <p:sp>
        <p:nvSpPr>
          <p:cNvPr id="712022190" name="SlidePicture1"/>
          <p:cNvSpPr>
            <a:spLocks noGrp="1" noRot="1" noChangeAspect="1" noChangeArrowheads="1"/>
          </p:cNvSpPr>
          <p:nvPr>
            <p:ph type="sldImg" idx="2"/>
          </p:nvPr>
        </p:nvSpPr>
        <p:spPr bwMode="auto">
          <a:xfrm>
            <a:off x="381000" y="685800"/>
            <a:ext cx="6096000" cy="3429000"/>
          </a:xfrm>
          <a:prstGeom prst="rect">
            <a:avLst/>
          </a:prstGeom>
        </p:spPr>
      </p:sp>
      <p:sp>
        <p:nvSpPr>
          <p:cNvPr id="780184589" name="SlideText1"/>
          <p:cNvSpPr>
            <a:spLocks noGrp="1" noChangeArrowheads="1"/>
          </p:cNvSpPr>
          <p:nvPr>
            <p:ph type="body" idx="3"/>
          </p:nvPr>
        </p:nvSpPr>
        <p:spPr bwMode="auto">
          <a:xfrm>
            <a:off x="685800" y="4343400"/>
            <a:ext cx="5486400" cy="4114800"/>
          </a:xfrm>
          <a:prstGeom prst="rect">
            <a:avLst/>
          </a:prstGeom>
        </p:spPr>
        <p:txBody>
          <a:bodyPr vert="horz" wrap="square" numCol="1" spcCol="215899" anchor="t">
            <a:prstTxWarp prst="textNoShape">
              <a:avLst/>
            </a:prstTxWarp>
          </a:bodyPr>
          <a:lstStyle/>
          <a:p>
            <a:pPr>
              <a:defRPr/>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bwMode="auto">
        <a:xfrm>
          <a:off x="0" y="0"/>
          <a:ext cx="0" cy="0"/>
          <a:chOff x="0" y="0"/>
          <a:chExt cx="0" cy="0"/>
        </a:xfrm>
      </p:grpSpPr>
      <p:sp>
        <p:nvSpPr>
          <p:cNvPr id="1098131330" name="SlidePicture1"/>
          <p:cNvSpPr>
            <a:spLocks noGrp="1" noRot="1" noChangeAspect="1" noChangeArrowheads="1"/>
          </p:cNvSpPr>
          <p:nvPr>
            <p:ph type="sldImg" idx="2"/>
          </p:nvPr>
        </p:nvSpPr>
        <p:spPr bwMode="auto">
          <a:xfrm>
            <a:off x="381000" y="685800"/>
            <a:ext cx="6096000" cy="3429000"/>
          </a:xfrm>
          <a:prstGeom prst="rect">
            <a:avLst/>
          </a:prstGeom>
        </p:spPr>
      </p:sp>
      <p:sp>
        <p:nvSpPr>
          <p:cNvPr id="98460425" name="SlideText1"/>
          <p:cNvSpPr>
            <a:spLocks noGrp="1" noChangeArrowheads="1"/>
          </p:cNvSpPr>
          <p:nvPr>
            <p:ph type="body" idx="3"/>
          </p:nvPr>
        </p:nvSpPr>
        <p:spPr bwMode="auto">
          <a:xfrm>
            <a:off x="685800" y="4343400"/>
            <a:ext cx="5486400" cy="4114800"/>
          </a:xfrm>
          <a:prstGeom prst="rect">
            <a:avLst/>
          </a:prstGeom>
        </p:spPr>
        <p:txBody>
          <a:bodyPr vert="horz" wrap="square" numCol="1" spcCol="215899" anchor="t">
            <a:prstTxWarp prst="textNoShape">
              <a:avLst/>
            </a:prstTxWarp>
          </a:bodyPr>
          <a:lstStyle/>
          <a:p>
            <a:pPr>
              <a:defRPr/>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bwMode="auto">
        <a:xfrm>
          <a:off x="0" y="0"/>
          <a:ext cx="0" cy="0"/>
          <a:chOff x="0" y="0"/>
          <a:chExt cx="0" cy="0"/>
        </a:xfrm>
      </p:grpSpPr>
      <p:sp>
        <p:nvSpPr>
          <p:cNvPr id="802417628" name="SlidePicture1"/>
          <p:cNvSpPr>
            <a:spLocks noGrp="1" noRot="1" noChangeAspect="1" noChangeArrowheads="1"/>
          </p:cNvSpPr>
          <p:nvPr>
            <p:ph type="sldImg" idx="2"/>
          </p:nvPr>
        </p:nvSpPr>
        <p:spPr bwMode="auto">
          <a:xfrm>
            <a:off x="381000" y="685800"/>
            <a:ext cx="6096000" cy="3429000"/>
          </a:xfrm>
          <a:prstGeom prst="rect">
            <a:avLst/>
          </a:prstGeom>
        </p:spPr>
      </p:sp>
      <p:sp>
        <p:nvSpPr>
          <p:cNvPr id="1848249940" name="SlideText1"/>
          <p:cNvSpPr>
            <a:spLocks noGrp="1" noChangeArrowheads="1"/>
          </p:cNvSpPr>
          <p:nvPr>
            <p:ph type="body" idx="3"/>
          </p:nvPr>
        </p:nvSpPr>
        <p:spPr bwMode="auto">
          <a:xfrm>
            <a:off x="685800" y="4343400"/>
            <a:ext cx="5486400" cy="4114800"/>
          </a:xfrm>
          <a:prstGeom prst="rect">
            <a:avLst/>
          </a:prstGeom>
        </p:spPr>
        <p:txBody>
          <a:bodyPr vert="horz" wrap="square" numCol="1" spcCol="215899" anchor="t">
            <a:prstTxWarp prst="textNoShape">
              <a:avLst/>
            </a:prstTxWarp>
          </a:bodyPr>
          <a:lstStyle/>
          <a:p>
            <a:pPr>
              <a:defRPr/>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bwMode="auto">
        <a:xfrm>
          <a:off x="0" y="0"/>
          <a:ext cx="0" cy="0"/>
          <a:chOff x="0" y="0"/>
          <a:chExt cx="0" cy="0"/>
        </a:xfrm>
      </p:grpSpPr>
      <p:sp>
        <p:nvSpPr>
          <p:cNvPr id="1960312856" name="SlidePicture1"/>
          <p:cNvSpPr>
            <a:spLocks noGrp="1" noRot="1" noChangeAspect="1" noChangeArrowheads="1"/>
          </p:cNvSpPr>
          <p:nvPr>
            <p:ph type="sldImg" idx="2"/>
          </p:nvPr>
        </p:nvSpPr>
        <p:spPr bwMode="auto">
          <a:xfrm>
            <a:off x="381000" y="685800"/>
            <a:ext cx="6096000" cy="3429000"/>
          </a:xfrm>
          <a:prstGeom prst="rect">
            <a:avLst/>
          </a:prstGeom>
        </p:spPr>
      </p:sp>
      <p:sp>
        <p:nvSpPr>
          <p:cNvPr id="1610326428" name="SlideText1"/>
          <p:cNvSpPr>
            <a:spLocks noGrp="1" noChangeArrowheads="1"/>
          </p:cNvSpPr>
          <p:nvPr>
            <p:ph type="body" idx="3"/>
          </p:nvPr>
        </p:nvSpPr>
        <p:spPr bwMode="auto">
          <a:xfrm>
            <a:off x="685800" y="4343400"/>
            <a:ext cx="5486400" cy="4114800"/>
          </a:xfrm>
          <a:prstGeom prst="rect">
            <a:avLst/>
          </a:prstGeom>
        </p:spPr>
        <p:txBody>
          <a:bodyPr vert="horz" wrap="square" numCol="1" spcCol="215899" anchor="t">
            <a:prstTxWarp prst="textNoShape">
              <a:avLst/>
            </a:prstTxWarp>
          </a:bodyPr>
          <a:lstStyle/>
          <a:p>
            <a:pPr>
              <a:defRPr/>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bwMode="auto">
        <a:xfrm>
          <a:off x="0" y="0"/>
          <a:ext cx="0" cy="0"/>
          <a:chOff x="0" y="0"/>
          <a:chExt cx="0" cy="0"/>
        </a:xfrm>
      </p:grpSpPr>
      <p:sp>
        <p:nvSpPr>
          <p:cNvPr id="1095674239" name="SlidePicture1"/>
          <p:cNvSpPr>
            <a:spLocks noGrp="1" noRot="1" noChangeAspect="1" noChangeArrowheads="1"/>
          </p:cNvSpPr>
          <p:nvPr>
            <p:ph type="sldImg" idx="2"/>
          </p:nvPr>
        </p:nvSpPr>
        <p:spPr bwMode="auto">
          <a:xfrm>
            <a:off x="381000" y="685800"/>
            <a:ext cx="6096000" cy="3429000"/>
          </a:xfrm>
          <a:prstGeom prst="rect">
            <a:avLst/>
          </a:prstGeom>
        </p:spPr>
      </p:sp>
      <p:sp>
        <p:nvSpPr>
          <p:cNvPr id="2061248773" name="SlideText1"/>
          <p:cNvSpPr>
            <a:spLocks noGrp="1" noChangeArrowheads="1"/>
          </p:cNvSpPr>
          <p:nvPr>
            <p:ph type="body" idx="3"/>
          </p:nvPr>
        </p:nvSpPr>
        <p:spPr bwMode="auto">
          <a:xfrm>
            <a:off x="685800" y="4343400"/>
            <a:ext cx="5486400" cy="4114800"/>
          </a:xfrm>
          <a:prstGeom prst="rect">
            <a:avLst/>
          </a:prstGeom>
        </p:spPr>
        <p:txBody>
          <a:bodyPr vert="horz" wrap="square" numCol="1" spcCol="215899" anchor="t">
            <a:prstTxWarp prst="textNoShape">
              <a:avLst/>
            </a:prstTxWarp>
          </a:bodyPr>
          <a:lstStyle/>
          <a:p>
            <a:pPr>
              <a:defRPr/>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bwMode="auto">
        <a:xfrm>
          <a:off x="0" y="0"/>
          <a:ext cx="0" cy="0"/>
          <a:chOff x="0" y="0"/>
          <a:chExt cx="0" cy="0"/>
        </a:xfrm>
      </p:grpSpPr>
      <p:sp>
        <p:nvSpPr>
          <p:cNvPr id="1294488319" name="SlidePicture1"/>
          <p:cNvSpPr>
            <a:spLocks noGrp="1" noRot="1" noChangeAspect="1" noChangeArrowheads="1"/>
          </p:cNvSpPr>
          <p:nvPr>
            <p:ph type="sldImg" idx="2"/>
          </p:nvPr>
        </p:nvSpPr>
        <p:spPr bwMode="auto">
          <a:xfrm>
            <a:off x="381000" y="685800"/>
            <a:ext cx="6096000" cy="3429000"/>
          </a:xfrm>
          <a:prstGeom prst="rect">
            <a:avLst/>
          </a:prstGeom>
        </p:spPr>
      </p:sp>
      <p:sp>
        <p:nvSpPr>
          <p:cNvPr id="268876739" name="SlideText1"/>
          <p:cNvSpPr>
            <a:spLocks noGrp="1" noChangeArrowheads="1"/>
          </p:cNvSpPr>
          <p:nvPr>
            <p:ph type="body" idx="3"/>
          </p:nvPr>
        </p:nvSpPr>
        <p:spPr bwMode="auto">
          <a:xfrm>
            <a:off x="685800" y="4343400"/>
            <a:ext cx="5486400" cy="4114800"/>
          </a:xfrm>
          <a:prstGeom prst="rect">
            <a:avLst/>
          </a:prstGeom>
        </p:spPr>
        <p:txBody>
          <a:bodyPr vert="horz" wrap="square" numCol="1" spcCol="215899" anchor="t">
            <a:prstTxWarp prst="textNoShape">
              <a:avLst/>
            </a:prstTxWarp>
          </a:bodyPr>
          <a:lstStyle/>
          <a:p>
            <a:pPr>
              <a:defRPr/>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bwMode="auto">
        <a:xfrm>
          <a:off x="0" y="0"/>
          <a:ext cx="0" cy="0"/>
          <a:chOff x="0" y="0"/>
          <a:chExt cx="0" cy="0"/>
        </a:xfrm>
      </p:grpSpPr>
      <p:sp>
        <p:nvSpPr>
          <p:cNvPr id="986774152" name="SlidePicture1"/>
          <p:cNvSpPr>
            <a:spLocks noGrp="1" noRot="1" noChangeAspect="1" noChangeArrowheads="1"/>
          </p:cNvSpPr>
          <p:nvPr>
            <p:ph type="sldImg" idx="2"/>
          </p:nvPr>
        </p:nvSpPr>
        <p:spPr bwMode="auto">
          <a:xfrm>
            <a:off x="381000" y="685800"/>
            <a:ext cx="6096000" cy="3429000"/>
          </a:xfrm>
          <a:prstGeom prst="rect">
            <a:avLst/>
          </a:prstGeom>
        </p:spPr>
      </p:sp>
      <p:sp>
        <p:nvSpPr>
          <p:cNvPr id="1335156745" name="SlideText1"/>
          <p:cNvSpPr>
            <a:spLocks noGrp="1" noChangeArrowheads="1"/>
          </p:cNvSpPr>
          <p:nvPr>
            <p:ph type="body" idx="3"/>
          </p:nvPr>
        </p:nvSpPr>
        <p:spPr bwMode="auto">
          <a:xfrm>
            <a:off x="685800" y="4343400"/>
            <a:ext cx="5486400" cy="4114800"/>
          </a:xfrm>
          <a:prstGeom prst="rect">
            <a:avLst/>
          </a:prstGeom>
        </p:spPr>
        <p:txBody>
          <a:bodyPr vert="horz" wrap="square" numCol="1" spcCol="215899" anchor="t">
            <a:prstTxWarp prst="textNoShape">
              <a:avLst/>
            </a:prstTxWarp>
          </a:bodyPr>
          <a:lstStyle/>
          <a:p>
            <a:pPr>
              <a:defRPr/>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bwMode="auto">
        <a:xfrm>
          <a:off x="0" y="0"/>
          <a:ext cx="0" cy="0"/>
          <a:chOff x="0" y="0"/>
          <a:chExt cx="0" cy="0"/>
        </a:xfrm>
      </p:grpSpPr>
      <p:sp>
        <p:nvSpPr>
          <p:cNvPr id="1865639825" name="SlidePicture1"/>
          <p:cNvSpPr>
            <a:spLocks noGrp="1" noRot="1" noChangeAspect="1" noChangeArrowheads="1"/>
          </p:cNvSpPr>
          <p:nvPr>
            <p:ph type="sldImg" idx="2"/>
          </p:nvPr>
        </p:nvSpPr>
        <p:spPr bwMode="auto">
          <a:xfrm>
            <a:off x="381000" y="685800"/>
            <a:ext cx="6096000" cy="3429000"/>
          </a:xfrm>
          <a:prstGeom prst="rect">
            <a:avLst/>
          </a:prstGeom>
        </p:spPr>
      </p:sp>
      <p:sp>
        <p:nvSpPr>
          <p:cNvPr id="1192496170" name="SlideText1"/>
          <p:cNvSpPr>
            <a:spLocks noGrp="1" noChangeArrowheads="1"/>
          </p:cNvSpPr>
          <p:nvPr>
            <p:ph type="body" idx="3"/>
          </p:nvPr>
        </p:nvSpPr>
        <p:spPr bwMode="auto">
          <a:xfrm>
            <a:off x="685800" y="4343400"/>
            <a:ext cx="5486400" cy="4114800"/>
          </a:xfrm>
          <a:prstGeom prst="rect">
            <a:avLst/>
          </a:prstGeom>
        </p:spPr>
        <p:txBody>
          <a:bodyPr vert="horz" wrap="square" numCol="1" spcCol="215899" anchor="t">
            <a:prstTxWarp prst="textNoShape">
              <a:avLst/>
            </a:prstTxWarp>
          </a:bodyPr>
          <a:lstStyle/>
          <a:p>
            <a:pPr>
              <a:defRPr/>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bwMode="auto">
        <a:xfrm>
          <a:off x="0" y="0"/>
          <a:ext cx="0" cy="0"/>
          <a:chOff x="0" y="0"/>
          <a:chExt cx="0" cy="0"/>
        </a:xfrm>
      </p:grpSpPr>
      <p:sp>
        <p:nvSpPr>
          <p:cNvPr id="1278532301" name="SlidePicture1"/>
          <p:cNvSpPr>
            <a:spLocks noGrp="1" noRot="1" noChangeAspect="1" noChangeArrowheads="1"/>
          </p:cNvSpPr>
          <p:nvPr>
            <p:ph type="sldImg" idx="2"/>
          </p:nvPr>
        </p:nvSpPr>
        <p:spPr bwMode="auto">
          <a:xfrm>
            <a:off x="381000" y="685800"/>
            <a:ext cx="6096000" cy="3429000"/>
          </a:xfrm>
          <a:prstGeom prst="rect">
            <a:avLst/>
          </a:prstGeom>
        </p:spPr>
      </p:sp>
      <p:sp>
        <p:nvSpPr>
          <p:cNvPr id="1659493170" name="SlideText1"/>
          <p:cNvSpPr>
            <a:spLocks noGrp="1" noChangeArrowheads="1"/>
          </p:cNvSpPr>
          <p:nvPr>
            <p:ph type="body" idx="3"/>
          </p:nvPr>
        </p:nvSpPr>
        <p:spPr bwMode="auto">
          <a:xfrm>
            <a:off x="685800" y="4343400"/>
            <a:ext cx="5486400" cy="4114800"/>
          </a:xfrm>
          <a:prstGeom prst="rect">
            <a:avLst/>
          </a:prstGeom>
        </p:spPr>
        <p:txBody>
          <a:bodyPr vert="horz" wrap="square" numCol="1" spcCol="215899" anchor="t">
            <a:prstTxWarp prst="textNoShape">
              <a:avLst/>
            </a:prstTxWarp>
          </a:bodyPr>
          <a:lstStyle/>
          <a:p>
            <a:pPr>
              <a:defRPr/>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bwMode="auto">
        <a:xfrm>
          <a:off x="0" y="0"/>
          <a:ext cx="0" cy="0"/>
          <a:chOff x="0" y="0"/>
          <a:chExt cx="0" cy="0"/>
        </a:xfrm>
      </p:grpSpPr>
      <p:sp>
        <p:nvSpPr>
          <p:cNvPr id="1715017737" name="SlidePicture1"/>
          <p:cNvSpPr>
            <a:spLocks noGrp="1" noRot="1" noChangeAspect="1" noChangeArrowheads="1"/>
          </p:cNvSpPr>
          <p:nvPr>
            <p:ph type="sldImg" idx="2"/>
          </p:nvPr>
        </p:nvSpPr>
        <p:spPr bwMode="auto">
          <a:xfrm>
            <a:off x="381000" y="685800"/>
            <a:ext cx="6096000" cy="3429000"/>
          </a:xfrm>
          <a:prstGeom prst="rect">
            <a:avLst/>
          </a:prstGeom>
        </p:spPr>
      </p:sp>
      <p:sp>
        <p:nvSpPr>
          <p:cNvPr id="1593268019" name="SlideText1"/>
          <p:cNvSpPr>
            <a:spLocks noGrp="1" noChangeArrowheads="1"/>
          </p:cNvSpPr>
          <p:nvPr>
            <p:ph type="body" idx="3"/>
          </p:nvPr>
        </p:nvSpPr>
        <p:spPr bwMode="auto">
          <a:xfrm>
            <a:off x="685800" y="4343400"/>
            <a:ext cx="5486400" cy="4114800"/>
          </a:xfrm>
          <a:prstGeom prst="rect">
            <a:avLst/>
          </a:prstGeom>
        </p:spPr>
        <p:txBody>
          <a:bodyPr vert="horz" wrap="square" numCol="1" spcCol="215899" anchor="t">
            <a:prstTxWarp prst="textNoShape">
              <a:avLst/>
            </a:prstTxWarp>
          </a:bodyPr>
          <a:lstStyle/>
          <a:p>
            <a:pPr>
              <a:defRPr/>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bwMode="auto">
        <a:xfrm>
          <a:off x="0" y="0"/>
          <a:ext cx="0" cy="0"/>
          <a:chOff x="0" y="0"/>
          <a:chExt cx="0" cy="0"/>
        </a:xfrm>
      </p:grpSpPr>
      <p:sp>
        <p:nvSpPr>
          <p:cNvPr id="1649586714" name="SlidePicture1"/>
          <p:cNvSpPr>
            <a:spLocks noGrp="1" noRot="1" noChangeAspect="1" noChangeArrowheads="1"/>
          </p:cNvSpPr>
          <p:nvPr>
            <p:ph type="sldImg" idx="2"/>
          </p:nvPr>
        </p:nvSpPr>
        <p:spPr bwMode="auto">
          <a:xfrm>
            <a:off x="381000" y="685800"/>
            <a:ext cx="6096000" cy="3429000"/>
          </a:xfrm>
          <a:prstGeom prst="rect">
            <a:avLst/>
          </a:prstGeom>
        </p:spPr>
      </p:sp>
      <p:sp>
        <p:nvSpPr>
          <p:cNvPr id="974428004" name="SlideText1"/>
          <p:cNvSpPr>
            <a:spLocks noGrp="1" noChangeArrowheads="1"/>
          </p:cNvSpPr>
          <p:nvPr>
            <p:ph type="body" idx="3"/>
          </p:nvPr>
        </p:nvSpPr>
        <p:spPr bwMode="auto">
          <a:xfrm>
            <a:off x="685800" y="4343400"/>
            <a:ext cx="5486400" cy="4114800"/>
          </a:xfrm>
          <a:prstGeom prst="rect">
            <a:avLst/>
          </a:prstGeom>
        </p:spPr>
        <p:txBody>
          <a:bodyPr vert="horz" wrap="square" numCol="1" spcCol="215899" anchor="t">
            <a:prstTxWarp prst="textNoShape">
              <a:avLst/>
            </a:prstTxWarp>
          </a:bodyPr>
          <a:lstStyle/>
          <a:p>
            <a:pPr>
              <a:defRPr/>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bwMode="auto">
        <a:xfrm>
          <a:off x="0" y="0"/>
          <a:ext cx="0" cy="0"/>
          <a:chOff x="0" y="0"/>
          <a:chExt cx="0" cy="0"/>
        </a:xfrm>
      </p:grpSpPr>
      <p:sp>
        <p:nvSpPr>
          <p:cNvPr id="106310201" name="SlidePicture1"/>
          <p:cNvSpPr>
            <a:spLocks noGrp="1" noRot="1" noChangeAspect="1" noChangeArrowheads="1"/>
          </p:cNvSpPr>
          <p:nvPr>
            <p:ph type="sldImg" idx="2"/>
          </p:nvPr>
        </p:nvSpPr>
        <p:spPr bwMode="auto">
          <a:xfrm>
            <a:off x="381000" y="685800"/>
            <a:ext cx="6096000" cy="3429000"/>
          </a:xfrm>
          <a:prstGeom prst="rect">
            <a:avLst/>
          </a:prstGeom>
        </p:spPr>
      </p:sp>
      <p:sp>
        <p:nvSpPr>
          <p:cNvPr id="305488520" name="SlideText1"/>
          <p:cNvSpPr>
            <a:spLocks noGrp="1" noChangeArrowheads="1"/>
          </p:cNvSpPr>
          <p:nvPr>
            <p:ph type="body" idx="3"/>
          </p:nvPr>
        </p:nvSpPr>
        <p:spPr bwMode="auto">
          <a:xfrm>
            <a:off x="685800" y="4343400"/>
            <a:ext cx="5486400" cy="4114800"/>
          </a:xfrm>
          <a:prstGeom prst="rect">
            <a:avLst/>
          </a:prstGeom>
        </p:spPr>
        <p:txBody>
          <a:bodyPr vert="horz" wrap="square" numCol="1" spcCol="215899" anchor="t">
            <a:prstTxWarp prst="textNoShape">
              <a:avLst/>
            </a:prstTxWarp>
          </a:bodyPr>
          <a:lstStyle/>
          <a:p>
            <a:pPr>
              <a:defRPr/>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bwMode="auto">
        <a:xfrm>
          <a:off x="0" y="0"/>
          <a:ext cx="0" cy="0"/>
          <a:chOff x="0" y="0"/>
          <a:chExt cx="0" cy="0"/>
        </a:xfrm>
      </p:grpSpPr>
      <p:sp>
        <p:nvSpPr>
          <p:cNvPr id="1383923549" name="SlidePicture1"/>
          <p:cNvSpPr>
            <a:spLocks noGrp="1" noRot="1" noChangeAspect="1" noChangeArrowheads="1"/>
          </p:cNvSpPr>
          <p:nvPr>
            <p:ph type="sldImg" idx="2"/>
          </p:nvPr>
        </p:nvSpPr>
        <p:spPr bwMode="auto">
          <a:xfrm>
            <a:off x="381000" y="685800"/>
            <a:ext cx="6096000" cy="3429000"/>
          </a:xfrm>
          <a:prstGeom prst="rect">
            <a:avLst/>
          </a:prstGeom>
        </p:spPr>
      </p:sp>
      <p:sp>
        <p:nvSpPr>
          <p:cNvPr id="1651194169" name="SlideText1"/>
          <p:cNvSpPr>
            <a:spLocks noGrp="1" noChangeArrowheads="1"/>
          </p:cNvSpPr>
          <p:nvPr>
            <p:ph type="body" idx="3"/>
          </p:nvPr>
        </p:nvSpPr>
        <p:spPr bwMode="auto">
          <a:xfrm>
            <a:off x="685800" y="4343400"/>
            <a:ext cx="5486400" cy="4114800"/>
          </a:xfrm>
          <a:prstGeom prst="rect">
            <a:avLst/>
          </a:prstGeom>
        </p:spPr>
        <p:txBody>
          <a:bodyPr vert="horz" wrap="square" numCol="1" spcCol="215899" anchor="t">
            <a:prstTxWarp prst="textNoShape">
              <a:avLst/>
            </a:prstTxWarp>
          </a:bodyPr>
          <a:lstStyle/>
          <a:p>
            <a:pPr>
              <a:defRPr/>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bwMode="auto">
        <a:xfrm>
          <a:off x="0" y="0"/>
          <a:ext cx="0" cy="0"/>
          <a:chOff x="0" y="0"/>
          <a:chExt cx="0" cy="0"/>
        </a:xfrm>
      </p:grpSpPr>
      <p:sp>
        <p:nvSpPr>
          <p:cNvPr id="2111175526" name="SlidePicture1"/>
          <p:cNvSpPr>
            <a:spLocks noGrp="1" noRot="1" noChangeAspect="1" noChangeArrowheads="1"/>
          </p:cNvSpPr>
          <p:nvPr>
            <p:ph type="sldImg" idx="2"/>
          </p:nvPr>
        </p:nvSpPr>
        <p:spPr bwMode="auto">
          <a:xfrm>
            <a:off x="381000" y="685800"/>
            <a:ext cx="6096000" cy="3429000"/>
          </a:xfrm>
          <a:prstGeom prst="rect">
            <a:avLst/>
          </a:prstGeom>
        </p:spPr>
      </p:sp>
      <p:sp>
        <p:nvSpPr>
          <p:cNvPr id="1580351758" name="SlideText1"/>
          <p:cNvSpPr>
            <a:spLocks noGrp="1" noChangeArrowheads="1"/>
          </p:cNvSpPr>
          <p:nvPr>
            <p:ph type="body" idx="3"/>
          </p:nvPr>
        </p:nvSpPr>
        <p:spPr bwMode="auto">
          <a:xfrm>
            <a:off x="685800" y="4343400"/>
            <a:ext cx="5486400" cy="4114800"/>
          </a:xfrm>
          <a:prstGeom prst="rect">
            <a:avLst/>
          </a:prstGeom>
        </p:spPr>
        <p:txBody>
          <a:bodyPr vert="horz" wrap="square" numCol="1" spcCol="215899" anchor="t">
            <a:prstTxWarp prst="textNoShape">
              <a:avLst/>
            </a:prstTxWarp>
          </a:bodyPr>
          <a:lstStyle/>
          <a:p>
            <a:pPr>
              <a:defRPr/>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bwMode="auto">
        <a:xfrm>
          <a:off x="0" y="0"/>
          <a:ext cx="0" cy="0"/>
          <a:chOff x="0" y="0"/>
          <a:chExt cx="0" cy="0"/>
        </a:xfrm>
      </p:grpSpPr>
      <p:sp>
        <p:nvSpPr>
          <p:cNvPr id="2109452890" name="SlidePicture1"/>
          <p:cNvSpPr>
            <a:spLocks noGrp="1" noRot="1" noChangeAspect="1" noChangeArrowheads="1"/>
          </p:cNvSpPr>
          <p:nvPr>
            <p:ph type="sldImg" idx="2"/>
          </p:nvPr>
        </p:nvSpPr>
        <p:spPr bwMode="auto">
          <a:xfrm>
            <a:off x="381000" y="685800"/>
            <a:ext cx="6096000" cy="3429000"/>
          </a:xfrm>
          <a:prstGeom prst="rect">
            <a:avLst/>
          </a:prstGeom>
        </p:spPr>
      </p:sp>
      <p:sp>
        <p:nvSpPr>
          <p:cNvPr id="1604957659" name="SlideText1"/>
          <p:cNvSpPr>
            <a:spLocks noGrp="1" noChangeArrowheads="1"/>
          </p:cNvSpPr>
          <p:nvPr>
            <p:ph type="body" idx="3"/>
          </p:nvPr>
        </p:nvSpPr>
        <p:spPr bwMode="auto">
          <a:xfrm>
            <a:off x="685800" y="4343400"/>
            <a:ext cx="5486400" cy="4114800"/>
          </a:xfrm>
          <a:prstGeom prst="rect">
            <a:avLst/>
          </a:prstGeom>
        </p:spPr>
        <p:txBody>
          <a:bodyPr vert="horz" wrap="square" numCol="1" spcCol="215899" anchor="t">
            <a:prstTxWarp prst="textNoShape">
              <a:avLst/>
            </a:prstTxWarp>
          </a:bodyPr>
          <a:lstStyle/>
          <a:p>
            <a:pPr>
              <a:defRPr/>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bwMode="auto">
        <a:xfrm>
          <a:off x="0" y="0"/>
          <a:ext cx="0" cy="0"/>
          <a:chOff x="0" y="0"/>
          <a:chExt cx="0" cy="0"/>
        </a:xfrm>
      </p:grpSpPr>
      <p:sp>
        <p:nvSpPr>
          <p:cNvPr id="1371245608" name="SlidePicture1"/>
          <p:cNvSpPr>
            <a:spLocks noGrp="1" noRot="1" noChangeAspect="1" noChangeArrowheads="1"/>
          </p:cNvSpPr>
          <p:nvPr>
            <p:ph type="sldImg" idx="2"/>
          </p:nvPr>
        </p:nvSpPr>
        <p:spPr bwMode="auto">
          <a:xfrm>
            <a:off x="381000" y="685800"/>
            <a:ext cx="6096000" cy="3429000"/>
          </a:xfrm>
          <a:prstGeom prst="rect">
            <a:avLst/>
          </a:prstGeom>
        </p:spPr>
      </p:sp>
      <p:sp>
        <p:nvSpPr>
          <p:cNvPr id="475862576" name="SlideText1"/>
          <p:cNvSpPr>
            <a:spLocks noGrp="1" noChangeArrowheads="1"/>
          </p:cNvSpPr>
          <p:nvPr>
            <p:ph type="body" idx="3"/>
          </p:nvPr>
        </p:nvSpPr>
        <p:spPr bwMode="auto">
          <a:xfrm>
            <a:off x="685800" y="4343400"/>
            <a:ext cx="5486400" cy="4114800"/>
          </a:xfrm>
          <a:prstGeom prst="rect">
            <a:avLst/>
          </a:prstGeom>
        </p:spPr>
        <p:txBody>
          <a:bodyPr vert="horz" wrap="square" numCol="1" spcCol="215899" anchor="t">
            <a:prstTxWarp prst="textNoShape">
              <a:avLst/>
            </a:prstTxWarp>
          </a:bodyPr>
          <a:lstStyle/>
          <a:p>
            <a:pPr>
              <a:defRPr/>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bwMode="auto">
        <a:xfrm>
          <a:off x="0" y="0"/>
          <a:ext cx="0" cy="0"/>
          <a:chOff x="0" y="0"/>
          <a:chExt cx="0" cy="0"/>
        </a:xfrm>
      </p:grpSpPr>
      <p:sp>
        <p:nvSpPr>
          <p:cNvPr id="1633739525" name="SlidePicture1"/>
          <p:cNvSpPr>
            <a:spLocks noGrp="1" noRot="1" noChangeAspect="1" noChangeArrowheads="1"/>
          </p:cNvSpPr>
          <p:nvPr>
            <p:ph type="sldImg" idx="2"/>
          </p:nvPr>
        </p:nvSpPr>
        <p:spPr bwMode="auto">
          <a:xfrm>
            <a:off x="381000" y="685800"/>
            <a:ext cx="6096000" cy="3429000"/>
          </a:xfrm>
          <a:prstGeom prst="rect">
            <a:avLst/>
          </a:prstGeom>
        </p:spPr>
      </p:sp>
      <p:sp>
        <p:nvSpPr>
          <p:cNvPr id="997559320" name="SlideText1"/>
          <p:cNvSpPr>
            <a:spLocks noGrp="1" noChangeArrowheads="1"/>
          </p:cNvSpPr>
          <p:nvPr>
            <p:ph type="body" idx="3"/>
          </p:nvPr>
        </p:nvSpPr>
        <p:spPr bwMode="auto">
          <a:xfrm>
            <a:off x="685800" y="4343400"/>
            <a:ext cx="5486400" cy="4114800"/>
          </a:xfrm>
          <a:prstGeom prst="rect">
            <a:avLst/>
          </a:prstGeom>
        </p:spPr>
        <p:txBody>
          <a:bodyPr vert="horz" wrap="square" numCol="1" spcCol="215899" anchor="t">
            <a:prstTxWarp prst="textNoShape">
              <a:avLst/>
            </a:prstTxWarp>
          </a:bodyPr>
          <a:lstStyle/>
          <a:p>
            <a:pPr>
              <a:defRPr/>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bwMode="auto">
        <a:xfrm>
          <a:off x="0" y="0"/>
          <a:ext cx="0" cy="0"/>
          <a:chOff x="0" y="0"/>
          <a:chExt cx="0" cy="0"/>
        </a:xfrm>
      </p:grpSpPr>
      <p:sp>
        <p:nvSpPr>
          <p:cNvPr id="2029466044" name="SlidePicture1"/>
          <p:cNvSpPr>
            <a:spLocks noGrp="1" noRot="1" noChangeAspect="1" noChangeArrowheads="1"/>
          </p:cNvSpPr>
          <p:nvPr>
            <p:ph type="sldImg" idx="2"/>
          </p:nvPr>
        </p:nvSpPr>
        <p:spPr bwMode="auto">
          <a:xfrm>
            <a:off x="381000" y="685800"/>
            <a:ext cx="6096000" cy="3429000"/>
          </a:xfrm>
          <a:prstGeom prst="rect">
            <a:avLst/>
          </a:prstGeom>
        </p:spPr>
      </p:sp>
      <p:sp>
        <p:nvSpPr>
          <p:cNvPr id="214466809" name="SlideText1"/>
          <p:cNvSpPr>
            <a:spLocks noGrp="1" noChangeArrowheads="1"/>
          </p:cNvSpPr>
          <p:nvPr>
            <p:ph type="body" idx="3"/>
          </p:nvPr>
        </p:nvSpPr>
        <p:spPr bwMode="auto">
          <a:xfrm>
            <a:off x="685800" y="4343400"/>
            <a:ext cx="5486400" cy="4114800"/>
          </a:xfrm>
          <a:prstGeom prst="rect">
            <a:avLst/>
          </a:prstGeom>
        </p:spPr>
        <p:txBody>
          <a:bodyPr vert="horz" wrap="square" numCol="1" spcCol="215899" anchor="t">
            <a:prstTxWarp prst="textNoShape">
              <a:avLst/>
            </a:prstTxWarp>
          </a:bodyPr>
          <a:lstStyle/>
          <a:p>
            <a:pPr>
              <a:defRPr/>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bwMode="auto">
        <a:xfrm>
          <a:off x="0" y="0"/>
          <a:ext cx="0" cy="0"/>
          <a:chOff x="0" y="0"/>
          <a:chExt cx="0" cy="0"/>
        </a:xfrm>
      </p:grpSpPr>
      <p:sp>
        <p:nvSpPr>
          <p:cNvPr id="1004866865" name="SlidePicture1"/>
          <p:cNvSpPr>
            <a:spLocks noGrp="1" noRot="1" noChangeAspect="1" noChangeArrowheads="1"/>
          </p:cNvSpPr>
          <p:nvPr>
            <p:ph type="sldImg" idx="2"/>
          </p:nvPr>
        </p:nvSpPr>
        <p:spPr bwMode="auto">
          <a:xfrm>
            <a:off x="381000" y="685800"/>
            <a:ext cx="6096000" cy="3429000"/>
          </a:xfrm>
          <a:prstGeom prst="rect">
            <a:avLst/>
          </a:prstGeom>
        </p:spPr>
      </p:sp>
      <p:sp>
        <p:nvSpPr>
          <p:cNvPr id="1888912378" name="SlideText1"/>
          <p:cNvSpPr>
            <a:spLocks noGrp="1" noChangeArrowheads="1"/>
          </p:cNvSpPr>
          <p:nvPr>
            <p:ph type="body" idx="3"/>
          </p:nvPr>
        </p:nvSpPr>
        <p:spPr bwMode="auto">
          <a:xfrm>
            <a:off x="685800" y="4343400"/>
            <a:ext cx="5486400" cy="4114800"/>
          </a:xfrm>
          <a:prstGeom prst="rect">
            <a:avLst/>
          </a:prstGeom>
        </p:spPr>
        <p:txBody>
          <a:bodyPr vert="horz" wrap="square" numCol="1" spcCol="215899" anchor="t">
            <a:prstTxWarp prst="textNoShape">
              <a:avLst/>
            </a:prstTxWarp>
          </a:bodyPr>
          <a:lstStyle/>
          <a:p>
            <a:pPr>
              <a:defRPr/>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bwMode="auto">
        <a:xfrm>
          <a:off x="0" y="0"/>
          <a:ext cx="0" cy="0"/>
          <a:chOff x="0" y="0"/>
          <a:chExt cx="0" cy="0"/>
        </a:xfrm>
      </p:grpSpPr>
      <p:sp>
        <p:nvSpPr>
          <p:cNvPr id="17631378" name="SlidePicture1"/>
          <p:cNvSpPr>
            <a:spLocks noGrp="1" noRot="1" noChangeAspect="1" noChangeArrowheads="1"/>
          </p:cNvSpPr>
          <p:nvPr>
            <p:ph type="sldImg" idx="2"/>
          </p:nvPr>
        </p:nvSpPr>
        <p:spPr bwMode="auto">
          <a:xfrm>
            <a:off x="381000" y="685800"/>
            <a:ext cx="6096000" cy="3429000"/>
          </a:xfrm>
          <a:prstGeom prst="rect">
            <a:avLst/>
          </a:prstGeom>
        </p:spPr>
      </p:sp>
      <p:sp>
        <p:nvSpPr>
          <p:cNvPr id="64170996" name="SlideText1"/>
          <p:cNvSpPr>
            <a:spLocks noGrp="1" noChangeArrowheads="1"/>
          </p:cNvSpPr>
          <p:nvPr>
            <p:ph type="body" idx="3"/>
          </p:nvPr>
        </p:nvSpPr>
        <p:spPr bwMode="auto">
          <a:xfrm>
            <a:off x="685800" y="4343400"/>
            <a:ext cx="5486400" cy="4114800"/>
          </a:xfrm>
          <a:prstGeom prst="rect">
            <a:avLst/>
          </a:prstGeom>
        </p:spPr>
        <p:txBody>
          <a:bodyPr vert="horz" wrap="square" numCol="1" spcCol="215899" anchor="t">
            <a:prstTxWarp prst="textNoShape">
              <a:avLst/>
            </a:prstTxWarp>
          </a:bodyPr>
          <a:lstStyle/>
          <a:p>
            <a:pPr>
              <a:defRPr/>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bwMode="auto">
        <a:xfrm>
          <a:off x="0" y="0"/>
          <a:ext cx="0" cy="0"/>
          <a:chOff x="0" y="0"/>
          <a:chExt cx="0" cy="0"/>
        </a:xfrm>
      </p:grpSpPr>
      <p:sp>
        <p:nvSpPr>
          <p:cNvPr id="1484190819" name="SlidePicture1"/>
          <p:cNvSpPr>
            <a:spLocks noGrp="1" noRot="1" noChangeAspect="1" noChangeArrowheads="1"/>
          </p:cNvSpPr>
          <p:nvPr>
            <p:ph type="sldImg" idx="2"/>
          </p:nvPr>
        </p:nvSpPr>
        <p:spPr bwMode="auto">
          <a:xfrm>
            <a:off x="381000" y="685800"/>
            <a:ext cx="6096000" cy="3429000"/>
          </a:xfrm>
          <a:prstGeom prst="rect">
            <a:avLst/>
          </a:prstGeom>
        </p:spPr>
      </p:sp>
      <p:sp>
        <p:nvSpPr>
          <p:cNvPr id="1927425068" name="SlideText1"/>
          <p:cNvSpPr>
            <a:spLocks noGrp="1" noChangeArrowheads="1"/>
          </p:cNvSpPr>
          <p:nvPr>
            <p:ph type="body" idx="3"/>
          </p:nvPr>
        </p:nvSpPr>
        <p:spPr bwMode="auto">
          <a:xfrm>
            <a:off x="685800" y="4343400"/>
            <a:ext cx="5486400" cy="4114800"/>
          </a:xfrm>
          <a:prstGeom prst="rect">
            <a:avLst/>
          </a:prstGeom>
        </p:spPr>
        <p:txBody>
          <a:bodyPr vert="horz" wrap="square" numCol="1" spcCol="215899" anchor="t">
            <a:prstTxWarp prst="textNoShape">
              <a:avLst/>
            </a:prstTxWarp>
          </a:bodyPr>
          <a:lstStyle/>
          <a:p>
            <a:pPr>
              <a:defRPr/>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bwMode="auto">
        <a:xfrm>
          <a:off x="0" y="0"/>
          <a:ext cx="0" cy="0"/>
          <a:chOff x="0" y="0"/>
          <a:chExt cx="0" cy="0"/>
        </a:xfrm>
      </p:grpSpPr>
      <p:sp>
        <p:nvSpPr>
          <p:cNvPr id="1360294611" name="SlidePicture1"/>
          <p:cNvSpPr>
            <a:spLocks noGrp="1" noRot="1" noChangeAspect="1" noChangeArrowheads="1"/>
          </p:cNvSpPr>
          <p:nvPr>
            <p:ph type="sldImg" idx="2"/>
          </p:nvPr>
        </p:nvSpPr>
        <p:spPr bwMode="auto">
          <a:xfrm>
            <a:off x="381000" y="685800"/>
            <a:ext cx="6096000" cy="3429000"/>
          </a:xfrm>
          <a:prstGeom prst="rect">
            <a:avLst/>
          </a:prstGeom>
        </p:spPr>
      </p:sp>
      <p:sp>
        <p:nvSpPr>
          <p:cNvPr id="1374208649" name="SlideText1"/>
          <p:cNvSpPr>
            <a:spLocks noGrp="1" noChangeArrowheads="1"/>
          </p:cNvSpPr>
          <p:nvPr>
            <p:ph type="body" idx="3"/>
          </p:nvPr>
        </p:nvSpPr>
        <p:spPr bwMode="auto">
          <a:xfrm>
            <a:off x="685800" y="4343400"/>
            <a:ext cx="5486400" cy="4114800"/>
          </a:xfrm>
          <a:prstGeom prst="rect">
            <a:avLst/>
          </a:prstGeom>
        </p:spPr>
        <p:txBody>
          <a:bodyPr vert="horz" wrap="square" numCol="1" spcCol="215899" anchor="t">
            <a:prstTxWarp prst="textNoShape">
              <a:avLst/>
            </a:prstTxWarp>
          </a:bodyPr>
          <a:lstStyle/>
          <a:p>
            <a:pPr>
              <a:defRPr/>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bwMode="auto">
        <a:xfrm>
          <a:off x="0" y="0"/>
          <a:ext cx="0" cy="0"/>
          <a:chOff x="0" y="0"/>
          <a:chExt cx="0" cy="0"/>
        </a:xfrm>
      </p:grpSpPr>
      <p:sp>
        <p:nvSpPr>
          <p:cNvPr id="1648901194" name="SlidePicture1"/>
          <p:cNvSpPr>
            <a:spLocks noGrp="1" noRot="1" noChangeAspect="1" noChangeArrowheads="1"/>
          </p:cNvSpPr>
          <p:nvPr>
            <p:ph type="sldImg" idx="2"/>
          </p:nvPr>
        </p:nvSpPr>
        <p:spPr bwMode="auto">
          <a:xfrm>
            <a:off x="381000" y="685800"/>
            <a:ext cx="6096000" cy="3429000"/>
          </a:xfrm>
          <a:prstGeom prst="rect">
            <a:avLst/>
          </a:prstGeom>
        </p:spPr>
      </p:sp>
      <p:sp>
        <p:nvSpPr>
          <p:cNvPr id="1850478402" name="SlideText1"/>
          <p:cNvSpPr>
            <a:spLocks noGrp="1" noChangeArrowheads="1"/>
          </p:cNvSpPr>
          <p:nvPr>
            <p:ph type="body" idx="3"/>
          </p:nvPr>
        </p:nvSpPr>
        <p:spPr bwMode="auto">
          <a:xfrm>
            <a:off x="685800" y="4343400"/>
            <a:ext cx="5486400" cy="4114800"/>
          </a:xfrm>
          <a:prstGeom prst="rect">
            <a:avLst/>
          </a:prstGeom>
        </p:spPr>
        <p:txBody>
          <a:bodyPr vert="horz" wrap="square" numCol="1" spcCol="215899" anchor="t">
            <a:prstTxWarp prst="textNoShape">
              <a:avLst/>
            </a:prstTxWarp>
          </a:bodyPr>
          <a:lstStyle/>
          <a:p>
            <a:pPr>
              <a:defRPr/>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bwMode="auto">
        <a:xfrm>
          <a:off x="0" y="0"/>
          <a:ext cx="0" cy="0"/>
          <a:chOff x="0" y="0"/>
          <a:chExt cx="0" cy="0"/>
        </a:xfrm>
      </p:grpSpPr>
      <p:sp>
        <p:nvSpPr>
          <p:cNvPr id="377834361" name="SlidePicture1"/>
          <p:cNvSpPr>
            <a:spLocks noGrp="1" noRot="1" noChangeAspect="1" noChangeArrowheads="1"/>
          </p:cNvSpPr>
          <p:nvPr>
            <p:ph type="sldImg" idx="2"/>
          </p:nvPr>
        </p:nvSpPr>
        <p:spPr bwMode="auto">
          <a:xfrm>
            <a:off x="381000" y="685800"/>
            <a:ext cx="6096000" cy="3429000"/>
          </a:xfrm>
          <a:prstGeom prst="rect">
            <a:avLst/>
          </a:prstGeom>
        </p:spPr>
      </p:sp>
      <p:sp>
        <p:nvSpPr>
          <p:cNvPr id="2060571324" name="SlideText1"/>
          <p:cNvSpPr>
            <a:spLocks noGrp="1" noChangeArrowheads="1"/>
          </p:cNvSpPr>
          <p:nvPr>
            <p:ph type="body" idx="3"/>
          </p:nvPr>
        </p:nvSpPr>
        <p:spPr bwMode="auto">
          <a:xfrm>
            <a:off x="685800" y="4343400"/>
            <a:ext cx="5486400" cy="4114800"/>
          </a:xfrm>
          <a:prstGeom prst="rect">
            <a:avLst/>
          </a:prstGeom>
        </p:spPr>
        <p:txBody>
          <a:bodyPr vert="horz" wrap="square" numCol="1" spcCol="215899" anchor="t">
            <a:prstTxWarp prst="textNoShape">
              <a:avLst/>
            </a:prstTxWarp>
          </a:bodyPr>
          <a:lstStyle/>
          <a:p>
            <a:pPr>
              <a:defRPr/>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bwMode="auto">
        <a:xfrm>
          <a:off x="0" y="0"/>
          <a:ext cx="0" cy="0"/>
          <a:chOff x="0" y="0"/>
          <a:chExt cx="0" cy="0"/>
        </a:xfrm>
      </p:grpSpPr>
      <p:sp>
        <p:nvSpPr>
          <p:cNvPr id="1464087898" name="SlidePicture1"/>
          <p:cNvSpPr>
            <a:spLocks noGrp="1" noRot="1" noChangeAspect="1" noChangeArrowheads="1"/>
          </p:cNvSpPr>
          <p:nvPr>
            <p:ph type="sldImg" idx="2"/>
          </p:nvPr>
        </p:nvSpPr>
        <p:spPr bwMode="auto">
          <a:xfrm>
            <a:off x="381000" y="685800"/>
            <a:ext cx="6096000" cy="3429000"/>
          </a:xfrm>
          <a:prstGeom prst="rect">
            <a:avLst/>
          </a:prstGeom>
        </p:spPr>
      </p:sp>
      <p:sp>
        <p:nvSpPr>
          <p:cNvPr id="925649128" name="SlideText1"/>
          <p:cNvSpPr>
            <a:spLocks noGrp="1" noChangeArrowheads="1"/>
          </p:cNvSpPr>
          <p:nvPr>
            <p:ph type="body" idx="3"/>
          </p:nvPr>
        </p:nvSpPr>
        <p:spPr bwMode="auto">
          <a:xfrm>
            <a:off x="685800" y="4343400"/>
            <a:ext cx="5486400" cy="4114800"/>
          </a:xfrm>
          <a:prstGeom prst="rect">
            <a:avLst/>
          </a:prstGeom>
        </p:spPr>
        <p:txBody>
          <a:bodyPr vert="horz" wrap="square" numCol="1" spcCol="215899" anchor="t">
            <a:prstTxWarp prst="textNoShape">
              <a:avLst/>
            </a:prstTxWarp>
          </a:bodyPr>
          <a:lstStyle/>
          <a:p>
            <a:pPr>
              <a:defRPr/>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bwMode="auto">
        <a:xfrm>
          <a:off x="0" y="0"/>
          <a:ext cx="0" cy="0"/>
          <a:chOff x="0" y="0"/>
          <a:chExt cx="0" cy="0"/>
        </a:xfrm>
      </p:grpSpPr>
      <p:sp>
        <p:nvSpPr>
          <p:cNvPr id="1244087704" name="SlidePicture1"/>
          <p:cNvSpPr>
            <a:spLocks noGrp="1" noRot="1" noChangeAspect="1" noChangeArrowheads="1"/>
          </p:cNvSpPr>
          <p:nvPr>
            <p:ph type="sldImg" idx="2"/>
          </p:nvPr>
        </p:nvSpPr>
        <p:spPr bwMode="auto">
          <a:xfrm>
            <a:off x="381000" y="685800"/>
            <a:ext cx="6096000" cy="3429000"/>
          </a:xfrm>
          <a:prstGeom prst="rect">
            <a:avLst/>
          </a:prstGeom>
        </p:spPr>
      </p:sp>
      <p:sp>
        <p:nvSpPr>
          <p:cNvPr id="1200480380" name="SlideText1"/>
          <p:cNvSpPr>
            <a:spLocks noGrp="1" noChangeArrowheads="1"/>
          </p:cNvSpPr>
          <p:nvPr>
            <p:ph type="body" idx="3"/>
          </p:nvPr>
        </p:nvSpPr>
        <p:spPr bwMode="auto">
          <a:xfrm>
            <a:off x="685800" y="4343400"/>
            <a:ext cx="5486400" cy="4114800"/>
          </a:xfrm>
          <a:prstGeom prst="rect">
            <a:avLst/>
          </a:prstGeom>
        </p:spPr>
        <p:txBody>
          <a:bodyPr vert="horz" wrap="square" numCol="1" spcCol="215899" anchor="t">
            <a:prstTxWarp prst="textNoShape">
              <a:avLst/>
            </a:prstTxWarp>
          </a:bodyPr>
          <a:lstStyle/>
          <a:p>
            <a:pPr>
              <a:defRPr/>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bwMode="auto">
        <a:xfrm>
          <a:off x="0" y="0"/>
          <a:ext cx="0" cy="0"/>
          <a:chOff x="0" y="0"/>
          <a:chExt cx="0" cy="0"/>
        </a:xfrm>
      </p:grpSpPr>
      <p:sp>
        <p:nvSpPr>
          <p:cNvPr id="1924569448" name="SlidePicture1"/>
          <p:cNvSpPr>
            <a:spLocks noGrp="1" noRot="1" noChangeAspect="1" noChangeArrowheads="1"/>
          </p:cNvSpPr>
          <p:nvPr>
            <p:ph type="sldImg" idx="2"/>
          </p:nvPr>
        </p:nvSpPr>
        <p:spPr bwMode="auto">
          <a:xfrm>
            <a:off x="381000" y="685800"/>
            <a:ext cx="6096000" cy="3429000"/>
          </a:xfrm>
          <a:prstGeom prst="rect">
            <a:avLst/>
          </a:prstGeom>
        </p:spPr>
      </p:sp>
      <p:sp>
        <p:nvSpPr>
          <p:cNvPr id="1506082769" name="SlideText1"/>
          <p:cNvSpPr>
            <a:spLocks noGrp="1" noChangeArrowheads="1"/>
          </p:cNvSpPr>
          <p:nvPr>
            <p:ph type="body" idx="3"/>
          </p:nvPr>
        </p:nvSpPr>
        <p:spPr bwMode="auto">
          <a:xfrm>
            <a:off x="685800" y="4343400"/>
            <a:ext cx="5486400" cy="4114800"/>
          </a:xfrm>
          <a:prstGeom prst="rect">
            <a:avLst/>
          </a:prstGeom>
        </p:spPr>
        <p:txBody>
          <a:bodyPr vert="horz" wrap="square" numCol="1" spcCol="215899" anchor="t">
            <a:prstTxWarp prst="textNoShape">
              <a:avLst/>
            </a:prstTxWarp>
          </a:bodyPr>
          <a:lstStyle/>
          <a:p>
            <a:pPr>
              <a:defRPr/>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bwMode="auto">
        <a:xfrm>
          <a:off x="0" y="0"/>
          <a:ext cx="0" cy="0"/>
          <a:chOff x="0" y="0"/>
          <a:chExt cx="0" cy="0"/>
        </a:xfrm>
      </p:grpSpPr>
      <p:sp>
        <p:nvSpPr>
          <p:cNvPr id="942388570" name="SlidePicture1"/>
          <p:cNvSpPr>
            <a:spLocks noGrp="1" noRot="1" noChangeAspect="1" noChangeArrowheads="1"/>
          </p:cNvSpPr>
          <p:nvPr>
            <p:ph type="sldImg" idx="2"/>
          </p:nvPr>
        </p:nvSpPr>
        <p:spPr bwMode="auto">
          <a:xfrm>
            <a:off x="381000" y="685800"/>
            <a:ext cx="6096000" cy="3429000"/>
          </a:xfrm>
          <a:prstGeom prst="rect">
            <a:avLst/>
          </a:prstGeom>
        </p:spPr>
      </p:sp>
      <p:sp>
        <p:nvSpPr>
          <p:cNvPr id="1090390613" name="SlideText1"/>
          <p:cNvSpPr>
            <a:spLocks noGrp="1" noChangeArrowheads="1"/>
          </p:cNvSpPr>
          <p:nvPr>
            <p:ph type="body" idx="3"/>
          </p:nvPr>
        </p:nvSpPr>
        <p:spPr bwMode="auto">
          <a:xfrm>
            <a:off x="685800" y="4343400"/>
            <a:ext cx="5486400" cy="4114800"/>
          </a:xfrm>
          <a:prstGeom prst="rect">
            <a:avLst/>
          </a:prstGeom>
        </p:spPr>
        <p:txBody>
          <a:bodyPr vert="horz" wrap="square" numCol="1" spcCol="215899" anchor="t">
            <a:prstTxWarp prst="textNoShape">
              <a:avLst/>
            </a:prstTxWarp>
          </a:bodyPr>
          <a:lstStyle/>
          <a:p>
            <a:pPr>
              <a:defRPr/>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bwMode="auto">
        <a:xfrm>
          <a:off x="0" y="0"/>
          <a:ext cx="0" cy="0"/>
          <a:chOff x="0" y="0"/>
          <a:chExt cx="0" cy="0"/>
        </a:xfrm>
      </p:grpSpPr>
      <p:sp>
        <p:nvSpPr>
          <p:cNvPr id="2104968634" name="SlidePicture1"/>
          <p:cNvSpPr>
            <a:spLocks noGrp="1" noRot="1" noChangeAspect="1" noChangeArrowheads="1"/>
          </p:cNvSpPr>
          <p:nvPr>
            <p:ph type="sldImg" idx="2"/>
          </p:nvPr>
        </p:nvSpPr>
        <p:spPr bwMode="auto">
          <a:xfrm>
            <a:off x="381000" y="685800"/>
            <a:ext cx="6096000" cy="3429000"/>
          </a:xfrm>
          <a:prstGeom prst="rect">
            <a:avLst/>
          </a:prstGeom>
        </p:spPr>
      </p:sp>
      <p:sp>
        <p:nvSpPr>
          <p:cNvPr id="1545908052" name="SlideText1"/>
          <p:cNvSpPr>
            <a:spLocks noGrp="1" noChangeArrowheads="1"/>
          </p:cNvSpPr>
          <p:nvPr>
            <p:ph type="body" idx="3"/>
          </p:nvPr>
        </p:nvSpPr>
        <p:spPr bwMode="auto">
          <a:xfrm>
            <a:off x="685800" y="4343400"/>
            <a:ext cx="5486400" cy="4114800"/>
          </a:xfrm>
          <a:prstGeom prst="rect">
            <a:avLst/>
          </a:prstGeom>
        </p:spPr>
        <p:txBody>
          <a:bodyPr vert="horz" wrap="square" numCol="1" spcCol="215899" anchor="t">
            <a:prstTxWarp prst="textNoShape">
              <a:avLst/>
            </a:prstTxWarp>
          </a:bodyPr>
          <a:lstStyle/>
          <a:p>
            <a:pPr>
              <a:defRPr/>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bwMode="auto">
        <a:xfrm>
          <a:off x="0" y="0"/>
          <a:ext cx="0" cy="0"/>
          <a:chOff x="0" y="0"/>
          <a:chExt cx="0" cy="0"/>
        </a:xfrm>
      </p:grpSpPr>
      <p:sp>
        <p:nvSpPr>
          <p:cNvPr id="994002841" name="SlidePicture1"/>
          <p:cNvSpPr>
            <a:spLocks noGrp="1" noRot="1" noChangeAspect="1" noChangeArrowheads="1"/>
          </p:cNvSpPr>
          <p:nvPr>
            <p:ph type="sldImg" idx="2"/>
          </p:nvPr>
        </p:nvSpPr>
        <p:spPr bwMode="auto">
          <a:xfrm>
            <a:off x="381000" y="685800"/>
            <a:ext cx="6096000" cy="3429000"/>
          </a:xfrm>
          <a:prstGeom prst="rect">
            <a:avLst/>
          </a:prstGeom>
        </p:spPr>
      </p:sp>
      <p:sp>
        <p:nvSpPr>
          <p:cNvPr id="605249542" name="SlideText1"/>
          <p:cNvSpPr>
            <a:spLocks noGrp="1" noChangeArrowheads="1"/>
          </p:cNvSpPr>
          <p:nvPr>
            <p:ph type="body" idx="3"/>
          </p:nvPr>
        </p:nvSpPr>
        <p:spPr bwMode="auto">
          <a:xfrm>
            <a:off x="685800" y="4343400"/>
            <a:ext cx="5486400" cy="4114800"/>
          </a:xfrm>
          <a:prstGeom prst="rect">
            <a:avLst/>
          </a:prstGeom>
        </p:spPr>
        <p:txBody>
          <a:bodyPr vert="horz" wrap="square" numCol="1" spcCol="215899" anchor="t">
            <a:prstTxWarp prst="textNoShape">
              <a:avLst/>
            </a:prstTxWarp>
          </a:bodyPr>
          <a:lstStyle/>
          <a:p>
            <a:pPr>
              <a:defRPr/>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bwMode="auto">
        <a:xfrm>
          <a:off x="0" y="0"/>
          <a:ext cx="0" cy="0"/>
          <a:chOff x="0" y="0"/>
          <a:chExt cx="0" cy="0"/>
        </a:xfrm>
      </p:grpSpPr>
      <p:sp>
        <p:nvSpPr>
          <p:cNvPr id="853006128" name="SlidePicture1"/>
          <p:cNvSpPr>
            <a:spLocks noGrp="1" noRot="1" noChangeAspect="1" noChangeArrowheads="1"/>
          </p:cNvSpPr>
          <p:nvPr>
            <p:ph type="sldImg" idx="2"/>
          </p:nvPr>
        </p:nvSpPr>
        <p:spPr bwMode="auto">
          <a:xfrm>
            <a:off x="381000" y="685800"/>
            <a:ext cx="6096000" cy="3429000"/>
          </a:xfrm>
          <a:prstGeom prst="rect">
            <a:avLst/>
          </a:prstGeom>
        </p:spPr>
      </p:sp>
      <p:sp>
        <p:nvSpPr>
          <p:cNvPr id="2088471525" name="SlideText1"/>
          <p:cNvSpPr>
            <a:spLocks noGrp="1" noChangeArrowheads="1"/>
          </p:cNvSpPr>
          <p:nvPr>
            <p:ph type="body" idx="3"/>
          </p:nvPr>
        </p:nvSpPr>
        <p:spPr bwMode="auto">
          <a:xfrm>
            <a:off x="685800" y="4343400"/>
            <a:ext cx="5486400" cy="4114800"/>
          </a:xfrm>
          <a:prstGeom prst="rect">
            <a:avLst/>
          </a:prstGeom>
        </p:spPr>
        <p:txBody>
          <a:bodyPr vert="horz" wrap="square" numCol="1" spcCol="215899" anchor="t">
            <a:prstTxWarp prst="textNoShape">
              <a:avLst/>
            </a:prstTxWarp>
          </a:bodyPr>
          <a:lstStyle/>
          <a:p>
            <a:pPr>
              <a:defRPr/>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bwMode="auto">
        <a:xfrm>
          <a:off x="0" y="0"/>
          <a:ext cx="0" cy="0"/>
          <a:chOff x="0" y="0"/>
          <a:chExt cx="0" cy="0"/>
        </a:xfrm>
      </p:grpSpPr>
      <p:sp>
        <p:nvSpPr>
          <p:cNvPr id="962457720" name="SlidePicture1"/>
          <p:cNvSpPr>
            <a:spLocks noGrp="1" noRot="1" noChangeAspect="1" noChangeArrowheads="1"/>
          </p:cNvSpPr>
          <p:nvPr>
            <p:ph type="sldImg" idx="2"/>
          </p:nvPr>
        </p:nvSpPr>
        <p:spPr bwMode="auto">
          <a:xfrm>
            <a:off x="381000" y="685800"/>
            <a:ext cx="6096000" cy="3429000"/>
          </a:xfrm>
          <a:prstGeom prst="rect">
            <a:avLst/>
          </a:prstGeom>
        </p:spPr>
      </p:sp>
      <p:sp>
        <p:nvSpPr>
          <p:cNvPr id="2084878684" name="SlideText1"/>
          <p:cNvSpPr>
            <a:spLocks noGrp="1" noChangeArrowheads="1"/>
          </p:cNvSpPr>
          <p:nvPr>
            <p:ph type="body" idx="3"/>
          </p:nvPr>
        </p:nvSpPr>
        <p:spPr bwMode="auto">
          <a:xfrm>
            <a:off x="685800" y="4343400"/>
            <a:ext cx="5486400" cy="4114800"/>
          </a:xfrm>
          <a:prstGeom prst="rect">
            <a:avLst/>
          </a:prstGeom>
        </p:spPr>
        <p:txBody>
          <a:bodyPr vert="horz" wrap="square" numCol="1" spcCol="215899" anchor="t">
            <a:prstTxWarp prst="textNoShape">
              <a:avLst/>
            </a:prstTxWarp>
          </a:bodyPr>
          <a:lstStyle/>
          <a:p>
            <a:pPr>
              <a:defRPr/>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bwMode="auto">
        <a:xfrm>
          <a:off x="0" y="0"/>
          <a:ext cx="0" cy="0"/>
          <a:chOff x="0" y="0"/>
          <a:chExt cx="0" cy="0"/>
        </a:xfrm>
      </p:grpSpPr>
      <p:sp>
        <p:nvSpPr>
          <p:cNvPr id="1865669623" name="SlidePicture1"/>
          <p:cNvSpPr>
            <a:spLocks noGrp="1" noRot="1" noChangeAspect="1" noChangeArrowheads="1"/>
          </p:cNvSpPr>
          <p:nvPr>
            <p:ph type="sldImg" idx="2"/>
          </p:nvPr>
        </p:nvSpPr>
        <p:spPr bwMode="auto">
          <a:xfrm>
            <a:off x="381000" y="685800"/>
            <a:ext cx="6096000" cy="3429000"/>
          </a:xfrm>
          <a:prstGeom prst="rect">
            <a:avLst/>
          </a:prstGeom>
        </p:spPr>
      </p:sp>
      <p:sp>
        <p:nvSpPr>
          <p:cNvPr id="1533424651" name="SlideText1"/>
          <p:cNvSpPr>
            <a:spLocks noGrp="1" noChangeArrowheads="1"/>
          </p:cNvSpPr>
          <p:nvPr>
            <p:ph type="body" idx="3"/>
          </p:nvPr>
        </p:nvSpPr>
        <p:spPr bwMode="auto">
          <a:xfrm>
            <a:off x="685800" y="4343400"/>
            <a:ext cx="5486400" cy="4114800"/>
          </a:xfrm>
          <a:prstGeom prst="rect">
            <a:avLst/>
          </a:prstGeom>
        </p:spPr>
        <p:txBody>
          <a:bodyPr vert="horz" wrap="square" numCol="1" spcCol="215899" anchor="t">
            <a:prstTxWarp prst="textNoShape">
              <a:avLst/>
            </a:prstTxWarp>
          </a:bodyPr>
          <a:lstStyle/>
          <a:p>
            <a:pPr>
              <a:defRPr/>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bwMode="auto">
        <a:xfrm>
          <a:off x="0" y="0"/>
          <a:ext cx="0" cy="0"/>
          <a:chOff x="0" y="0"/>
          <a:chExt cx="0" cy="0"/>
        </a:xfrm>
      </p:grpSpPr>
      <p:sp>
        <p:nvSpPr>
          <p:cNvPr id="1250892438" name="SlidePicture1"/>
          <p:cNvSpPr>
            <a:spLocks noGrp="1" noRot="1" noChangeAspect="1" noChangeArrowheads="1"/>
          </p:cNvSpPr>
          <p:nvPr>
            <p:ph type="sldImg" idx="2"/>
          </p:nvPr>
        </p:nvSpPr>
        <p:spPr bwMode="auto">
          <a:xfrm>
            <a:off x="381000" y="685800"/>
            <a:ext cx="6096000" cy="3429000"/>
          </a:xfrm>
          <a:prstGeom prst="rect">
            <a:avLst/>
          </a:prstGeom>
        </p:spPr>
      </p:sp>
      <p:sp>
        <p:nvSpPr>
          <p:cNvPr id="1213242656" name="SlideText1"/>
          <p:cNvSpPr>
            <a:spLocks noGrp="1" noChangeArrowheads="1"/>
          </p:cNvSpPr>
          <p:nvPr>
            <p:ph type="body" idx="3"/>
          </p:nvPr>
        </p:nvSpPr>
        <p:spPr bwMode="auto">
          <a:xfrm>
            <a:off x="685800" y="4343400"/>
            <a:ext cx="5486400" cy="4114800"/>
          </a:xfrm>
          <a:prstGeom prst="rect">
            <a:avLst/>
          </a:prstGeom>
        </p:spPr>
        <p:txBody>
          <a:bodyPr vert="horz" wrap="square" numCol="1" spcCol="215899" anchor="t">
            <a:prstTxWarp prst="textNoShape">
              <a:avLst/>
            </a:prstTxWarp>
          </a:bodyPr>
          <a:lstStyle/>
          <a:p>
            <a:pPr>
              <a:defRPr/>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bwMode="auto">
        <a:xfrm>
          <a:off x="0" y="0"/>
          <a:ext cx="0" cy="0"/>
          <a:chOff x="0" y="0"/>
          <a:chExt cx="0" cy="0"/>
        </a:xfrm>
      </p:grpSpPr>
      <p:sp>
        <p:nvSpPr>
          <p:cNvPr id="2058874909" name="SlidePicture1"/>
          <p:cNvSpPr>
            <a:spLocks noGrp="1" noRot="1" noChangeAspect="1" noChangeArrowheads="1"/>
          </p:cNvSpPr>
          <p:nvPr>
            <p:ph type="sldImg" idx="2"/>
          </p:nvPr>
        </p:nvSpPr>
        <p:spPr bwMode="auto">
          <a:xfrm>
            <a:off x="381000" y="685800"/>
            <a:ext cx="6096000" cy="3429000"/>
          </a:xfrm>
          <a:prstGeom prst="rect">
            <a:avLst/>
          </a:prstGeom>
        </p:spPr>
      </p:sp>
      <p:sp>
        <p:nvSpPr>
          <p:cNvPr id="10177496" name="SlideText1"/>
          <p:cNvSpPr>
            <a:spLocks noGrp="1" noChangeArrowheads="1"/>
          </p:cNvSpPr>
          <p:nvPr>
            <p:ph type="body" idx="3"/>
          </p:nvPr>
        </p:nvSpPr>
        <p:spPr bwMode="auto">
          <a:xfrm>
            <a:off x="685800" y="4343400"/>
            <a:ext cx="5486400" cy="4114800"/>
          </a:xfrm>
          <a:prstGeom prst="rect">
            <a:avLst/>
          </a:prstGeom>
        </p:spPr>
        <p:txBody>
          <a:bodyPr vert="horz" wrap="square" numCol="1" spcCol="215899" anchor="t">
            <a:prstTxWarp prst="textNoShape">
              <a:avLst/>
            </a:prstTxWarp>
          </a:bodyPr>
          <a:lstStyle/>
          <a:p>
            <a:pPr>
              <a:defRPr/>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bwMode="auto">
        <a:xfrm>
          <a:off x="0" y="0"/>
          <a:ext cx="0" cy="0"/>
          <a:chOff x="0" y="0"/>
          <a:chExt cx="0" cy="0"/>
        </a:xfrm>
      </p:grpSpPr>
      <p:sp>
        <p:nvSpPr>
          <p:cNvPr id="1552085030" name="SlidePicture1"/>
          <p:cNvSpPr>
            <a:spLocks noGrp="1" noRot="1" noChangeAspect="1" noChangeArrowheads="1"/>
          </p:cNvSpPr>
          <p:nvPr>
            <p:ph type="sldImg" idx="2"/>
          </p:nvPr>
        </p:nvSpPr>
        <p:spPr bwMode="auto">
          <a:xfrm>
            <a:off x="381000" y="685800"/>
            <a:ext cx="6096000" cy="3429000"/>
          </a:xfrm>
          <a:prstGeom prst="rect">
            <a:avLst/>
          </a:prstGeom>
        </p:spPr>
      </p:sp>
      <p:sp>
        <p:nvSpPr>
          <p:cNvPr id="177144548" name="SlideText1"/>
          <p:cNvSpPr>
            <a:spLocks noGrp="1" noChangeArrowheads="1"/>
          </p:cNvSpPr>
          <p:nvPr>
            <p:ph type="body" idx="3"/>
          </p:nvPr>
        </p:nvSpPr>
        <p:spPr bwMode="auto">
          <a:xfrm>
            <a:off x="685800" y="4343400"/>
            <a:ext cx="5486400" cy="4114800"/>
          </a:xfrm>
          <a:prstGeom prst="rect">
            <a:avLst/>
          </a:prstGeom>
        </p:spPr>
        <p:txBody>
          <a:bodyPr vert="horz" wrap="square" numCol="1" spcCol="215899" anchor="t">
            <a:prstTxWarp prst="textNoShape">
              <a:avLst/>
            </a:prstTxWarp>
          </a:bodyPr>
          <a:lstStyle/>
          <a:p>
            <a:pPr>
              <a:defRPr/>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bwMode="auto">
        <a:xfrm>
          <a:off x="0" y="0"/>
          <a:ext cx="0" cy="0"/>
          <a:chOff x="0" y="0"/>
          <a:chExt cx="0" cy="0"/>
        </a:xfrm>
      </p:grpSpPr>
      <p:sp>
        <p:nvSpPr>
          <p:cNvPr id="136985538" name="SlidePicture1"/>
          <p:cNvSpPr>
            <a:spLocks noGrp="1" noRot="1" noChangeAspect="1" noChangeArrowheads="1"/>
          </p:cNvSpPr>
          <p:nvPr>
            <p:ph type="sldImg" idx="2"/>
          </p:nvPr>
        </p:nvSpPr>
        <p:spPr bwMode="auto">
          <a:xfrm>
            <a:off x="381000" y="685800"/>
            <a:ext cx="6096000" cy="3429000"/>
          </a:xfrm>
          <a:prstGeom prst="rect">
            <a:avLst/>
          </a:prstGeom>
        </p:spPr>
      </p:sp>
      <p:sp>
        <p:nvSpPr>
          <p:cNvPr id="242098712" name="SlideText1"/>
          <p:cNvSpPr>
            <a:spLocks noGrp="1" noChangeArrowheads="1"/>
          </p:cNvSpPr>
          <p:nvPr>
            <p:ph type="body" idx="3"/>
          </p:nvPr>
        </p:nvSpPr>
        <p:spPr bwMode="auto">
          <a:xfrm>
            <a:off x="685800" y="4343400"/>
            <a:ext cx="5486400" cy="4114800"/>
          </a:xfrm>
          <a:prstGeom prst="rect">
            <a:avLst/>
          </a:prstGeom>
        </p:spPr>
        <p:txBody>
          <a:bodyPr vert="horz" wrap="square" numCol="1" spcCol="215899" anchor="t">
            <a:prstTxWarp prst="textNoShape">
              <a:avLst/>
            </a:prstTxWarp>
          </a:bodyPr>
          <a:lstStyle/>
          <a:p>
            <a:pPr>
              <a:defRPr/>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bwMode="auto">
        <a:xfrm>
          <a:off x="0" y="0"/>
          <a:ext cx="0" cy="0"/>
          <a:chOff x="0" y="0"/>
          <a:chExt cx="0" cy="0"/>
        </a:xfrm>
      </p:grpSpPr>
      <p:sp>
        <p:nvSpPr>
          <p:cNvPr id="34125250" name="SlidePicture1"/>
          <p:cNvSpPr>
            <a:spLocks noGrp="1" noRot="1" noChangeAspect="1" noChangeArrowheads="1"/>
          </p:cNvSpPr>
          <p:nvPr>
            <p:ph type="sldImg" idx="2"/>
          </p:nvPr>
        </p:nvSpPr>
        <p:spPr bwMode="auto">
          <a:xfrm>
            <a:off x="381000" y="685800"/>
            <a:ext cx="6096000" cy="3429000"/>
          </a:xfrm>
          <a:prstGeom prst="rect">
            <a:avLst/>
          </a:prstGeom>
        </p:spPr>
      </p:sp>
      <p:sp>
        <p:nvSpPr>
          <p:cNvPr id="1329029667" name="SlideText1"/>
          <p:cNvSpPr>
            <a:spLocks noGrp="1" noChangeArrowheads="1"/>
          </p:cNvSpPr>
          <p:nvPr>
            <p:ph type="body" idx="3"/>
          </p:nvPr>
        </p:nvSpPr>
        <p:spPr bwMode="auto">
          <a:xfrm>
            <a:off x="685800" y="4343400"/>
            <a:ext cx="5486400" cy="4114800"/>
          </a:xfrm>
          <a:prstGeom prst="rect">
            <a:avLst/>
          </a:prstGeom>
        </p:spPr>
        <p:txBody>
          <a:bodyPr vert="horz" wrap="square" numCol="1" spcCol="215899" anchor="t">
            <a:prstTxWarp prst="textNoShape">
              <a:avLst/>
            </a:prstTxWarp>
          </a:bodyPr>
          <a:lstStyle/>
          <a:p>
            <a:pPr>
              <a:defRPr/>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bwMode="auto">
        <a:xfrm>
          <a:off x="0" y="0"/>
          <a:ext cx="0" cy="0"/>
          <a:chOff x="0" y="0"/>
          <a:chExt cx="0" cy="0"/>
        </a:xfrm>
      </p:grpSpPr>
      <p:sp>
        <p:nvSpPr>
          <p:cNvPr id="549652279" name="SlidePicture1"/>
          <p:cNvSpPr>
            <a:spLocks noGrp="1" noRot="1" noChangeAspect="1" noChangeArrowheads="1"/>
          </p:cNvSpPr>
          <p:nvPr>
            <p:ph type="sldImg" idx="2"/>
          </p:nvPr>
        </p:nvSpPr>
        <p:spPr bwMode="auto">
          <a:xfrm>
            <a:off x="381000" y="685800"/>
            <a:ext cx="6096000" cy="3429000"/>
          </a:xfrm>
          <a:prstGeom prst="rect">
            <a:avLst/>
          </a:prstGeom>
        </p:spPr>
      </p:sp>
      <p:sp>
        <p:nvSpPr>
          <p:cNvPr id="578406492" name="SlideText1"/>
          <p:cNvSpPr>
            <a:spLocks noGrp="1" noChangeArrowheads="1"/>
          </p:cNvSpPr>
          <p:nvPr>
            <p:ph type="body" idx="3"/>
          </p:nvPr>
        </p:nvSpPr>
        <p:spPr bwMode="auto">
          <a:xfrm>
            <a:off x="685800" y="4343400"/>
            <a:ext cx="5486400" cy="4114800"/>
          </a:xfrm>
          <a:prstGeom prst="rect">
            <a:avLst/>
          </a:prstGeom>
        </p:spPr>
        <p:txBody>
          <a:bodyPr vert="horz" wrap="square" numCol="1" spcCol="215899" anchor="t">
            <a:prstTxWarp prst="textNoShape">
              <a:avLst/>
            </a:prstTxWarp>
          </a:bodyPr>
          <a:lstStyle/>
          <a:p>
            <a:pPr>
              <a:defRPr/>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bwMode="auto">
        <a:xfrm>
          <a:off x="0" y="0"/>
          <a:ext cx="0" cy="0"/>
          <a:chOff x="0" y="0"/>
          <a:chExt cx="0" cy="0"/>
        </a:xfrm>
      </p:grpSpPr>
      <p:sp>
        <p:nvSpPr>
          <p:cNvPr id="593205532" name="SlidePicture1"/>
          <p:cNvSpPr>
            <a:spLocks noGrp="1" noRot="1" noChangeAspect="1" noChangeArrowheads="1"/>
          </p:cNvSpPr>
          <p:nvPr>
            <p:ph type="sldImg" idx="2"/>
          </p:nvPr>
        </p:nvSpPr>
        <p:spPr bwMode="auto">
          <a:xfrm>
            <a:off x="381000" y="685800"/>
            <a:ext cx="6096000" cy="3429000"/>
          </a:xfrm>
          <a:prstGeom prst="rect">
            <a:avLst/>
          </a:prstGeom>
        </p:spPr>
      </p:sp>
      <p:sp>
        <p:nvSpPr>
          <p:cNvPr id="699909645" name="SlideText1"/>
          <p:cNvSpPr>
            <a:spLocks noGrp="1" noChangeArrowheads="1"/>
          </p:cNvSpPr>
          <p:nvPr>
            <p:ph type="body" idx="3"/>
          </p:nvPr>
        </p:nvSpPr>
        <p:spPr bwMode="auto">
          <a:xfrm>
            <a:off x="685800" y="4343400"/>
            <a:ext cx="5486400" cy="4114800"/>
          </a:xfrm>
          <a:prstGeom prst="rect">
            <a:avLst/>
          </a:prstGeom>
        </p:spPr>
        <p:txBody>
          <a:bodyPr vert="horz" wrap="square" numCol="1" spcCol="215899" anchor="t">
            <a:prstTxWarp prst="textNoShape">
              <a:avLst/>
            </a:prstTxWarp>
          </a:bodyPr>
          <a:lstStyle/>
          <a:p>
            <a:pPr>
              <a:defRPr/>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bwMode="auto">
        <a:xfrm>
          <a:off x="0" y="0"/>
          <a:ext cx="0" cy="0"/>
          <a:chOff x="0" y="0"/>
          <a:chExt cx="0" cy="0"/>
        </a:xfrm>
      </p:grpSpPr>
      <p:sp>
        <p:nvSpPr>
          <p:cNvPr id="1490699448" name="SlidePicture1"/>
          <p:cNvSpPr>
            <a:spLocks noGrp="1" noRot="1" noChangeAspect="1" noChangeArrowheads="1"/>
          </p:cNvSpPr>
          <p:nvPr>
            <p:ph type="sldImg" idx="2"/>
          </p:nvPr>
        </p:nvSpPr>
        <p:spPr bwMode="auto">
          <a:xfrm>
            <a:off x="381000" y="685800"/>
            <a:ext cx="6096000" cy="3429000"/>
          </a:xfrm>
          <a:prstGeom prst="rect">
            <a:avLst/>
          </a:prstGeom>
        </p:spPr>
      </p:sp>
      <p:sp>
        <p:nvSpPr>
          <p:cNvPr id="37720009" name="SlideText1"/>
          <p:cNvSpPr>
            <a:spLocks noGrp="1" noChangeArrowheads="1"/>
          </p:cNvSpPr>
          <p:nvPr>
            <p:ph type="body" idx="3"/>
          </p:nvPr>
        </p:nvSpPr>
        <p:spPr bwMode="auto">
          <a:xfrm>
            <a:off x="685800" y="4343400"/>
            <a:ext cx="5486400" cy="4114800"/>
          </a:xfrm>
          <a:prstGeom prst="rect">
            <a:avLst/>
          </a:prstGeom>
        </p:spPr>
        <p:txBody>
          <a:bodyPr vert="horz" wrap="square" numCol="1" spcCol="215899" anchor="t">
            <a:prstTxWarp prst="textNoShape">
              <a:avLst/>
            </a:prstTxWarp>
          </a:bodyPr>
          <a:lstStyle/>
          <a:p>
            <a:pPr>
              <a:defRPr/>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bwMode="auto">
        <a:xfrm>
          <a:off x="0" y="0"/>
          <a:ext cx="0" cy="0"/>
          <a:chOff x="0" y="0"/>
          <a:chExt cx="0" cy="0"/>
        </a:xfrm>
      </p:grpSpPr>
      <p:sp>
        <p:nvSpPr>
          <p:cNvPr id="839882967" name="SlidePicture1"/>
          <p:cNvSpPr>
            <a:spLocks noGrp="1" noRot="1" noChangeAspect="1" noChangeArrowheads="1"/>
          </p:cNvSpPr>
          <p:nvPr>
            <p:ph type="sldImg" idx="2"/>
          </p:nvPr>
        </p:nvSpPr>
        <p:spPr bwMode="auto">
          <a:xfrm>
            <a:off x="381000" y="685800"/>
            <a:ext cx="6096000" cy="3429000"/>
          </a:xfrm>
          <a:prstGeom prst="rect">
            <a:avLst/>
          </a:prstGeom>
        </p:spPr>
      </p:sp>
      <p:sp>
        <p:nvSpPr>
          <p:cNvPr id="742000961" name="SlideText1"/>
          <p:cNvSpPr>
            <a:spLocks noGrp="1" noChangeArrowheads="1"/>
          </p:cNvSpPr>
          <p:nvPr>
            <p:ph type="body" idx="3"/>
          </p:nvPr>
        </p:nvSpPr>
        <p:spPr bwMode="auto">
          <a:xfrm>
            <a:off x="685800" y="4343400"/>
            <a:ext cx="5486400" cy="4114800"/>
          </a:xfrm>
          <a:prstGeom prst="rect">
            <a:avLst/>
          </a:prstGeom>
        </p:spPr>
        <p:txBody>
          <a:bodyPr vert="horz" wrap="square" numCol="1" spcCol="215899" anchor="t">
            <a:prstTxWarp prst="textNoShape">
              <a:avLst/>
            </a:prstTxWarp>
          </a:bodyPr>
          <a:lstStyle/>
          <a:p>
            <a:pPr>
              <a:defRPr/>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bwMode="auto">
        <a:xfrm>
          <a:off x="0" y="0"/>
          <a:ext cx="0" cy="0"/>
          <a:chOff x="0" y="0"/>
          <a:chExt cx="0" cy="0"/>
        </a:xfrm>
      </p:grpSpPr>
      <p:sp>
        <p:nvSpPr>
          <p:cNvPr id="2020214564" name="SlidePicture1"/>
          <p:cNvSpPr>
            <a:spLocks noGrp="1" noRot="1" noChangeAspect="1" noChangeArrowheads="1"/>
          </p:cNvSpPr>
          <p:nvPr>
            <p:ph type="sldImg" idx="2"/>
          </p:nvPr>
        </p:nvSpPr>
        <p:spPr bwMode="auto">
          <a:xfrm>
            <a:off x="381000" y="685800"/>
            <a:ext cx="6096000" cy="3429000"/>
          </a:xfrm>
          <a:prstGeom prst="rect">
            <a:avLst/>
          </a:prstGeom>
        </p:spPr>
      </p:sp>
      <p:sp>
        <p:nvSpPr>
          <p:cNvPr id="1079007772" name="SlideText1"/>
          <p:cNvSpPr>
            <a:spLocks noGrp="1" noChangeArrowheads="1"/>
          </p:cNvSpPr>
          <p:nvPr>
            <p:ph type="body" idx="3"/>
          </p:nvPr>
        </p:nvSpPr>
        <p:spPr bwMode="auto">
          <a:xfrm>
            <a:off x="685800" y="4343400"/>
            <a:ext cx="5486400" cy="4114800"/>
          </a:xfrm>
          <a:prstGeom prst="rect">
            <a:avLst/>
          </a:prstGeom>
        </p:spPr>
        <p:txBody>
          <a:bodyPr vert="horz" wrap="square" numCol="1" spcCol="215899" anchor="t">
            <a:prstTxWarp prst="textNoShape">
              <a:avLst/>
            </a:prstTxWarp>
          </a:bodyPr>
          <a:lstStyle/>
          <a:p>
            <a:pPr>
              <a:defRPr/>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bwMode="auto">
        <a:xfrm>
          <a:off x="0" y="0"/>
          <a:ext cx="0" cy="0"/>
          <a:chOff x="0" y="0"/>
          <a:chExt cx="0" cy="0"/>
        </a:xfrm>
      </p:grpSpPr>
      <p:sp>
        <p:nvSpPr>
          <p:cNvPr id="375368168" name="SlidePicture1"/>
          <p:cNvSpPr>
            <a:spLocks noGrp="1" noRot="1" noChangeAspect="1" noChangeArrowheads="1"/>
          </p:cNvSpPr>
          <p:nvPr>
            <p:ph type="sldImg" idx="2"/>
          </p:nvPr>
        </p:nvSpPr>
        <p:spPr bwMode="auto">
          <a:xfrm>
            <a:off x="381000" y="685800"/>
            <a:ext cx="6096000" cy="3429000"/>
          </a:xfrm>
          <a:prstGeom prst="rect">
            <a:avLst/>
          </a:prstGeom>
        </p:spPr>
      </p:sp>
      <p:sp>
        <p:nvSpPr>
          <p:cNvPr id="880746421" name="SlideText1"/>
          <p:cNvSpPr>
            <a:spLocks noGrp="1" noChangeArrowheads="1"/>
          </p:cNvSpPr>
          <p:nvPr>
            <p:ph type="body" idx="3"/>
          </p:nvPr>
        </p:nvSpPr>
        <p:spPr bwMode="auto">
          <a:xfrm>
            <a:off x="685800" y="4343400"/>
            <a:ext cx="5486400" cy="4114800"/>
          </a:xfrm>
          <a:prstGeom prst="rect">
            <a:avLst/>
          </a:prstGeom>
        </p:spPr>
        <p:txBody>
          <a:bodyPr vert="horz" wrap="square" numCol="1" spcCol="215899" anchor="t">
            <a:prstTxWarp prst="textNoShape">
              <a:avLst/>
            </a:prstTxWarp>
          </a:bodyPr>
          <a:lstStyle/>
          <a:p>
            <a:pPr>
              <a:defRPr/>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bwMode="auto">
        <a:xfrm>
          <a:off x="0" y="0"/>
          <a:ext cx="0" cy="0"/>
          <a:chOff x="0" y="0"/>
          <a:chExt cx="0" cy="0"/>
        </a:xfrm>
      </p:grpSpPr>
      <p:sp>
        <p:nvSpPr>
          <p:cNvPr id="419988454" name="SlidePicture1"/>
          <p:cNvSpPr>
            <a:spLocks noGrp="1" noRot="1" noChangeAspect="1" noChangeArrowheads="1"/>
          </p:cNvSpPr>
          <p:nvPr>
            <p:ph type="sldImg" idx="2"/>
          </p:nvPr>
        </p:nvSpPr>
        <p:spPr bwMode="auto">
          <a:xfrm>
            <a:off x="381000" y="685800"/>
            <a:ext cx="6096000" cy="3429000"/>
          </a:xfrm>
          <a:prstGeom prst="rect">
            <a:avLst/>
          </a:prstGeom>
        </p:spPr>
      </p:sp>
      <p:sp>
        <p:nvSpPr>
          <p:cNvPr id="803985506" name="SlideText1"/>
          <p:cNvSpPr>
            <a:spLocks noGrp="1" noChangeArrowheads="1"/>
          </p:cNvSpPr>
          <p:nvPr>
            <p:ph type="body" idx="3"/>
          </p:nvPr>
        </p:nvSpPr>
        <p:spPr bwMode="auto">
          <a:xfrm>
            <a:off x="685800" y="4343400"/>
            <a:ext cx="5486400" cy="4114800"/>
          </a:xfrm>
          <a:prstGeom prst="rect">
            <a:avLst/>
          </a:prstGeom>
        </p:spPr>
        <p:txBody>
          <a:bodyPr vert="horz" wrap="square" numCol="1" spcCol="215899" anchor="t">
            <a:prstTxWarp prst="textNoShape">
              <a:avLst/>
            </a:prstTxWarp>
          </a:bodyPr>
          <a:lstStyle/>
          <a:p>
            <a:pPr>
              <a:defRPr/>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bwMode="auto">
        <a:xfrm>
          <a:off x="0" y="0"/>
          <a:ext cx="0" cy="0"/>
          <a:chOff x="0" y="0"/>
          <a:chExt cx="0" cy="0"/>
        </a:xfrm>
      </p:grpSpPr>
      <p:sp>
        <p:nvSpPr>
          <p:cNvPr id="1154346814" name="SlidePicture1"/>
          <p:cNvSpPr>
            <a:spLocks noGrp="1" noRot="1" noChangeAspect="1" noChangeArrowheads="1"/>
          </p:cNvSpPr>
          <p:nvPr>
            <p:ph type="sldImg" idx="2"/>
          </p:nvPr>
        </p:nvSpPr>
        <p:spPr bwMode="auto">
          <a:xfrm>
            <a:off x="381000" y="685800"/>
            <a:ext cx="6096000" cy="3429000"/>
          </a:xfrm>
          <a:prstGeom prst="rect">
            <a:avLst/>
          </a:prstGeom>
        </p:spPr>
      </p:sp>
      <p:sp>
        <p:nvSpPr>
          <p:cNvPr id="1706238317" name="SlideText1"/>
          <p:cNvSpPr>
            <a:spLocks noGrp="1" noChangeArrowheads="1"/>
          </p:cNvSpPr>
          <p:nvPr>
            <p:ph type="body" idx="3"/>
          </p:nvPr>
        </p:nvSpPr>
        <p:spPr bwMode="auto">
          <a:xfrm>
            <a:off x="685800" y="4343400"/>
            <a:ext cx="5486400" cy="4114800"/>
          </a:xfrm>
          <a:prstGeom prst="rect">
            <a:avLst/>
          </a:prstGeom>
        </p:spPr>
        <p:txBody>
          <a:bodyPr vert="horz" wrap="square" numCol="1" spcCol="215899" anchor="t">
            <a:prstTxWarp prst="textNoShape">
              <a:avLst/>
            </a:prstTxWarp>
          </a:bodyPr>
          <a:lstStyle/>
          <a:p>
            <a:pPr>
              <a:defRPr/>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bwMode="auto">
        <a:xfrm>
          <a:off x="0" y="0"/>
          <a:ext cx="0" cy="0"/>
          <a:chOff x="0" y="0"/>
          <a:chExt cx="0" cy="0"/>
        </a:xfrm>
      </p:grpSpPr>
      <p:sp>
        <p:nvSpPr>
          <p:cNvPr id="1852413838" name="SlidePicture1"/>
          <p:cNvSpPr>
            <a:spLocks noGrp="1" noRot="1" noChangeAspect="1" noChangeArrowheads="1"/>
          </p:cNvSpPr>
          <p:nvPr>
            <p:ph type="sldImg" idx="2"/>
          </p:nvPr>
        </p:nvSpPr>
        <p:spPr bwMode="auto">
          <a:xfrm>
            <a:off x="381000" y="685800"/>
            <a:ext cx="6096000" cy="3429000"/>
          </a:xfrm>
          <a:prstGeom prst="rect">
            <a:avLst/>
          </a:prstGeom>
        </p:spPr>
      </p:sp>
      <p:sp>
        <p:nvSpPr>
          <p:cNvPr id="65310528" name="SlideText1"/>
          <p:cNvSpPr>
            <a:spLocks noGrp="1" noChangeArrowheads="1"/>
          </p:cNvSpPr>
          <p:nvPr>
            <p:ph type="body" idx="3"/>
          </p:nvPr>
        </p:nvSpPr>
        <p:spPr bwMode="auto">
          <a:xfrm>
            <a:off x="685800" y="4343400"/>
            <a:ext cx="5486400" cy="4114800"/>
          </a:xfrm>
          <a:prstGeom prst="rect">
            <a:avLst/>
          </a:prstGeom>
        </p:spPr>
        <p:txBody>
          <a:bodyPr vert="horz" wrap="square" numCol="1" spcCol="215899" anchor="t">
            <a:prstTxWarp prst="textNoShape">
              <a:avLst/>
            </a:prstTxWarp>
          </a:bodyPr>
          <a:lstStyle/>
          <a:p>
            <a:pPr>
              <a:defRPr/>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bwMode="auto">
        <a:xfrm>
          <a:off x="0" y="0"/>
          <a:ext cx="0" cy="0"/>
          <a:chOff x="0" y="0"/>
          <a:chExt cx="0" cy="0"/>
        </a:xfrm>
      </p:grpSpPr>
      <p:sp>
        <p:nvSpPr>
          <p:cNvPr id="2134200104" name="SlidePicture1"/>
          <p:cNvSpPr>
            <a:spLocks noGrp="1" noRot="1" noChangeAspect="1" noChangeArrowheads="1"/>
          </p:cNvSpPr>
          <p:nvPr>
            <p:ph type="sldImg" idx="2"/>
          </p:nvPr>
        </p:nvSpPr>
        <p:spPr bwMode="auto">
          <a:xfrm>
            <a:off x="381000" y="685800"/>
            <a:ext cx="6096000" cy="3429000"/>
          </a:xfrm>
          <a:prstGeom prst="rect">
            <a:avLst/>
          </a:prstGeom>
        </p:spPr>
      </p:sp>
      <p:sp>
        <p:nvSpPr>
          <p:cNvPr id="694887990" name="SlideText1"/>
          <p:cNvSpPr>
            <a:spLocks noGrp="1" noChangeArrowheads="1"/>
          </p:cNvSpPr>
          <p:nvPr>
            <p:ph type="body" idx="3"/>
          </p:nvPr>
        </p:nvSpPr>
        <p:spPr bwMode="auto">
          <a:xfrm>
            <a:off x="685800" y="4343400"/>
            <a:ext cx="5486400" cy="4114800"/>
          </a:xfrm>
          <a:prstGeom prst="rect">
            <a:avLst/>
          </a:prstGeom>
        </p:spPr>
        <p:txBody>
          <a:bodyPr vert="horz" wrap="square" numCol="1" spcCol="215899" anchor="t">
            <a:prstTxWarp prst="textNoShape">
              <a:avLst/>
            </a:prstTxWarp>
          </a:bodyPr>
          <a:lstStyle/>
          <a:p>
            <a:pPr>
              <a:defRPr/>
            </a:pPr>
            <a:endParaRPr/>
          </a:p>
        </p:txBody>
      </p:sp>
    </p:spTree>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userDrawn="1">
  <p:cSld name="Title Slide">
    <p:spTree>
      <p:nvGrpSpPr>
        <p:cNvPr id="1" name=""/>
        <p:cNvGrpSpPr/>
        <p:nvPr/>
      </p:nvGrpSpPr>
      <p:grpSpPr bwMode="auto">
        <a:xfrm>
          <a:off x="0" y="0"/>
          <a:ext cx="0" cy="0"/>
          <a:chOff x="0" y="0"/>
          <a:chExt cx="0" cy="0"/>
        </a:xfrm>
      </p:grpSpPr>
      <p:sp>
        <p:nvSpPr>
          <p:cNvPr id="767235918" name="Title 1"/>
          <p:cNvSpPr>
            <a:spLocks noGrp="1" noChangeArrowheads="1"/>
          </p:cNvSpPr>
          <p:nvPr>
            <p:ph type="ctrTitle"/>
          </p:nvPr>
        </p:nvSpPr>
        <p:spPr bwMode="auto">
          <a:xfrm>
            <a:off x="685800" y="2130425"/>
            <a:ext cx="7772400" cy="1470025"/>
          </a:xfrm>
        </p:spPr>
        <p:txBody>
          <a:bodyPr/>
          <a:lstStyle/>
          <a:p>
            <a:pPr>
              <a:defRPr/>
            </a:pPr>
            <a:r>
              <a:t>Click to edit Master title style</a:t>
            </a:r>
          </a:p>
        </p:txBody>
      </p:sp>
      <p:sp>
        <p:nvSpPr>
          <p:cNvPr id="1740320652" name="Subtitle 2"/>
          <p:cNvSpPr>
            <a:spLocks noGrp="1" noChangeArrowheads="1"/>
          </p:cNvSpPr>
          <p:nvPr>
            <p:ph type="subTitle" idx="1"/>
          </p:nvPr>
        </p:nvSpPr>
        <p:spPr bwMode="auto">
          <a:xfrm>
            <a:off x="1371600" y="3886200"/>
            <a:ext cx="6400800" cy="1752599"/>
          </a:xfrm>
        </p:spPr>
        <p:txBody>
          <a:bodyPr/>
          <a:lstStyle>
            <a:lvl1pPr marL="0" indent="0" algn="ctr">
              <a:buNone/>
              <a:defRPr cap="none">
                <a:solidFill>
                  <a:srgbClr val="8C8C8C"/>
                </a:solidFill>
              </a:defRPr>
            </a:lvl1pPr>
            <a:lvl2pPr marL="457200" indent="0" algn="ctr">
              <a:buNone/>
              <a:defRPr cap="none">
                <a:solidFill>
                  <a:srgbClr val="8C8C8C"/>
                </a:solidFill>
              </a:defRPr>
            </a:lvl2pPr>
            <a:lvl3pPr marL="914400" indent="0" algn="ctr">
              <a:buNone/>
              <a:defRPr cap="none">
                <a:solidFill>
                  <a:srgbClr val="8C8C8C"/>
                </a:solidFill>
              </a:defRPr>
            </a:lvl3pPr>
            <a:lvl4pPr marL="1371600" indent="0" algn="ctr">
              <a:buNone/>
              <a:defRPr cap="none">
                <a:solidFill>
                  <a:srgbClr val="8C8C8C"/>
                </a:solidFill>
              </a:defRPr>
            </a:lvl4pPr>
            <a:lvl5pPr marL="1828800" indent="0" algn="ctr">
              <a:buNone/>
              <a:defRPr cap="none">
                <a:solidFill>
                  <a:srgbClr val="8C8C8C"/>
                </a:solidFill>
              </a:defRPr>
            </a:lvl5pPr>
            <a:lvl6pPr marL="2286000" indent="0" algn="ctr">
              <a:buNone/>
              <a:defRPr cap="none">
                <a:solidFill>
                  <a:srgbClr val="8C8C8C"/>
                </a:solidFill>
              </a:defRPr>
            </a:lvl6pPr>
            <a:lvl7pPr marL="2743200" indent="0" algn="ctr">
              <a:buNone/>
              <a:defRPr cap="none">
                <a:solidFill>
                  <a:srgbClr val="8C8C8C"/>
                </a:solidFill>
              </a:defRPr>
            </a:lvl7pPr>
            <a:lvl8pPr marL="3200400" indent="0" algn="ctr">
              <a:buNone/>
              <a:defRPr cap="none">
                <a:solidFill>
                  <a:srgbClr val="8C8C8C"/>
                </a:solidFill>
              </a:defRPr>
            </a:lvl8pPr>
            <a:lvl9pPr marL="3657600" indent="0" algn="ctr">
              <a:buNone/>
              <a:defRPr cap="none">
                <a:solidFill>
                  <a:srgbClr val="8C8C8C"/>
                </a:solidFill>
              </a:defRPr>
            </a:lvl9pPr>
          </a:lstStyle>
          <a:p>
            <a:pPr>
              <a:defRPr/>
            </a:pPr>
            <a:r>
              <a:t>Click to edit Master subtitle style</a:t>
            </a:r>
          </a:p>
        </p:txBody>
      </p:sp>
      <p:sp>
        <p:nvSpPr>
          <p:cNvPr id="446574292" name="Date Placeholder 3"/>
          <p:cNvSpPr>
            <a:spLocks noGrp="1" noChangeArrowheads="1"/>
          </p:cNvSpPr>
          <p:nvPr>
            <p:ph type="dt" sz="half" idx="10"/>
          </p:nvPr>
        </p:nvSpPr>
        <p:spPr bwMode="auto"/>
        <p:txBody>
          <a:bodyPr/>
          <a:lstStyle/>
          <a:p>
            <a:pPr>
              <a:defRPr/>
            </a:pPr>
            <a:fld id="{C095632D-61A1-E396-EF0E-97C32E4019C2}" type="datetime1">
              <a:rPr lang="id-ID"/>
              <a:t>27/09/2026</a:t>
            </a:fld>
            <a:endParaRPr/>
          </a:p>
        </p:txBody>
      </p:sp>
      <p:sp>
        <p:nvSpPr>
          <p:cNvPr id="2145983829" name="Footer Placeholder 4"/>
          <p:cNvSpPr>
            <a:spLocks noGrp="1" noChangeArrowheads="1"/>
          </p:cNvSpPr>
          <p:nvPr>
            <p:ph type="ftr" sz="quarter" idx="11"/>
          </p:nvPr>
        </p:nvSpPr>
        <p:spPr bwMode="auto"/>
        <p:txBody>
          <a:bodyPr/>
          <a:lstStyle/>
          <a:p>
            <a:pPr>
              <a:defRPr/>
            </a:pPr>
            <a:endParaRPr/>
          </a:p>
        </p:txBody>
      </p:sp>
      <p:sp>
        <p:nvSpPr>
          <p:cNvPr id="1945477412" name="Slide Number Placeholder 5"/>
          <p:cNvSpPr>
            <a:spLocks noGrp="1" noChangeArrowheads="1"/>
          </p:cNvSpPr>
          <p:nvPr>
            <p:ph type="sldNum" sz="quarter" idx="12"/>
          </p:nvPr>
        </p:nvSpPr>
        <p:spPr bwMode="auto"/>
        <p:txBody>
          <a:bodyPr/>
          <a:lstStyle/>
          <a:p>
            <a:pPr>
              <a:defRPr/>
            </a:pPr>
            <a:fld id="{C095632D-3EEE-4C10-A0A1-C845A8EF569D}" type="slidenum">
              <a:rPr/>
              <a:t>‹#›</a:t>
            </a:fld>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hf hdr="0" ftr="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userDrawn="1">
  <p:cSld name="Title and Content">
    <p:spTree>
      <p:nvGrpSpPr>
        <p:cNvPr id="1" name=""/>
        <p:cNvGrpSpPr/>
        <p:nvPr/>
      </p:nvGrpSpPr>
      <p:grpSpPr bwMode="auto">
        <a:xfrm>
          <a:off x="0" y="0"/>
          <a:ext cx="0" cy="0"/>
          <a:chOff x="0" y="0"/>
          <a:chExt cx="0" cy="0"/>
        </a:xfrm>
      </p:grpSpPr>
      <p:sp>
        <p:nvSpPr>
          <p:cNvPr id="2130252025" name="Title 1"/>
          <p:cNvSpPr>
            <a:spLocks noGrp="1" noChangeArrowheads="1"/>
          </p:cNvSpPr>
          <p:nvPr>
            <p:ph type="title"/>
          </p:nvPr>
        </p:nvSpPr>
        <p:spPr bwMode="auto"/>
        <p:txBody>
          <a:bodyPr/>
          <a:lstStyle/>
          <a:p>
            <a:pPr>
              <a:defRPr/>
            </a:pPr>
            <a:r>
              <a:t>Click to edit Master title style</a:t>
            </a:r>
          </a:p>
        </p:txBody>
      </p:sp>
      <p:sp>
        <p:nvSpPr>
          <p:cNvPr id="1387099460" name="Content Placeholder 2"/>
          <p:cNvSpPr>
            <a:spLocks noGrp="1" noChangeArrowheads="1"/>
          </p:cNvSpPr>
          <p:nvPr>
            <p:ph idx="1"/>
          </p:nvPr>
        </p:nvSpPr>
        <p:spPr bwMode="auto"/>
        <p:txBody>
          <a:bodyPr/>
          <a:lstStyle/>
          <a:p>
            <a:pPr>
              <a:defRPr/>
            </a:pPr>
            <a:r>
              <a:t>Click to edit Master text styles</a:t>
            </a:r>
          </a:p>
          <a:p>
            <a:pPr lvl="1">
              <a:defRPr/>
            </a:pPr>
            <a:r>
              <a:t>Second level</a:t>
            </a:r>
          </a:p>
          <a:p>
            <a:pPr lvl="2">
              <a:defRPr/>
            </a:pPr>
            <a:r>
              <a:t>Third level</a:t>
            </a:r>
          </a:p>
          <a:p>
            <a:pPr lvl="3">
              <a:defRPr/>
            </a:pPr>
            <a:r>
              <a:t>Fourth level</a:t>
            </a:r>
          </a:p>
          <a:p>
            <a:pPr lvl="4">
              <a:defRPr/>
            </a:pPr>
            <a:r>
              <a:t>Fifth level</a:t>
            </a:r>
          </a:p>
        </p:txBody>
      </p:sp>
      <p:sp>
        <p:nvSpPr>
          <p:cNvPr id="470664001" name="Date Placeholder 3"/>
          <p:cNvSpPr>
            <a:spLocks noGrp="1" noChangeArrowheads="1"/>
          </p:cNvSpPr>
          <p:nvPr>
            <p:ph type="dt" sz="half" idx="10"/>
          </p:nvPr>
        </p:nvSpPr>
        <p:spPr bwMode="auto"/>
        <p:txBody>
          <a:bodyPr/>
          <a:lstStyle/>
          <a:p>
            <a:pPr>
              <a:defRPr/>
            </a:pPr>
            <a:fld id="{C095632D-B4FF-D35A-B13E-420FE2704717}" type="datetime1">
              <a:rPr lang="id-ID"/>
              <a:t>27/09/2026</a:t>
            </a:fld>
            <a:endParaRPr/>
          </a:p>
        </p:txBody>
      </p:sp>
      <p:sp>
        <p:nvSpPr>
          <p:cNvPr id="1800387112" name="Footer Placeholder 4"/>
          <p:cNvSpPr>
            <a:spLocks noGrp="1" noChangeArrowheads="1"/>
          </p:cNvSpPr>
          <p:nvPr>
            <p:ph type="ftr" sz="quarter" idx="11"/>
          </p:nvPr>
        </p:nvSpPr>
        <p:spPr bwMode="auto"/>
        <p:txBody>
          <a:bodyPr/>
          <a:lstStyle/>
          <a:p>
            <a:pPr>
              <a:defRPr/>
            </a:pPr>
            <a:endParaRPr/>
          </a:p>
        </p:txBody>
      </p:sp>
      <p:sp>
        <p:nvSpPr>
          <p:cNvPr id="1719497188" name="Slide Number Placeholder 5"/>
          <p:cNvSpPr>
            <a:spLocks noGrp="1" noChangeArrowheads="1"/>
          </p:cNvSpPr>
          <p:nvPr>
            <p:ph type="sldNum" sz="quarter" idx="12"/>
          </p:nvPr>
        </p:nvSpPr>
        <p:spPr bwMode="auto"/>
        <p:txBody>
          <a:bodyPr/>
          <a:lstStyle/>
          <a:p>
            <a:pPr>
              <a:defRPr/>
            </a:pPr>
            <a:fld id="{C095632D-8EEE-EC0F-A001-785AB74F562D}" type="slidenum">
              <a:rPr/>
              <a:t>‹#›</a:t>
            </a:fld>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secHead" preserve="1" userDrawn="1">
  <p:cSld name="Section Header">
    <p:spTree>
      <p:nvGrpSpPr>
        <p:cNvPr id="1" name=""/>
        <p:cNvGrpSpPr/>
        <p:nvPr/>
      </p:nvGrpSpPr>
      <p:grpSpPr bwMode="auto">
        <a:xfrm>
          <a:off x="0" y="0"/>
          <a:ext cx="0" cy="0"/>
          <a:chOff x="0" y="0"/>
          <a:chExt cx="0" cy="0"/>
        </a:xfrm>
      </p:grpSpPr>
      <p:sp>
        <p:nvSpPr>
          <p:cNvPr id="1165986623" name="Title 1"/>
          <p:cNvSpPr>
            <a:spLocks noGrp="1" noChangeArrowheads="1"/>
          </p:cNvSpPr>
          <p:nvPr>
            <p:ph type="title"/>
          </p:nvPr>
        </p:nvSpPr>
        <p:spPr bwMode="auto">
          <a:xfrm>
            <a:off x="722630" y="4406900"/>
            <a:ext cx="7772400" cy="1362075"/>
          </a:xfrm>
        </p:spPr>
        <p:txBody>
          <a:bodyPr vert="horz" wrap="square" lIns="91440" tIns="45720" rIns="91440" bIns="45720" numCol="1" spcCol="215899" anchor="t">
            <a:prstTxWarp prst="textNoShape">
              <a:avLst/>
            </a:prstTxWarp>
          </a:bodyPr>
          <a:lstStyle>
            <a:lvl1pPr algn="l">
              <a:defRPr sz="4000" b="1" cap="all"/>
            </a:lvl1pPr>
            <a:lvl2pPr>
              <a:defRPr cap="none"/>
            </a:lvl2pPr>
            <a:lvl3pPr>
              <a:defRPr cap="none"/>
            </a:lvl3pPr>
            <a:lvl4pPr>
              <a:defRPr cap="none"/>
            </a:lvl4pPr>
            <a:lvl5pPr>
              <a:defRPr cap="none"/>
            </a:lvl5pPr>
            <a:lvl6pPr>
              <a:defRPr cap="none"/>
            </a:lvl6pPr>
            <a:lvl7pPr>
              <a:defRPr cap="none"/>
            </a:lvl7pPr>
            <a:lvl8pPr>
              <a:defRPr cap="none"/>
            </a:lvl8pPr>
            <a:lvl9pPr>
              <a:defRPr cap="none"/>
            </a:lvl9pPr>
          </a:lstStyle>
          <a:p>
            <a:pPr>
              <a:defRPr/>
            </a:pPr>
            <a:r>
              <a:t>Click to edit Master title style</a:t>
            </a:r>
          </a:p>
        </p:txBody>
      </p:sp>
      <p:sp>
        <p:nvSpPr>
          <p:cNvPr id="68959393" name="Text Placeholder 2"/>
          <p:cNvSpPr>
            <a:spLocks noGrp="1" noChangeArrowheads="1"/>
          </p:cNvSpPr>
          <p:nvPr>
            <p:ph idx="1"/>
          </p:nvPr>
        </p:nvSpPr>
        <p:spPr bwMode="auto">
          <a:xfrm>
            <a:off x="722630" y="2907030"/>
            <a:ext cx="7772400" cy="1499870"/>
          </a:xfrm>
        </p:spPr>
        <p:txBody>
          <a:bodyPr vert="horz" wrap="square" lIns="91440" tIns="45720" rIns="91440" bIns="45720" numCol="1" spcCol="215899" anchor="b">
            <a:prstTxWarp prst="textNoShape">
              <a:avLst/>
            </a:prstTxWarp>
          </a:bodyPr>
          <a:lstStyle>
            <a:lvl1pPr marL="0" indent="0">
              <a:buNone/>
              <a:defRPr sz="2000" cap="none">
                <a:solidFill>
                  <a:srgbClr val="8C8C8C"/>
                </a:solidFill>
              </a:defRPr>
            </a:lvl1pPr>
            <a:lvl2pPr marL="457200" indent="0">
              <a:buNone/>
              <a:defRPr sz="1800" cap="none">
                <a:solidFill>
                  <a:srgbClr val="8C8C8C"/>
                </a:solidFill>
              </a:defRPr>
            </a:lvl2pPr>
            <a:lvl3pPr marL="914400" indent="0">
              <a:buNone/>
              <a:defRPr sz="1600" cap="none">
                <a:solidFill>
                  <a:srgbClr val="8C8C8C"/>
                </a:solidFill>
              </a:defRPr>
            </a:lvl3pPr>
            <a:lvl4pPr marL="1371600" indent="0">
              <a:buNone/>
              <a:defRPr sz="1400" cap="none">
                <a:solidFill>
                  <a:srgbClr val="8C8C8C"/>
                </a:solidFill>
              </a:defRPr>
            </a:lvl4pPr>
            <a:lvl5pPr marL="1828800" indent="0">
              <a:buNone/>
              <a:defRPr sz="1400" cap="none">
                <a:solidFill>
                  <a:srgbClr val="8C8C8C"/>
                </a:solidFill>
              </a:defRPr>
            </a:lvl5pPr>
            <a:lvl6pPr marL="2286000" indent="0">
              <a:buNone/>
              <a:defRPr sz="1400" cap="none">
                <a:solidFill>
                  <a:srgbClr val="8C8C8C"/>
                </a:solidFill>
              </a:defRPr>
            </a:lvl6pPr>
            <a:lvl7pPr marL="2743200" indent="0">
              <a:buNone/>
              <a:defRPr sz="1400" cap="none">
                <a:solidFill>
                  <a:srgbClr val="8C8C8C"/>
                </a:solidFill>
              </a:defRPr>
            </a:lvl7pPr>
            <a:lvl8pPr marL="3200400" indent="0">
              <a:buNone/>
              <a:defRPr sz="1400" cap="none">
                <a:solidFill>
                  <a:srgbClr val="8C8C8C"/>
                </a:solidFill>
              </a:defRPr>
            </a:lvl8pPr>
            <a:lvl9pPr marL="3657600" indent="0">
              <a:buNone/>
              <a:defRPr sz="1400" cap="none">
                <a:solidFill>
                  <a:srgbClr val="8C8C8C"/>
                </a:solidFill>
              </a:defRPr>
            </a:lvl9pPr>
          </a:lstStyle>
          <a:p>
            <a:pPr>
              <a:defRPr/>
            </a:pPr>
            <a:r>
              <a:t>Click to edit Master text styles</a:t>
            </a:r>
          </a:p>
        </p:txBody>
      </p:sp>
      <p:sp>
        <p:nvSpPr>
          <p:cNvPr id="628255150" name="Date Placeholder 3"/>
          <p:cNvSpPr>
            <a:spLocks noGrp="1" noChangeArrowheads="1"/>
          </p:cNvSpPr>
          <p:nvPr>
            <p:ph type="dt" sz="half" idx="10"/>
          </p:nvPr>
        </p:nvSpPr>
        <p:spPr bwMode="auto"/>
        <p:txBody>
          <a:bodyPr/>
          <a:lstStyle/>
          <a:p>
            <a:pPr>
              <a:defRPr/>
            </a:pPr>
            <a:fld id="{C095632D-03D3-295B-9DC4-F50EE38A6BA0}" type="datetime1">
              <a:rPr lang="id-ID"/>
              <a:t>27/09/2026</a:t>
            </a:fld>
            <a:endParaRPr/>
          </a:p>
        </p:txBody>
      </p:sp>
      <p:sp>
        <p:nvSpPr>
          <p:cNvPr id="373500761" name="Footer Placeholder 4"/>
          <p:cNvSpPr>
            <a:spLocks noGrp="1" noChangeArrowheads="1"/>
          </p:cNvSpPr>
          <p:nvPr>
            <p:ph type="ftr" sz="quarter" idx="11"/>
          </p:nvPr>
        </p:nvSpPr>
        <p:spPr bwMode="auto"/>
        <p:txBody>
          <a:bodyPr/>
          <a:lstStyle/>
          <a:p>
            <a:pPr>
              <a:defRPr/>
            </a:pPr>
            <a:endParaRPr/>
          </a:p>
        </p:txBody>
      </p:sp>
      <p:sp>
        <p:nvSpPr>
          <p:cNvPr id="1664513409" name="Slide Number Placeholder 5"/>
          <p:cNvSpPr>
            <a:spLocks noGrp="1" noChangeArrowheads="1"/>
          </p:cNvSpPr>
          <p:nvPr>
            <p:ph type="sldNum" sz="quarter" idx="12"/>
          </p:nvPr>
        </p:nvSpPr>
        <p:spPr bwMode="auto"/>
        <p:txBody>
          <a:bodyPr/>
          <a:lstStyle/>
          <a:p>
            <a:pPr>
              <a:defRPr/>
            </a:pPr>
            <a:fld id="{C095632D-6B81-B2EE-CF5F-9DBB561139C8}" type="slidenum">
              <a:rPr/>
              <a:t>‹#›</a:t>
            </a:fld>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hf hdr="0" ftr="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twoObj" preserve="1" userDrawn="1">
  <p:cSld name="Two Content">
    <p:spTree>
      <p:nvGrpSpPr>
        <p:cNvPr id="1" name=""/>
        <p:cNvGrpSpPr/>
        <p:nvPr/>
      </p:nvGrpSpPr>
      <p:grpSpPr bwMode="auto">
        <a:xfrm>
          <a:off x="0" y="0"/>
          <a:ext cx="0" cy="0"/>
          <a:chOff x="0" y="0"/>
          <a:chExt cx="0" cy="0"/>
        </a:xfrm>
      </p:grpSpPr>
      <p:sp>
        <p:nvSpPr>
          <p:cNvPr id="75402815" name="Title 1"/>
          <p:cNvSpPr>
            <a:spLocks noGrp="1" noChangeArrowheads="1"/>
          </p:cNvSpPr>
          <p:nvPr>
            <p:ph type="title"/>
          </p:nvPr>
        </p:nvSpPr>
        <p:spPr bwMode="auto"/>
        <p:txBody>
          <a:bodyPr/>
          <a:lstStyle/>
          <a:p>
            <a:pPr>
              <a:defRPr/>
            </a:pPr>
            <a:r>
              <a:t>Click to edit Master title style</a:t>
            </a:r>
          </a:p>
        </p:txBody>
      </p:sp>
      <p:sp>
        <p:nvSpPr>
          <p:cNvPr id="458122194" name="Content Placeholder 2"/>
          <p:cNvSpPr>
            <a:spLocks noGrp="1" noChangeArrowheads="1"/>
          </p:cNvSpPr>
          <p:nvPr>
            <p:ph idx="1"/>
          </p:nvPr>
        </p:nvSpPr>
        <p:spPr bwMode="auto">
          <a:xfrm>
            <a:off x="457200" y="1600200"/>
            <a:ext cx="4038600" cy="4526280"/>
          </a:xfrm>
        </p:spPr>
        <p:txBody>
          <a:bodyPr/>
          <a:lstStyle>
            <a:lvl1pPr>
              <a:defRPr sz="2800" cap="none"/>
            </a:lvl1pPr>
            <a:lvl2pPr>
              <a:defRPr sz="2400" cap="none"/>
            </a:lvl2pPr>
            <a:lvl3pPr>
              <a:defRPr sz="2000" cap="none"/>
            </a:lvl3pPr>
            <a:lvl4pPr>
              <a:defRPr sz="1800" cap="none"/>
            </a:lvl4pPr>
            <a:lvl5pPr>
              <a:defRPr sz="1800" cap="none"/>
            </a:lvl5pPr>
            <a:lvl6pPr>
              <a:defRPr sz="1800" cap="none"/>
            </a:lvl6pPr>
            <a:lvl7pPr>
              <a:defRPr sz="1800" cap="none"/>
            </a:lvl7pPr>
            <a:lvl8pPr>
              <a:defRPr sz="1800" cap="none"/>
            </a:lvl8pPr>
            <a:lvl9pPr>
              <a:defRPr sz="1800" cap="none"/>
            </a:lvl9pPr>
          </a:lstStyle>
          <a:p>
            <a:pPr>
              <a:defRPr/>
            </a:pPr>
            <a:r>
              <a:t>Click to edit Master text styles</a:t>
            </a:r>
          </a:p>
          <a:p>
            <a:pPr lvl="1">
              <a:defRPr/>
            </a:pPr>
            <a:r>
              <a:t>Second level</a:t>
            </a:r>
          </a:p>
          <a:p>
            <a:pPr lvl="2">
              <a:defRPr/>
            </a:pPr>
            <a:r>
              <a:t>Third level</a:t>
            </a:r>
          </a:p>
          <a:p>
            <a:pPr lvl="3">
              <a:defRPr/>
            </a:pPr>
            <a:r>
              <a:t>Fourth level</a:t>
            </a:r>
          </a:p>
          <a:p>
            <a:pPr lvl="4">
              <a:defRPr/>
            </a:pPr>
            <a:r>
              <a:t>Fifth level</a:t>
            </a:r>
          </a:p>
        </p:txBody>
      </p:sp>
      <p:sp>
        <p:nvSpPr>
          <p:cNvPr id="637122188" name="Content Placeholder 3"/>
          <p:cNvSpPr>
            <a:spLocks noGrp="1" noChangeArrowheads="1"/>
          </p:cNvSpPr>
          <p:nvPr>
            <p:ph idx="2"/>
          </p:nvPr>
        </p:nvSpPr>
        <p:spPr bwMode="auto">
          <a:xfrm>
            <a:off x="4648200" y="1600200"/>
            <a:ext cx="4038600" cy="4526280"/>
          </a:xfrm>
        </p:spPr>
        <p:txBody>
          <a:bodyPr/>
          <a:lstStyle>
            <a:lvl1pPr>
              <a:defRPr sz="2800" cap="none"/>
            </a:lvl1pPr>
            <a:lvl2pPr>
              <a:defRPr sz="2400" cap="none"/>
            </a:lvl2pPr>
            <a:lvl3pPr>
              <a:defRPr sz="2000" cap="none"/>
            </a:lvl3pPr>
            <a:lvl4pPr>
              <a:defRPr sz="1800" cap="none"/>
            </a:lvl4pPr>
            <a:lvl5pPr>
              <a:defRPr sz="1800" cap="none"/>
            </a:lvl5pPr>
            <a:lvl6pPr>
              <a:defRPr sz="1800" cap="none"/>
            </a:lvl6pPr>
            <a:lvl7pPr>
              <a:defRPr sz="1800" cap="none"/>
            </a:lvl7pPr>
            <a:lvl8pPr>
              <a:defRPr sz="1800" cap="none"/>
            </a:lvl8pPr>
            <a:lvl9pPr>
              <a:defRPr sz="1800" cap="none"/>
            </a:lvl9pPr>
          </a:lstStyle>
          <a:p>
            <a:pPr>
              <a:defRPr/>
            </a:pPr>
            <a:r>
              <a:t>Click to edit Master text styles</a:t>
            </a:r>
          </a:p>
          <a:p>
            <a:pPr lvl="1">
              <a:defRPr/>
            </a:pPr>
            <a:r>
              <a:t>Second level</a:t>
            </a:r>
          </a:p>
          <a:p>
            <a:pPr lvl="2">
              <a:defRPr/>
            </a:pPr>
            <a:r>
              <a:t>Third level</a:t>
            </a:r>
          </a:p>
          <a:p>
            <a:pPr lvl="3">
              <a:defRPr/>
            </a:pPr>
            <a:r>
              <a:t>Fourth level</a:t>
            </a:r>
          </a:p>
          <a:p>
            <a:pPr lvl="4">
              <a:defRPr/>
            </a:pPr>
            <a:r>
              <a:t>Fifth level</a:t>
            </a:r>
          </a:p>
        </p:txBody>
      </p:sp>
      <p:sp>
        <p:nvSpPr>
          <p:cNvPr id="1472573613" name="Date Placeholder 4"/>
          <p:cNvSpPr>
            <a:spLocks noGrp="1" noChangeArrowheads="1"/>
          </p:cNvSpPr>
          <p:nvPr>
            <p:ph type="dt" sz="half" idx="10"/>
          </p:nvPr>
        </p:nvSpPr>
        <p:spPr bwMode="auto"/>
        <p:txBody>
          <a:bodyPr/>
          <a:lstStyle/>
          <a:p>
            <a:pPr>
              <a:defRPr/>
            </a:pPr>
            <a:fld id="{C095632D-008F-0FD8-C1E2-F68D60AC37A3}" type="datetime1">
              <a:rPr lang="id-ID"/>
              <a:t>27/09/2026</a:t>
            </a:fld>
            <a:endParaRPr/>
          </a:p>
        </p:txBody>
      </p:sp>
      <p:sp>
        <p:nvSpPr>
          <p:cNvPr id="1988325175" name="Footer Placeholder 5"/>
          <p:cNvSpPr>
            <a:spLocks noGrp="1" noChangeArrowheads="1"/>
          </p:cNvSpPr>
          <p:nvPr>
            <p:ph type="ftr" sz="quarter" idx="11"/>
          </p:nvPr>
        </p:nvSpPr>
        <p:spPr bwMode="auto"/>
        <p:txBody>
          <a:bodyPr/>
          <a:lstStyle/>
          <a:p>
            <a:pPr>
              <a:defRPr/>
            </a:pPr>
            <a:endParaRPr/>
          </a:p>
        </p:txBody>
      </p:sp>
      <p:sp>
        <p:nvSpPr>
          <p:cNvPr id="1803703246" name="Slide Number Placeholder 6"/>
          <p:cNvSpPr>
            <a:spLocks noGrp="1" noChangeArrowheads="1"/>
          </p:cNvSpPr>
          <p:nvPr>
            <p:ph type="sldNum" sz="quarter" idx="12"/>
          </p:nvPr>
        </p:nvSpPr>
        <p:spPr bwMode="auto"/>
        <p:txBody>
          <a:bodyPr/>
          <a:lstStyle/>
          <a:p>
            <a:pPr>
              <a:defRPr/>
            </a:pPr>
            <a:fld id="{C095632D-16B9-C942-F724-E017FA6A01B5}" type="slidenum">
              <a:rPr/>
              <a:t>‹#›</a:t>
            </a:fld>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hf hdr="0" ftr="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twoTxTwoObj" preserve="1" userDrawn="1">
  <p:cSld name="Comparison">
    <p:spTree>
      <p:nvGrpSpPr>
        <p:cNvPr id="1" name=""/>
        <p:cNvGrpSpPr/>
        <p:nvPr/>
      </p:nvGrpSpPr>
      <p:grpSpPr bwMode="auto">
        <a:xfrm>
          <a:off x="0" y="0"/>
          <a:ext cx="0" cy="0"/>
          <a:chOff x="0" y="0"/>
          <a:chExt cx="0" cy="0"/>
        </a:xfrm>
      </p:grpSpPr>
      <p:sp>
        <p:nvSpPr>
          <p:cNvPr id="104026219" name="Title 1"/>
          <p:cNvSpPr>
            <a:spLocks noGrp="1" noChangeArrowheads="1"/>
          </p:cNvSpPr>
          <p:nvPr>
            <p:ph type="title"/>
          </p:nvPr>
        </p:nvSpPr>
        <p:spPr bwMode="auto"/>
        <p:txBody>
          <a:bodyPr/>
          <a:lstStyle/>
          <a:p>
            <a:pPr>
              <a:defRPr/>
            </a:pPr>
            <a:r>
              <a:t>Click to edit Master title style</a:t>
            </a:r>
          </a:p>
        </p:txBody>
      </p:sp>
      <p:sp>
        <p:nvSpPr>
          <p:cNvPr id="615801047" name="Text Placeholder 2"/>
          <p:cNvSpPr>
            <a:spLocks noGrp="1" noChangeArrowheads="1"/>
          </p:cNvSpPr>
          <p:nvPr>
            <p:ph idx="1"/>
          </p:nvPr>
        </p:nvSpPr>
        <p:spPr bwMode="auto">
          <a:xfrm>
            <a:off x="457200" y="1535430"/>
            <a:ext cx="4040505" cy="639445"/>
          </a:xfrm>
        </p:spPr>
        <p:txBody>
          <a:bodyPr vert="horz" wrap="square" lIns="91440" tIns="45720" rIns="91440" bIns="45720" numCol="1" spcCol="215899" anchor="b">
            <a:prstTxWarp prst="textNoShape">
              <a:avLst/>
            </a:prstTxWarp>
          </a:bodyPr>
          <a:lstStyle>
            <a:lvl1pPr marL="0" indent="0">
              <a:buNone/>
              <a:defRPr sz="2400" b="1" cap="none"/>
            </a:lvl1pPr>
            <a:lvl2pPr marL="457200" indent="0">
              <a:buNone/>
              <a:defRPr sz="2000" b="1" cap="none"/>
            </a:lvl2pPr>
            <a:lvl3pPr marL="914400" indent="0">
              <a:buNone/>
              <a:defRPr sz="1800" b="1" cap="none"/>
            </a:lvl3pPr>
            <a:lvl4pPr marL="1371600" indent="0">
              <a:buNone/>
              <a:defRPr sz="1600" b="1" cap="none"/>
            </a:lvl4pPr>
            <a:lvl5pPr marL="1828800" indent="0">
              <a:buNone/>
              <a:defRPr sz="1600" b="1" cap="none"/>
            </a:lvl5pPr>
            <a:lvl6pPr marL="2286000" indent="0">
              <a:buNone/>
              <a:defRPr sz="1600" b="1" cap="none"/>
            </a:lvl6pPr>
            <a:lvl7pPr marL="2743200" indent="0">
              <a:buNone/>
              <a:defRPr sz="1600" b="1" cap="none"/>
            </a:lvl7pPr>
            <a:lvl8pPr marL="3200400" indent="0">
              <a:buNone/>
              <a:defRPr sz="1600" b="1" cap="none"/>
            </a:lvl8pPr>
            <a:lvl9pPr marL="3657600" indent="0">
              <a:buNone/>
              <a:defRPr sz="1600" b="1" cap="none"/>
            </a:lvl9pPr>
          </a:lstStyle>
          <a:p>
            <a:pPr>
              <a:defRPr/>
            </a:pPr>
            <a:r>
              <a:t>Click to edit Master text styles</a:t>
            </a:r>
          </a:p>
        </p:txBody>
      </p:sp>
      <p:sp>
        <p:nvSpPr>
          <p:cNvPr id="1849289853" name="Content Placeholder 3"/>
          <p:cNvSpPr>
            <a:spLocks noGrp="1" noChangeArrowheads="1"/>
          </p:cNvSpPr>
          <p:nvPr>
            <p:ph idx="2"/>
          </p:nvPr>
        </p:nvSpPr>
        <p:spPr bwMode="auto">
          <a:xfrm>
            <a:off x="457200" y="2174875"/>
            <a:ext cx="4040505" cy="3951605"/>
          </a:xfrm>
        </p:spPr>
        <p:txBody>
          <a:bodyPr/>
          <a:lstStyle>
            <a:lvl1pPr>
              <a:defRPr sz="2400" cap="none"/>
            </a:lvl1pPr>
            <a:lvl2pPr>
              <a:defRPr sz="2000" cap="none"/>
            </a:lvl2pPr>
            <a:lvl3pPr>
              <a:defRPr sz="1800" cap="none"/>
            </a:lvl3pPr>
            <a:lvl4pPr>
              <a:defRPr sz="1600" cap="none"/>
            </a:lvl4pPr>
            <a:lvl5pPr>
              <a:defRPr sz="1600" cap="none"/>
            </a:lvl5pPr>
            <a:lvl6pPr>
              <a:defRPr sz="1600" cap="none"/>
            </a:lvl6pPr>
            <a:lvl7pPr>
              <a:defRPr sz="1600" cap="none"/>
            </a:lvl7pPr>
            <a:lvl8pPr>
              <a:defRPr sz="1600" cap="none"/>
            </a:lvl8pPr>
            <a:lvl9pPr>
              <a:defRPr sz="1600" cap="none"/>
            </a:lvl9pPr>
          </a:lstStyle>
          <a:p>
            <a:pPr>
              <a:defRPr/>
            </a:pPr>
            <a:r>
              <a:t>Click to edit Master text styles</a:t>
            </a:r>
          </a:p>
          <a:p>
            <a:pPr lvl="1">
              <a:defRPr/>
            </a:pPr>
            <a:r>
              <a:t>Second level</a:t>
            </a:r>
          </a:p>
          <a:p>
            <a:pPr lvl="2">
              <a:defRPr/>
            </a:pPr>
            <a:r>
              <a:t>Third level</a:t>
            </a:r>
          </a:p>
          <a:p>
            <a:pPr lvl="3">
              <a:defRPr/>
            </a:pPr>
            <a:r>
              <a:t>Fourth level</a:t>
            </a:r>
          </a:p>
          <a:p>
            <a:pPr lvl="4">
              <a:defRPr/>
            </a:pPr>
            <a:r>
              <a:t>Fifth level</a:t>
            </a:r>
          </a:p>
        </p:txBody>
      </p:sp>
      <p:sp>
        <p:nvSpPr>
          <p:cNvPr id="1480177814" name="Text Placeholder 4"/>
          <p:cNvSpPr>
            <a:spLocks noGrp="1" noChangeArrowheads="1"/>
          </p:cNvSpPr>
          <p:nvPr>
            <p:ph idx="3"/>
          </p:nvPr>
        </p:nvSpPr>
        <p:spPr bwMode="auto">
          <a:xfrm>
            <a:off x="4645025" y="1535430"/>
            <a:ext cx="4041775" cy="639445"/>
          </a:xfrm>
        </p:spPr>
        <p:txBody>
          <a:bodyPr vert="horz" wrap="square" lIns="91440" tIns="45720" rIns="91440" bIns="45720" numCol="1" spcCol="215899" anchor="b">
            <a:prstTxWarp prst="textNoShape">
              <a:avLst/>
            </a:prstTxWarp>
          </a:bodyPr>
          <a:lstStyle>
            <a:lvl1pPr marL="0" indent="0">
              <a:buNone/>
              <a:defRPr sz="2400" b="1" cap="none"/>
            </a:lvl1pPr>
            <a:lvl2pPr marL="457200" indent="0">
              <a:buNone/>
              <a:defRPr sz="2000" b="1" cap="none"/>
            </a:lvl2pPr>
            <a:lvl3pPr marL="914400" indent="0">
              <a:buNone/>
              <a:defRPr sz="1800" b="1" cap="none"/>
            </a:lvl3pPr>
            <a:lvl4pPr marL="1371600" indent="0">
              <a:buNone/>
              <a:defRPr sz="1600" b="1" cap="none"/>
            </a:lvl4pPr>
            <a:lvl5pPr marL="1828800" indent="0">
              <a:buNone/>
              <a:defRPr sz="1600" b="1" cap="none"/>
            </a:lvl5pPr>
            <a:lvl6pPr marL="2286000" indent="0">
              <a:buNone/>
              <a:defRPr sz="1600" b="1" cap="none"/>
            </a:lvl6pPr>
            <a:lvl7pPr marL="2743200" indent="0">
              <a:buNone/>
              <a:defRPr sz="1600" b="1" cap="none"/>
            </a:lvl7pPr>
            <a:lvl8pPr marL="3200400" indent="0">
              <a:buNone/>
              <a:defRPr sz="1600" b="1" cap="none"/>
            </a:lvl8pPr>
            <a:lvl9pPr marL="3657600" indent="0">
              <a:buNone/>
              <a:defRPr sz="1600" b="1" cap="none"/>
            </a:lvl9pPr>
          </a:lstStyle>
          <a:p>
            <a:pPr>
              <a:defRPr/>
            </a:pPr>
            <a:r>
              <a:t>Click to edit Master text styles</a:t>
            </a:r>
          </a:p>
        </p:txBody>
      </p:sp>
      <p:sp>
        <p:nvSpPr>
          <p:cNvPr id="794378747" name="Content Placeholder 5"/>
          <p:cNvSpPr>
            <a:spLocks noGrp="1" noChangeArrowheads="1"/>
          </p:cNvSpPr>
          <p:nvPr>
            <p:ph idx="4"/>
          </p:nvPr>
        </p:nvSpPr>
        <p:spPr bwMode="auto">
          <a:xfrm>
            <a:off x="4645025" y="2174875"/>
            <a:ext cx="4041775" cy="3951605"/>
          </a:xfrm>
        </p:spPr>
        <p:txBody>
          <a:bodyPr/>
          <a:lstStyle>
            <a:lvl1pPr>
              <a:defRPr sz="2400" cap="none"/>
            </a:lvl1pPr>
            <a:lvl2pPr>
              <a:defRPr sz="2000" cap="none"/>
            </a:lvl2pPr>
            <a:lvl3pPr>
              <a:defRPr sz="1800" cap="none"/>
            </a:lvl3pPr>
            <a:lvl4pPr>
              <a:defRPr sz="1600" cap="none"/>
            </a:lvl4pPr>
            <a:lvl5pPr>
              <a:defRPr sz="1600" cap="none"/>
            </a:lvl5pPr>
            <a:lvl6pPr>
              <a:defRPr sz="1600" cap="none"/>
            </a:lvl6pPr>
            <a:lvl7pPr>
              <a:defRPr sz="1600" cap="none"/>
            </a:lvl7pPr>
            <a:lvl8pPr>
              <a:defRPr sz="1600" cap="none"/>
            </a:lvl8pPr>
            <a:lvl9pPr>
              <a:defRPr sz="1600" cap="none"/>
            </a:lvl9pPr>
          </a:lstStyle>
          <a:p>
            <a:pPr>
              <a:defRPr/>
            </a:pPr>
            <a:r>
              <a:t>Click to edit Master text styles</a:t>
            </a:r>
          </a:p>
          <a:p>
            <a:pPr lvl="1">
              <a:defRPr/>
            </a:pPr>
            <a:r>
              <a:t>Second level</a:t>
            </a:r>
          </a:p>
          <a:p>
            <a:pPr lvl="2">
              <a:defRPr/>
            </a:pPr>
            <a:r>
              <a:t>Third level</a:t>
            </a:r>
          </a:p>
          <a:p>
            <a:pPr lvl="3">
              <a:defRPr/>
            </a:pPr>
            <a:r>
              <a:t>Fourth level</a:t>
            </a:r>
          </a:p>
          <a:p>
            <a:pPr lvl="4">
              <a:defRPr/>
            </a:pPr>
            <a:r>
              <a:t>Fifth level</a:t>
            </a:r>
          </a:p>
        </p:txBody>
      </p:sp>
      <p:sp>
        <p:nvSpPr>
          <p:cNvPr id="1289985920" name="Date Placeholder 6"/>
          <p:cNvSpPr>
            <a:spLocks noGrp="1" noChangeArrowheads="1"/>
          </p:cNvSpPr>
          <p:nvPr>
            <p:ph type="dt" sz="half" idx="10"/>
          </p:nvPr>
        </p:nvSpPr>
        <p:spPr bwMode="auto"/>
        <p:txBody>
          <a:bodyPr/>
          <a:lstStyle/>
          <a:p>
            <a:pPr>
              <a:defRPr/>
            </a:pPr>
            <a:fld id="{C095632D-A497-825A-D96F-520FE2212F07}" type="datetime1">
              <a:rPr lang="id-ID"/>
              <a:t>27/09/2026</a:t>
            </a:fld>
            <a:endParaRPr/>
          </a:p>
        </p:txBody>
      </p:sp>
      <p:sp>
        <p:nvSpPr>
          <p:cNvPr id="963498027" name="Footer Placeholder 7"/>
          <p:cNvSpPr>
            <a:spLocks noGrp="1" noChangeArrowheads="1"/>
          </p:cNvSpPr>
          <p:nvPr>
            <p:ph type="ftr" sz="quarter" idx="11"/>
          </p:nvPr>
        </p:nvSpPr>
        <p:spPr bwMode="auto"/>
        <p:txBody>
          <a:bodyPr/>
          <a:lstStyle/>
          <a:p>
            <a:pPr>
              <a:defRPr/>
            </a:pPr>
            <a:endParaRPr/>
          </a:p>
        </p:txBody>
      </p:sp>
      <p:sp>
        <p:nvSpPr>
          <p:cNvPr id="629581260" name="Slide Number Placeholder 8"/>
          <p:cNvSpPr>
            <a:spLocks noGrp="1" noChangeArrowheads="1"/>
          </p:cNvSpPr>
          <p:nvPr>
            <p:ph type="sldNum" sz="quarter" idx="12"/>
          </p:nvPr>
        </p:nvSpPr>
        <p:spPr bwMode="auto"/>
        <p:txBody>
          <a:bodyPr/>
          <a:lstStyle/>
          <a:p>
            <a:pPr>
              <a:defRPr/>
            </a:pPr>
            <a:fld id="{C095632D-20AA-0916-E4E4-D643AEAA1283}" type="slidenum">
              <a:rPr/>
              <a:t>‹#›</a:t>
            </a:fld>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hf hdr="0" ftr="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type="titleOnly" preserve="1" userDrawn="1">
  <p:cSld name="Title Only">
    <p:spTree>
      <p:nvGrpSpPr>
        <p:cNvPr id="1" name=""/>
        <p:cNvGrpSpPr/>
        <p:nvPr/>
      </p:nvGrpSpPr>
      <p:grpSpPr bwMode="auto">
        <a:xfrm>
          <a:off x="0" y="0"/>
          <a:ext cx="0" cy="0"/>
          <a:chOff x="0" y="0"/>
          <a:chExt cx="0" cy="0"/>
        </a:xfrm>
      </p:grpSpPr>
      <p:sp>
        <p:nvSpPr>
          <p:cNvPr id="910804293" name="Title 1"/>
          <p:cNvSpPr>
            <a:spLocks noGrp="1" noChangeArrowheads="1"/>
          </p:cNvSpPr>
          <p:nvPr>
            <p:ph type="title"/>
          </p:nvPr>
        </p:nvSpPr>
        <p:spPr bwMode="auto"/>
        <p:txBody>
          <a:bodyPr/>
          <a:lstStyle/>
          <a:p>
            <a:pPr>
              <a:defRPr/>
            </a:pPr>
            <a:r>
              <a:t>Click to edit Master title style</a:t>
            </a:r>
          </a:p>
        </p:txBody>
      </p:sp>
      <p:sp>
        <p:nvSpPr>
          <p:cNvPr id="930123496" name="Date Placeholder 2"/>
          <p:cNvSpPr>
            <a:spLocks noGrp="1" noChangeArrowheads="1"/>
          </p:cNvSpPr>
          <p:nvPr>
            <p:ph type="dt" sz="half" idx="10"/>
          </p:nvPr>
        </p:nvSpPr>
        <p:spPr bwMode="auto"/>
        <p:txBody>
          <a:bodyPr/>
          <a:lstStyle/>
          <a:p>
            <a:pPr>
              <a:defRPr/>
            </a:pPr>
            <a:fld id="{C095632D-6BDD-71F4-939C-9DA14CD265C8}" type="datetime1">
              <a:rPr lang="id-ID"/>
              <a:t>27/09/2026</a:t>
            </a:fld>
            <a:endParaRPr/>
          </a:p>
        </p:txBody>
      </p:sp>
      <p:sp>
        <p:nvSpPr>
          <p:cNvPr id="579512059" name="Footer Placeholder 3"/>
          <p:cNvSpPr>
            <a:spLocks noGrp="1" noChangeArrowheads="1"/>
          </p:cNvSpPr>
          <p:nvPr>
            <p:ph type="ftr" sz="quarter" idx="11"/>
          </p:nvPr>
        </p:nvSpPr>
        <p:spPr bwMode="auto"/>
        <p:txBody>
          <a:bodyPr/>
          <a:lstStyle/>
          <a:p>
            <a:pPr>
              <a:defRPr/>
            </a:pPr>
            <a:endParaRPr/>
          </a:p>
        </p:txBody>
      </p:sp>
      <p:sp>
        <p:nvSpPr>
          <p:cNvPr id="70455319" name="Slide Number Placeholder 4"/>
          <p:cNvSpPr>
            <a:spLocks noGrp="1" noChangeArrowheads="1"/>
          </p:cNvSpPr>
          <p:nvPr>
            <p:ph type="sldNum" sz="quarter" idx="12"/>
          </p:nvPr>
        </p:nvSpPr>
        <p:spPr bwMode="auto"/>
        <p:txBody>
          <a:bodyPr/>
          <a:lstStyle/>
          <a:p>
            <a:pPr>
              <a:defRPr/>
            </a:pPr>
            <a:fld id="{C095632D-E2AD-F2BA-E31F-14EF02511541}" type="slidenum">
              <a:rPr/>
              <a:t>‹#›</a:t>
            </a:fld>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hf hdr="0" ftr="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type="blank" preserve="1" userDrawn="1">
  <p:cSld name="Blank">
    <p:spTree>
      <p:nvGrpSpPr>
        <p:cNvPr id="1" name=""/>
        <p:cNvGrpSpPr/>
        <p:nvPr/>
      </p:nvGrpSpPr>
      <p:grpSpPr bwMode="auto">
        <a:xfrm>
          <a:off x="0" y="0"/>
          <a:ext cx="0" cy="0"/>
          <a:chOff x="0" y="0"/>
          <a:chExt cx="0" cy="0"/>
        </a:xfrm>
      </p:grpSpPr>
      <p:sp>
        <p:nvSpPr>
          <p:cNvPr id="2045562328" name="Date Placeholder 1"/>
          <p:cNvSpPr>
            <a:spLocks noGrp="1" noChangeArrowheads="1"/>
          </p:cNvSpPr>
          <p:nvPr>
            <p:ph type="dt" sz="half" idx="10"/>
          </p:nvPr>
        </p:nvSpPr>
        <p:spPr bwMode="auto"/>
        <p:txBody>
          <a:bodyPr/>
          <a:lstStyle/>
          <a:p>
            <a:pPr>
              <a:defRPr/>
            </a:pPr>
            <a:fld id="{C095632D-28BB-BA56-F557-DE03EE19038B}" type="datetime1">
              <a:rPr lang="id-ID"/>
              <a:t>27/09/2026</a:t>
            </a:fld>
            <a:endParaRPr/>
          </a:p>
        </p:txBody>
      </p:sp>
      <p:sp>
        <p:nvSpPr>
          <p:cNvPr id="721054607" name="Footer Placeholder 2"/>
          <p:cNvSpPr>
            <a:spLocks noGrp="1" noChangeArrowheads="1"/>
          </p:cNvSpPr>
          <p:nvPr>
            <p:ph type="ftr" sz="quarter" idx="11"/>
          </p:nvPr>
        </p:nvSpPr>
        <p:spPr bwMode="auto"/>
        <p:txBody>
          <a:bodyPr/>
          <a:lstStyle/>
          <a:p>
            <a:pPr>
              <a:defRPr/>
            </a:pPr>
            <a:endParaRPr/>
          </a:p>
        </p:txBody>
      </p:sp>
      <p:sp>
        <p:nvSpPr>
          <p:cNvPr id="1776958087" name="Slide Number Placeholder 3"/>
          <p:cNvSpPr>
            <a:spLocks noGrp="1" noChangeArrowheads="1"/>
          </p:cNvSpPr>
          <p:nvPr>
            <p:ph type="sldNum" sz="quarter" idx="12"/>
          </p:nvPr>
        </p:nvSpPr>
        <p:spPr bwMode="auto"/>
        <p:txBody>
          <a:bodyPr/>
          <a:lstStyle/>
          <a:p>
            <a:pPr>
              <a:defRPr/>
            </a:pPr>
            <a:fld id="{C095632D-53F3-F73D-BD1A-A56885544BF0}" type="slidenum">
              <a:rPr/>
              <a:t>‹#›</a:t>
            </a:fld>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hf hdr="0" ftr="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objTx" preserve="1" userDrawn="1">
  <p:cSld name="Content with Caption">
    <p:spTree>
      <p:nvGrpSpPr>
        <p:cNvPr id="1" name=""/>
        <p:cNvGrpSpPr/>
        <p:nvPr/>
      </p:nvGrpSpPr>
      <p:grpSpPr bwMode="auto">
        <a:xfrm>
          <a:off x="0" y="0"/>
          <a:ext cx="0" cy="0"/>
          <a:chOff x="0" y="0"/>
          <a:chExt cx="0" cy="0"/>
        </a:xfrm>
      </p:grpSpPr>
      <p:sp>
        <p:nvSpPr>
          <p:cNvPr id="442196789" name="Title 1"/>
          <p:cNvSpPr>
            <a:spLocks noGrp="1" noChangeArrowheads="1"/>
          </p:cNvSpPr>
          <p:nvPr>
            <p:ph type="title"/>
          </p:nvPr>
        </p:nvSpPr>
        <p:spPr bwMode="auto">
          <a:xfrm>
            <a:off x="457200" y="273050"/>
            <a:ext cx="3008630" cy="1162050"/>
          </a:xfrm>
        </p:spPr>
        <p:txBody>
          <a:bodyPr vert="horz" wrap="square" lIns="91440" tIns="45720" rIns="91440" bIns="45720" numCol="1" spcCol="215899" anchor="b">
            <a:prstTxWarp prst="textNoShape">
              <a:avLst/>
            </a:prstTxWarp>
          </a:bodyPr>
          <a:lstStyle>
            <a:lvl1pPr algn="l">
              <a:defRPr sz="2000" b="1" cap="none"/>
            </a:lvl1pPr>
            <a:lvl2pPr>
              <a:defRPr cap="none"/>
            </a:lvl2pPr>
            <a:lvl3pPr>
              <a:defRPr cap="none"/>
            </a:lvl3pPr>
            <a:lvl4pPr>
              <a:defRPr cap="none"/>
            </a:lvl4pPr>
            <a:lvl5pPr>
              <a:defRPr cap="none"/>
            </a:lvl5pPr>
            <a:lvl6pPr>
              <a:defRPr cap="none"/>
            </a:lvl6pPr>
            <a:lvl7pPr>
              <a:defRPr cap="none"/>
            </a:lvl7pPr>
            <a:lvl8pPr>
              <a:defRPr cap="none"/>
            </a:lvl8pPr>
            <a:lvl9pPr>
              <a:defRPr cap="none"/>
            </a:lvl9pPr>
          </a:lstStyle>
          <a:p>
            <a:pPr>
              <a:defRPr/>
            </a:pPr>
            <a:r>
              <a:t>Click to edit Master title style</a:t>
            </a:r>
          </a:p>
        </p:txBody>
      </p:sp>
      <p:sp>
        <p:nvSpPr>
          <p:cNvPr id="765822553" name="Content Placeholder 2"/>
          <p:cNvSpPr>
            <a:spLocks noGrp="1" noChangeArrowheads="1"/>
          </p:cNvSpPr>
          <p:nvPr>
            <p:ph idx="1"/>
          </p:nvPr>
        </p:nvSpPr>
        <p:spPr bwMode="auto">
          <a:xfrm>
            <a:off x="3575050" y="273050"/>
            <a:ext cx="5111750" cy="5853430"/>
          </a:xfrm>
        </p:spPr>
        <p:txBody>
          <a:bodyPr/>
          <a:lstStyle>
            <a:lvl1pPr>
              <a:defRPr sz="3200" cap="none"/>
            </a:lvl1pPr>
            <a:lvl2pPr>
              <a:defRPr sz="2800" cap="none"/>
            </a:lvl2pPr>
            <a:lvl3pPr>
              <a:defRPr sz="2400" cap="none"/>
            </a:lvl3pPr>
            <a:lvl4pPr>
              <a:defRPr sz="2000" cap="none"/>
            </a:lvl4pPr>
            <a:lvl5pPr>
              <a:defRPr sz="2000" cap="none"/>
            </a:lvl5pPr>
            <a:lvl6pPr>
              <a:defRPr sz="2000" cap="none"/>
            </a:lvl6pPr>
            <a:lvl7pPr>
              <a:defRPr sz="2000" cap="none"/>
            </a:lvl7pPr>
            <a:lvl8pPr>
              <a:defRPr sz="2000" cap="none"/>
            </a:lvl8pPr>
            <a:lvl9pPr>
              <a:defRPr sz="2000" cap="none"/>
            </a:lvl9pPr>
          </a:lstStyle>
          <a:p>
            <a:pPr>
              <a:defRPr/>
            </a:pPr>
            <a:r>
              <a:t>Click to edit Master text styles</a:t>
            </a:r>
          </a:p>
          <a:p>
            <a:pPr lvl="1">
              <a:defRPr/>
            </a:pPr>
            <a:r>
              <a:t>Second level</a:t>
            </a:r>
          </a:p>
          <a:p>
            <a:pPr lvl="2">
              <a:defRPr/>
            </a:pPr>
            <a:r>
              <a:t>Third level</a:t>
            </a:r>
          </a:p>
          <a:p>
            <a:pPr lvl="3">
              <a:defRPr/>
            </a:pPr>
            <a:r>
              <a:t>Fourth level</a:t>
            </a:r>
          </a:p>
          <a:p>
            <a:pPr lvl="4">
              <a:defRPr/>
            </a:pPr>
            <a:r>
              <a:t>Fifth level</a:t>
            </a:r>
          </a:p>
        </p:txBody>
      </p:sp>
      <p:sp>
        <p:nvSpPr>
          <p:cNvPr id="784815083" name="Text Placeholder 3"/>
          <p:cNvSpPr>
            <a:spLocks noGrp="1" noChangeArrowheads="1"/>
          </p:cNvSpPr>
          <p:nvPr>
            <p:ph idx="2"/>
          </p:nvPr>
        </p:nvSpPr>
        <p:spPr bwMode="auto">
          <a:xfrm>
            <a:off x="457200" y="1435100"/>
            <a:ext cx="3008630" cy="4691380"/>
          </a:xfrm>
        </p:spPr>
        <p:txBody>
          <a:bodyPr/>
          <a:lstStyle>
            <a:lvl1pPr marL="0" indent="0">
              <a:buNone/>
              <a:defRPr sz="1400" cap="none"/>
            </a:lvl1pPr>
            <a:lvl2pPr marL="457200" indent="0">
              <a:buNone/>
              <a:defRPr sz="1200" cap="none"/>
            </a:lvl2pPr>
            <a:lvl3pPr marL="914400" indent="0">
              <a:buNone/>
              <a:defRPr sz="1000" cap="none"/>
            </a:lvl3pPr>
            <a:lvl4pPr marL="1371600" indent="0">
              <a:buNone/>
              <a:defRPr sz="900" cap="none"/>
            </a:lvl4pPr>
            <a:lvl5pPr marL="1828800" indent="0">
              <a:buNone/>
              <a:defRPr sz="900" cap="none"/>
            </a:lvl5pPr>
            <a:lvl6pPr marL="2286000" indent="0">
              <a:buNone/>
              <a:defRPr sz="900" cap="none"/>
            </a:lvl6pPr>
            <a:lvl7pPr marL="2743200" indent="0">
              <a:buNone/>
              <a:defRPr sz="900" cap="none"/>
            </a:lvl7pPr>
            <a:lvl8pPr marL="3200400" indent="0">
              <a:buNone/>
              <a:defRPr sz="900" cap="none"/>
            </a:lvl8pPr>
            <a:lvl9pPr marL="3657600" indent="0">
              <a:buNone/>
              <a:defRPr sz="900" cap="none"/>
            </a:lvl9pPr>
          </a:lstStyle>
          <a:p>
            <a:pPr>
              <a:defRPr/>
            </a:pPr>
            <a:r>
              <a:t>Click to edit Master text styles</a:t>
            </a:r>
          </a:p>
        </p:txBody>
      </p:sp>
      <p:sp>
        <p:nvSpPr>
          <p:cNvPr id="876098433" name="Date Placeholder 4"/>
          <p:cNvSpPr>
            <a:spLocks noGrp="1" noChangeArrowheads="1"/>
          </p:cNvSpPr>
          <p:nvPr>
            <p:ph type="dt" sz="half" idx="10"/>
          </p:nvPr>
        </p:nvSpPr>
        <p:spPr bwMode="auto"/>
        <p:txBody>
          <a:bodyPr/>
          <a:lstStyle/>
          <a:p>
            <a:pPr>
              <a:defRPr/>
            </a:pPr>
            <a:fld id="{C095632D-458E-FFD3-C012-B3866B5C36E6}" type="datetime1">
              <a:rPr lang="id-ID"/>
              <a:t>27/09/2026</a:t>
            </a:fld>
            <a:endParaRPr/>
          </a:p>
        </p:txBody>
      </p:sp>
      <p:sp>
        <p:nvSpPr>
          <p:cNvPr id="351597992" name="Footer Placeholder 5"/>
          <p:cNvSpPr>
            <a:spLocks noGrp="1" noChangeArrowheads="1"/>
          </p:cNvSpPr>
          <p:nvPr>
            <p:ph type="ftr" sz="quarter" idx="11"/>
          </p:nvPr>
        </p:nvSpPr>
        <p:spPr bwMode="auto"/>
        <p:txBody>
          <a:bodyPr/>
          <a:lstStyle/>
          <a:p>
            <a:pPr>
              <a:defRPr/>
            </a:pPr>
            <a:endParaRPr/>
          </a:p>
        </p:txBody>
      </p:sp>
      <p:sp>
        <p:nvSpPr>
          <p:cNvPr id="495414264" name="Slide Number Placeholder 6"/>
          <p:cNvSpPr>
            <a:spLocks noGrp="1" noChangeArrowheads="1"/>
          </p:cNvSpPr>
          <p:nvPr>
            <p:ph type="sldNum" sz="quarter" idx="12"/>
          </p:nvPr>
        </p:nvSpPr>
        <p:spPr bwMode="auto"/>
        <p:txBody>
          <a:bodyPr/>
          <a:lstStyle/>
          <a:p>
            <a:pPr>
              <a:defRPr/>
            </a:pPr>
            <a:fld id="{C095632D-40CA-E3F7-840E-B6A24F4072E3}" type="slidenum">
              <a:rPr/>
              <a:t>‹#›</a:t>
            </a:fld>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hf hdr="0" ftr="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picTx" preserve="1" userDrawn="1">
  <p:cSld name="Picture with Caption">
    <p:spTree>
      <p:nvGrpSpPr>
        <p:cNvPr id="1" name=""/>
        <p:cNvGrpSpPr/>
        <p:nvPr/>
      </p:nvGrpSpPr>
      <p:grpSpPr bwMode="auto">
        <a:xfrm>
          <a:off x="0" y="0"/>
          <a:ext cx="0" cy="0"/>
          <a:chOff x="0" y="0"/>
          <a:chExt cx="0" cy="0"/>
        </a:xfrm>
      </p:grpSpPr>
      <p:sp>
        <p:nvSpPr>
          <p:cNvPr id="5687195" name="Title 1"/>
          <p:cNvSpPr>
            <a:spLocks noGrp="1" noChangeArrowheads="1"/>
          </p:cNvSpPr>
          <p:nvPr>
            <p:ph type="title"/>
          </p:nvPr>
        </p:nvSpPr>
        <p:spPr bwMode="auto">
          <a:xfrm>
            <a:off x="1792605" y="4800600"/>
            <a:ext cx="5486400" cy="567055"/>
          </a:xfrm>
        </p:spPr>
        <p:txBody>
          <a:bodyPr vert="horz" wrap="square" lIns="91440" tIns="45720" rIns="91440" bIns="45720" numCol="1" spcCol="215899" anchor="b">
            <a:prstTxWarp prst="textNoShape">
              <a:avLst/>
            </a:prstTxWarp>
          </a:bodyPr>
          <a:lstStyle>
            <a:lvl1pPr algn="l">
              <a:defRPr sz="2000" b="1" cap="none"/>
            </a:lvl1pPr>
            <a:lvl2pPr>
              <a:defRPr cap="none"/>
            </a:lvl2pPr>
            <a:lvl3pPr>
              <a:defRPr cap="none"/>
            </a:lvl3pPr>
            <a:lvl4pPr>
              <a:defRPr cap="none"/>
            </a:lvl4pPr>
            <a:lvl5pPr>
              <a:defRPr cap="none"/>
            </a:lvl5pPr>
            <a:lvl6pPr>
              <a:defRPr cap="none"/>
            </a:lvl6pPr>
            <a:lvl7pPr>
              <a:defRPr cap="none"/>
            </a:lvl7pPr>
            <a:lvl8pPr>
              <a:defRPr cap="none"/>
            </a:lvl8pPr>
            <a:lvl9pPr>
              <a:defRPr cap="none"/>
            </a:lvl9pPr>
          </a:lstStyle>
          <a:p>
            <a:pPr>
              <a:defRPr/>
            </a:pPr>
            <a:r>
              <a:t>Click to edit Master title style</a:t>
            </a:r>
          </a:p>
        </p:txBody>
      </p:sp>
      <p:sp>
        <p:nvSpPr>
          <p:cNvPr id="1908693095" name="Picture Placeholder 2"/>
          <p:cNvSpPr>
            <a:spLocks noGrp="1" noChangeArrowheads="1"/>
          </p:cNvSpPr>
          <p:nvPr>
            <p:ph type="pic" idx="1"/>
          </p:nvPr>
        </p:nvSpPr>
        <p:spPr bwMode="auto">
          <a:xfrm>
            <a:off x="1792605" y="612775"/>
            <a:ext cx="5486400" cy="4114800"/>
          </a:xfrm>
        </p:spPr>
        <p:txBody>
          <a:bodyPr/>
          <a:lstStyle>
            <a:lvl1pPr marL="0" indent="0">
              <a:buNone/>
              <a:defRPr sz="3200" cap="none"/>
            </a:lvl1pPr>
            <a:lvl2pPr marL="457200" indent="0">
              <a:buNone/>
              <a:defRPr sz="2800" cap="none"/>
            </a:lvl2pPr>
            <a:lvl3pPr marL="914400" indent="0">
              <a:buNone/>
              <a:defRPr sz="2400" cap="none"/>
            </a:lvl3pPr>
            <a:lvl4pPr marL="1371600" indent="0">
              <a:buNone/>
              <a:defRPr sz="2000" cap="none"/>
            </a:lvl4pPr>
            <a:lvl5pPr marL="1828800" indent="0">
              <a:buNone/>
              <a:defRPr sz="2000" cap="none"/>
            </a:lvl5pPr>
            <a:lvl6pPr marL="2286000" indent="0">
              <a:buNone/>
              <a:defRPr sz="2000" cap="none"/>
            </a:lvl6pPr>
            <a:lvl7pPr marL="2743200" indent="0">
              <a:buNone/>
              <a:defRPr sz="2000" cap="none"/>
            </a:lvl7pPr>
            <a:lvl8pPr marL="3200400" indent="0">
              <a:buNone/>
              <a:defRPr sz="2000" cap="none"/>
            </a:lvl8pPr>
            <a:lvl9pPr marL="3657600" indent="0">
              <a:buNone/>
              <a:defRPr sz="2000" cap="none"/>
            </a:lvl9pPr>
          </a:lstStyle>
          <a:p>
            <a:pPr>
              <a:defRPr/>
            </a:pPr>
            <a:endParaRPr/>
          </a:p>
        </p:txBody>
      </p:sp>
      <p:sp>
        <p:nvSpPr>
          <p:cNvPr id="1956365589" name="Text Placeholder 3"/>
          <p:cNvSpPr>
            <a:spLocks noGrp="1" noChangeArrowheads="1"/>
          </p:cNvSpPr>
          <p:nvPr>
            <p:ph idx="2"/>
          </p:nvPr>
        </p:nvSpPr>
        <p:spPr bwMode="auto">
          <a:xfrm>
            <a:off x="1792605" y="5367655"/>
            <a:ext cx="5486400" cy="804545"/>
          </a:xfrm>
        </p:spPr>
        <p:txBody>
          <a:bodyPr/>
          <a:lstStyle>
            <a:lvl1pPr marL="0" indent="0">
              <a:buNone/>
              <a:defRPr sz="1400" cap="none"/>
            </a:lvl1pPr>
            <a:lvl2pPr marL="457200" indent="0">
              <a:buNone/>
              <a:defRPr sz="1200" cap="none"/>
            </a:lvl2pPr>
            <a:lvl3pPr marL="914400" indent="0">
              <a:buNone/>
              <a:defRPr sz="1000" cap="none"/>
            </a:lvl3pPr>
            <a:lvl4pPr marL="1371600" indent="0">
              <a:buNone/>
              <a:defRPr sz="900" cap="none"/>
            </a:lvl4pPr>
            <a:lvl5pPr marL="1828800" indent="0">
              <a:buNone/>
              <a:defRPr sz="900" cap="none"/>
            </a:lvl5pPr>
            <a:lvl6pPr marL="2286000" indent="0">
              <a:buNone/>
              <a:defRPr sz="900" cap="none"/>
            </a:lvl6pPr>
            <a:lvl7pPr marL="2743200" indent="0">
              <a:buNone/>
              <a:defRPr sz="900" cap="none"/>
            </a:lvl7pPr>
            <a:lvl8pPr marL="3200400" indent="0">
              <a:buNone/>
              <a:defRPr sz="900" cap="none"/>
            </a:lvl8pPr>
            <a:lvl9pPr marL="3657600" indent="0">
              <a:buNone/>
              <a:defRPr sz="900" cap="none"/>
            </a:lvl9pPr>
          </a:lstStyle>
          <a:p>
            <a:pPr>
              <a:defRPr/>
            </a:pPr>
            <a:r>
              <a:t>Click to edit Master text styles</a:t>
            </a:r>
          </a:p>
        </p:txBody>
      </p:sp>
      <p:sp>
        <p:nvSpPr>
          <p:cNvPr id="65143202" name="Date Placeholder 4"/>
          <p:cNvSpPr>
            <a:spLocks noGrp="1" noChangeArrowheads="1"/>
          </p:cNvSpPr>
          <p:nvPr>
            <p:ph type="dt" sz="half" idx="10"/>
          </p:nvPr>
        </p:nvSpPr>
        <p:spPr bwMode="auto"/>
        <p:txBody>
          <a:bodyPr/>
          <a:lstStyle/>
          <a:p>
            <a:pPr>
              <a:defRPr/>
            </a:pPr>
            <a:fld id="{C095632D-12EC-B692-A25B-E4C72A1554B1}" type="datetime1">
              <a:rPr lang="id-ID"/>
              <a:t>27/09/2026</a:t>
            </a:fld>
            <a:endParaRPr/>
          </a:p>
        </p:txBody>
      </p:sp>
      <p:sp>
        <p:nvSpPr>
          <p:cNvPr id="1637937331" name="Footer Placeholder 5"/>
          <p:cNvSpPr>
            <a:spLocks noGrp="1" noChangeArrowheads="1"/>
          </p:cNvSpPr>
          <p:nvPr>
            <p:ph type="ftr" sz="quarter" idx="11"/>
          </p:nvPr>
        </p:nvSpPr>
        <p:spPr bwMode="auto"/>
        <p:txBody>
          <a:bodyPr/>
          <a:lstStyle/>
          <a:p>
            <a:pPr>
              <a:defRPr/>
            </a:pPr>
            <a:endParaRPr/>
          </a:p>
        </p:txBody>
      </p:sp>
      <p:sp>
        <p:nvSpPr>
          <p:cNvPr id="1372286831" name="Slide Number Placeholder 6"/>
          <p:cNvSpPr>
            <a:spLocks noGrp="1" noChangeArrowheads="1"/>
          </p:cNvSpPr>
          <p:nvPr>
            <p:ph type="sldNum" sz="quarter" idx="12"/>
          </p:nvPr>
        </p:nvSpPr>
        <p:spPr bwMode="auto"/>
        <p:txBody>
          <a:bodyPr/>
          <a:lstStyle/>
          <a:p>
            <a:pPr>
              <a:defRPr/>
            </a:pPr>
            <a:fld id="{C095632D-01FF-B651-B15B-F704E91547A2}" type="slidenum">
              <a:rPr/>
              <a:t>‹#›</a:t>
            </a:fld>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hf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vertTx" preserve="1" userDrawn="1">
  <p:cSld name="Title and Vertical Text">
    <p:spTree>
      <p:nvGrpSpPr>
        <p:cNvPr id="1" name=""/>
        <p:cNvGrpSpPr/>
        <p:nvPr/>
      </p:nvGrpSpPr>
      <p:grpSpPr bwMode="auto">
        <a:xfrm>
          <a:off x="0" y="0"/>
          <a:ext cx="0" cy="0"/>
          <a:chOff x="0" y="0"/>
          <a:chExt cx="0" cy="0"/>
        </a:xfrm>
      </p:grpSpPr>
      <p:sp>
        <p:nvSpPr>
          <p:cNvPr id="2030170907" name="Title 1"/>
          <p:cNvSpPr>
            <a:spLocks noGrp="1" noChangeArrowheads="1"/>
          </p:cNvSpPr>
          <p:nvPr>
            <p:ph type="title"/>
          </p:nvPr>
        </p:nvSpPr>
        <p:spPr bwMode="auto"/>
        <p:txBody>
          <a:bodyPr/>
          <a:lstStyle/>
          <a:p>
            <a:pPr>
              <a:defRPr/>
            </a:pPr>
            <a:r>
              <a:t>Click to edit Master title style</a:t>
            </a:r>
          </a:p>
        </p:txBody>
      </p:sp>
      <p:sp>
        <p:nvSpPr>
          <p:cNvPr id="447969269" name="Vertical Text Placeholder 2"/>
          <p:cNvSpPr>
            <a:spLocks noGrp="1" noChangeArrowheads="1"/>
          </p:cNvSpPr>
          <p:nvPr>
            <p:ph idx="1"/>
          </p:nvPr>
        </p:nvSpPr>
        <p:spPr bwMode="auto"/>
        <p:txBody>
          <a:bodyPr vert="vert" wrap="square" lIns="91440" tIns="45720" rIns="91440" bIns="45720" numCol="1" spcCol="215899" anchor="t">
            <a:prstTxWarp prst="textNoShape">
              <a:avLst/>
            </a:prstTxWarp>
          </a:bodyPr>
          <a:lstStyle/>
          <a:p>
            <a:pPr>
              <a:defRPr/>
            </a:pPr>
            <a:r>
              <a:t>Click to edit Master text styles</a:t>
            </a:r>
          </a:p>
          <a:p>
            <a:pPr lvl="1">
              <a:defRPr/>
            </a:pPr>
            <a:r>
              <a:t>Second level</a:t>
            </a:r>
          </a:p>
          <a:p>
            <a:pPr lvl="2">
              <a:defRPr/>
            </a:pPr>
            <a:r>
              <a:t>Third level</a:t>
            </a:r>
          </a:p>
          <a:p>
            <a:pPr lvl="3">
              <a:defRPr/>
            </a:pPr>
            <a:r>
              <a:t>Fourth level</a:t>
            </a:r>
          </a:p>
          <a:p>
            <a:pPr lvl="4">
              <a:defRPr/>
            </a:pPr>
            <a:r>
              <a:t>Fifth level</a:t>
            </a:r>
          </a:p>
        </p:txBody>
      </p:sp>
      <p:sp>
        <p:nvSpPr>
          <p:cNvPr id="646920561" name="Date Placeholder 3"/>
          <p:cNvSpPr>
            <a:spLocks noGrp="1" noChangeArrowheads="1"/>
          </p:cNvSpPr>
          <p:nvPr>
            <p:ph type="dt" sz="half" idx="10"/>
          </p:nvPr>
        </p:nvSpPr>
        <p:spPr bwMode="auto"/>
        <p:txBody>
          <a:bodyPr/>
          <a:lstStyle/>
          <a:p>
            <a:pPr>
              <a:defRPr/>
            </a:pPr>
            <a:fld id="{C095632D-F8C9-9A1F-8777-0E4AA739715B}" type="datetime1">
              <a:rPr lang="id-ID"/>
              <a:t>27/09/2026</a:t>
            </a:fld>
            <a:endParaRPr/>
          </a:p>
        </p:txBody>
      </p:sp>
      <p:sp>
        <p:nvSpPr>
          <p:cNvPr id="406968961" name="Footer Placeholder 4"/>
          <p:cNvSpPr>
            <a:spLocks noGrp="1" noChangeArrowheads="1"/>
          </p:cNvSpPr>
          <p:nvPr>
            <p:ph type="ftr" sz="quarter" idx="11"/>
          </p:nvPr>
        </p:nvSpPr>
        <p:spPr bwMode="auto"/>
        <p:txBody>
          <a:bodyPr/>
          <a:lstStyle/>
          <a:p>
            <a:pPr>
              <a:defRPr/>
            </a:pPr>
            <a:endParaRPr/>
          </a:p>
        </p:txBody>
      </p:sp>
      <p:sp>
        <p:nvSpPr>
          <p:cNvPr id="1228113066" name="Slide Number Placeholder 5"/>
          <p:cNvSpPr>
            <a:spLocks noGrp="1" noChangeArrowheads="1"/>
          </p:cNvSpPr>
          <p:nvPr>
            <p:ph type="sldNum" sz="quarter" idx="12"/>
          </p:nvPr>
        </p:nvSpPr>
        <p:spPr bwMode="auto"/>
        <p:txBody>
          <a:bodyPr/>
          <a:lstStyle/>
          <a:p>
            <a:pPr>
              <a:defRPr/>
            </a:pPr>
            <a:fld id="{C095632D-A6CE-A28D-804F-50D835017605}" type="slidenum">
              <a:rPr/>
              <a:t>‹#›</a:t>
            </a:fld>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vertTitleAndTx" preserve="1" userDrawn="1">
  <p:cSld name="Vertical Title and Text">
    <p:spTree>
      <p:nvGrpSpPr>
        <p:cNvPr id="1" name=""/>
        <p:cNvGrpSpPr/>
        <p:nvPr/>
      </p:nvGrpSpPr>
      <p:grpSpPr bwMode="auto">
        <a:xfrm>
          <a:off x="0" y="0"/>
          <a:ext cx="0" cy="0"/>
          <a:chOff x="0" y="0"/>
          <a:chExt cx="0" cy="0"/>
        </a:xfrm>
      </p:grpSpPr>
      <p:sp>
        <p:nvSpPr>
          <p:cNvPr id="2123008523" name="Vertical Title 1"/>
          <p:cNvSpPr>
            <a:spLocks noGrp="1" noChangeArrowheads="1"/>
          </p:cNvSpPr>
          <p:nvPr>
            <p:ph type="title"/>
          </p:nvPr>
        </p:nvSpPr>
        <p:spPr bwMode="auto">
          <a:xfrm>
            <a:off x="6629400" y="274955"/>
            <a:ext cx="2057400" cy="5851525"/>
          </a:xfrm>
        </p:spPr>
        <p:txBody>
          <a:bodyPr vert="vert" wrap="square" lIns="91440" tIns="45720" rIns="91440" bIns="45720" numCol="1" spcCol="215899" anchor="ctr">
            <a:prstTxWarp prst="textNoShape">
              <a:avLst/>
            </a:prstTxWarp>
          </a:bodyPr>
          <a:lstStyle/>
          <a:p>
            <a:pPr>
              <a:defRPr/>
            </a:pPr>
            <a:r>
              <a:t>Click to edit Master title style</a:t>
            </a:r>
          </a:p>
        </p:txBody>
      </p:sp>
      <p:sp>
        <p:nvSpPr>
          <p:cNvPr id="1359968060" name="Vertical Text Placeholder 2"/>
          <p:cNvSpPr>
            <a:spLocks noGrp="1" noChangeArrowheads="1"/>
          </p:cNvSpPr>
          <p:nvPr>
            <p:ph idx="1"/>
          </p:nvPr>
        </p:nvSpPr>
        <p:spPr bwMode="auto">
          <a:xfrm>
            <a:off x="457200" y="274955"/>
            <a:ext cx="6019800" cy="5851525"/>
          </a:xfrm>
        </p:spPr>
        <p:txBody>
          <a:bodyPr vert="vert" wrap="square" lIns="91440" tIns="45720" rIns="91440" bIns="45720" numCol="1" spcCol="215899" anchor="t">
            <a:prstTxWarp prst="textNoShape">
              <a:avLst/>
            </a:prstTxWarp>
          </a:bodyPr>
          <a:lstStyle/>
          <a:p>
            <a:pPr>
              <a:defRPr/>
            </a:pPr>
            <a:r>
              <a:t>Click to edit Master text styles</a:t>
            </a:r>
          </a:p>
          <a:p>
            <a:pPr lvl="1">
              <a:defRPr/>
            </a:pPr>
            <a:r>
              <a:t>Second level</a:t>
            </a:r>
          </a:p>
          <a:p>
            <a:pPr lvl="2">
              <a:defRPr/>
            </a:pPr>
            <a:r>
              <a:t>Third level</a:t>
            </a:r>
          </a:p>
          <a:p>
            <a:pPr lvl="3">
              <a:defRPr/>
            </a:pPr>
            <a:r>
              <a:t>Fourth level</a:t>
            </a:r>
          </a:p>
          <a:p>
            <a:pPr lvl="4">
              <a:defRPr/>
            </a:pPr>
            <a:r>
              <a:t>Fifth level</a:t>
            </a:r>
          </a:p>
        </p:txBody>
      </p:sp>
      <p:sp>
        <p:nvSpPr>
          <p:cNvPr id="1869347472" name="Date Placeholder 3"/>
          <p:cNvSpPr>
            <a:spLocks noGrp="1" noChangeArrowheads="1"/>
          </p:cNvSpPr>
          <p:nvPr>
            <p:ph type="dt" sz="half" idx="10"/>
          </p:nvPr>
        </p:nvSpPr>
        <p:spPr bwMode="auto"/>
        <p:txBody>
          <a:bodyPr/>
          <a:lstStyle/>
          <a:p>
            <a:pPr>
              <a:defRPr/>
            </a:pPr>
            <a:fld id="{C095632D-A998-DE28-D633-5F7D907D200A}" type="datetime1">
              <a:rPr lang="id-ID"/>
              <a:t>27/09/2026</a:t>
            </a:fld>
            <a:endParaRPr/>
          </a:p>
        </p:txBody>
      </p:sp>
      <p:sp>
        <p:nvSpPr>
          <p:cNvPr id="287393915" name="Footer Placeholder 4"/>
          <p:cNvSpPr>
            <a:spLocks noGrp="1" noChangeArrowheads="1"/>
          </p:cNvSpPr>
          <p:nvPr>
            <p:ph type="ftr" sz="quarter" idx="11"/>
          </p:nvPr>
        </p:nvSpPr>
        <p:spPr bwMode="auto"/>
        <p:txBody>
          <a:bodyPr/>
          <a:lstStyle/>
          <a:p>
            <a:pPr>
              <a:defRPr/>
            </a:pPr>
            <a:endParaRPr/>
          </a:p>
        </p:txBody>
      </p:sp>
      <p:sp>
        <p:nvSpPr>
          <p:cNvPr id="1261981871" name="Slide Number Placeholder 5"/>
          <p:cNvSpPr>
            <a:spLocks noGrp="1" noChangeArrowheads="1"/>
          </p:cNvSpPr>
          <p:nvPr>
            <p:ph type="sldNum" sz="quarter" idx="12"/>
          </p:nvPr>
        </p:nvSpPr>
        <p:spPr bwMode="auto"/>
        <p:txBody>
          <a:bodyPr/>
          <a:lstStyle/>
          <a:p>
            <a:pPr>
              <a:defRPr/>
            </a:pPr>
            <a:fld id="{C095632D-3CCC-0910-82E4-CA45A8AA749F}" type="slidenum">
              <a:rPr/>
              <a:t>‹#›</a:t>
            </a:fld>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hf hdr="0" ft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bwMode="auto">
        <a:xfrm>
          <a:off x="0" y="0"/>
          <a:ext cx="0" cy="0"/>
          <a:chOff x="0" y="0"/>
          <a:chExt cx="0" cy="0"/>
        </a:xfrm>
      </p:grpSpPr>
      <p:sp>
        <p:nvSpPr>
          <p:cNvPr id="270133972" name="Title Placeholder 1"/>
          <p:cNvSpPr>
            <a:spLocks noGrp="1" noChangeArrowheads="1"/>
          </p:cNvSpPr>
          <p:nvPr>
            <p:ph type="title"/>
          </p:nvPr>
        </p:nvSpPr>
        <p:spPr bwMode="auto">
          <a:xfrm>
            <a:off x="457200" y="274955"/>
            <a:ext cx="8229600" cy="1143000"/>
          </a:xfrm>
          <a:prstGeom prst="rect">
            <a:avLst/>
          </a:prstGeom>
        </p:spPr>
        <p:txBody>
          <a:bodyPr vert="horz" wrap="square" lIns="91440" tIns="45720" rIns="91440" bIns="45720" numCol="1" spcCol="215899" anchor="ctr">
            <a:prstTxWarp prst="textNoShape">
              <a:avLst/>
            </a:prstTxWarp>
          </a:bodyPr>
          <a:lstStyle/>
          <a:p>
            <a:pPr>
              <a:defRPr/>
            </a:pPr>
            <a:r>
              <a:t>Click to edit Master title style</a:t>
            </a:r>
          </a:p>
        </p:txBody>
      </p:sp>
      <p:sp>
        <p:nvSpPr>
          <p:cNvPr id="1555495576" name="Text Placeholder 2"/>
          <p:cNvSpPr>
            <a:spLocks noGrp="1" noChangeArrowheads="1"/>
          </p:cNvSpPr>
          <p:nvPr>
            <p:ph type="body" idx="1"/>
          </p:nvPr>
        </p:nvSpPr>
        <p:spPr bwMode="auto">
          <a:xfrm>
            <a:off x="457200" y="1600200"/>
            <a:ext cx="8229600" cy="4526280"/>
          </a:xfrm>
          <a:prstGeom prst="rect">
            <a:avLst/>
          </a:prstGeom>
        </p:spPr>
        <p:txBody>
          <a:bodyPr vert="horz" wrap="square" lIns="91440" tIns="45720" rIns="91440" bIns="45720" numCol="1" spcCol="215899" anchor="t">
            <a:prstTxWarp prst="textNoShape">
              <a:avLst/>
            </a:prstTxWarp>
          </a:bodyPr>
          <a:lstStyle/>
          <a:p>
            <a:pPr>
              <a:defRPr/>
            </a:pPr>
            <a:r>
              <a:t>Click to edit Master text styles</a:t>
            </a:r>
          </a:p>
          <a:p>
            <a:pPr lvl="1">
              <a:defRPr/>
            </a:pPr>
            <a:r>
              <a:t>Second level</a:t>
            </a:r>
          </a:p>
          <a:p>
            <a:pPr lvl="2">
              <a:defRPr/>
            </a:pPr>
            <a:r>
              <a:t>Third level</a:t>
            </a:r>
          </a:p>
          <a:p>
            <a:pPr lvl="3">
              <a:defRPr/>
            </a:pPr>
            <a:r>
              <a:t>Fourth level</a:t>
            </a:r>
          </a:p>
          <a:p>
            <a:pPr lvl="4">
              <a:defRPr/>
            </a:pPr>
            <a:r>
              <a:t>Fifth level</a:t>
            </a:r>
          </a:p>
        </p:txBody>
      </p:sp>
      <p:sp>
        <p:nvSpPr>
          <p:cNvPr id="2119208239" name="Date Placeholder 3"/>
          <p:cNvSpPr>
            <a:spLocks noGrp="1" noChangeArrowheads="1"/>
          </p:cNvSpPr>
          <p:nvPr>
            <p:ph type="dt" sz="half" idx="2"/>
          </p:nvPr>
        </p:nvSpPr>
        <p:spPr bwMode="auto">
          <a:xfrm>
            <a:off x="457200" y="6356350"/>
            <a:ext cx="2133600" cy="365125"/>
          </a:xfrm>
          <a:prstGeom prst="rect">
            <a:avLst/>
          </a:prstGeom>
        </p:spPr>
        <p:txBody>
          <a:bodyPr vert="horz" wrap="square" lIns="91440" tIns="45720" rIns="91440" bIns="45720" numCol="1" spcCol="215899" anchor="ctr">
            <a:prstTxWarp prst="textNoShape">
              <a:avLst/>
            </a:prstTxWarp>
          </a:bodyPr>
          <a:lstStyle>
            <a:lvl1pPr algn="l">
              <a:defRPr sz="1200" cap="none">
                <a:solidFill>
                  <a:srgbClr val="8C8C8C"/>
                </a:solidFill>
              </a:defRPr>
            </a:lvl1pPr>
            <a:lvl2pPr>
              <a:defRPr cap="none"/>
            </a:lvl2pPr>
            <a:lvl3pPr>
              <a:defRPr cap="none"/>
            </a:lvl3pPr>
            <a:lvl4pPr>
              <a:defRPr cap="none"/>
            </a:lvl4pPr>
            <a:lvl5pPr>
              <a:defRPr cap="none"/>
            </a:lvl5pPr>
            <a:lvl6pPr>
              <a:defRPr cap="none"/>
            </a:lvl6pPr>
            <a:lvl7pPr>
              <a:defRPr cap="none"/>
            </a:lvl7pPr>
            <a:lvl8pPr>
              <a:defRPr cap="none"/>
            </a:lvl8pPr>
            <a:lvl9pPr>
              <a:defRPr cap="none"/>
            </a:lvl9pPr>
          </a:lstStyle>
          <a:p>
            <a:pPr>
              <a:defRPr/>
            </a:pPr>
            <a:fld id="{C095632D-E2DC-6D0C-9280-1459B4CE6441}" type="datetime1">
              <a:rPr lang="id-ID"/>
              <a:t>27/09/2026</a:t>
            </a:fld>
            <a:endParaRPr/>
          </a:p>
        </p:txBody>
      </p:sp>
      <p:sp>
        <p:nvSpPr>
          <p:cNvPr id="1164949148" name="Footer Placeholder 4"/>
          <p:cNvSpPr>
            <a:spLocks noGrp="1" noChangeArrowheads="1"/>
          </p:cNvSpPr>
          <p:nvPr>
            <p:ph type="ftr" sz="quarter" idx="3"/>
          </p:nvPr>
        </p:nvSpPr>
        <p:spPr bwMode="auto">
          <a:xfrm>
            <a:off x="3124200" y="6356350"/>
            <a:ext cx="2895600" cy="365125"/>
          </a:xfrm>
          <a:prstGeom prst="rect">
            <a:avLst/>
          </a:prstGeom>
        </p:spPr>
        <p:txBody>
          <a:bodyPr vert="horz" wrap="square" lIns="91440" tIns="45720" rIns="91440" bIns="45720" numCol="1" spcCol="215899" anchor="ctr">
            <a:prstTxWarp prst="textNoShape">
              <a:avLst/>
            </a:prstTxWarp>
          </a:bodyPr>
          <a:lstStyle>
            <a:lvl1pPr algn="ctr">
              <a:defRPr sz="1200" cap="none">
                <a:solidFill>
                  <a:srgbClr val="8C8C8C"/>
                </a:solidFill>
              </a:defRPr>
            </a:lvl1pPr>
            <a:lvl2pPr>
              <a:defRPr cap="none"/>
            </a:lvl2pPr>
            <a:lvl3pPr>
              <a:defRPr cap="none"/>
            </a:lvl3pPr>
            <a:lvl4pPr>
              <a:defRPr cap="none"/>
            </a:lvl4pPr>
            <a:lvl5pPr>
              <a:defRPr cap="none"/>
            </a:lvl5pPr>
            <a:lvl6pPr>
              <a:defRPr cap="none"/>
            </a:lvl6pPr>
            <a:lvl7pPr>
              <a:defRPr cap="none"/>
            </a:lvl7pPr>
            <a:lvl8pPr>
              <a:defRPr cap="none"/>
            </a:lvl8pPr>
            <a:lvl9pPr>
              <a:defRPr cap="none"/>
            </a:lvl9pPr>
          </a:lstStyle>
          <a:p>
            <a:pPr>
              <a:defRPr/>
            </a:pPr>
            <a:endParaRPr/>
          </a:p>
        </p:txBody>
      </p:sp>
      <p:sp>
        <p:nvSpPr>
          <p:cNvPr id="609952775" name="Slide Number Placeholder 5"/>
          <p:cNvSpPr>
            <a:spLocks noGrp="1" noChangeArrowheads="1"/>
          </p:cNvSpPr>
          <p:nvPr>
            <p:ph type="sldNum" sz="quarter" idx="4"/>
          </p:nvPr>
        </p:nvSpPr>
        <p:spPr bwMode="auto">
          <a:xfrm>
            <a:off x="6553200" y="6356350"/>
            <a:ext cx="2133600" cy="365125"/>
          </a:xfrm>
          <a:prstGeom prst="rect">
            <a:avLst/>
          </a:prstGeom>
        </p:spPr>
        <p:txBody>
          <a:bodyPr vert="horz" wrap="square" lIns="91440" tIns="45720" rIns="91440" bIns="45720" numCol="1" spcCol="215899" anchor="ctr">
            <a:prstTxWarp prst="textNoShape">
              <a:avLst/>
            </a:prstTxWarp>
          </a:bodyPr>
          <a:lstStyle>
            <a:lvl1pPr algn="r">
              <a:defRPr sz="1200" cap="none">
                <a:solidFill>
                  <a:srgbClr val="8C8C8C"/>
                </a:solidFill>
              </a:defRPr>
            </a:lvl1pPr>
            <a:lvl2pPr>
              <a:defRPr cap="none"/>
            </a:lvl2pPr>
            <a:lvl3pPr>
              <a:defRPr cap="none"/>
            </a:lvl3pPr>
            <a:lvl4pPr>
              <a:defRPr cap="none"/>
            </a:lvl4pPr>
            <a:lvl5pPr>
              <a:defRPr cap="none"/>
            </a:lvl5pPr>
            <a:lvl6pPr>
              <a:defRPr cap="none"/>
            </a:lvl6pPr>
            <a:lvl7pPr>
              <a:defRPr cap="none"/>
            </a:lvl7pPr>
            <a:lvl8pPr>
              <a:defRPr cap="none"/>
            </a:lvl8pPr>
            <a:lvl9pPr>
              <a:defRPr cap="none"/>
            </a:lvl9pPr>
          </a:lstStyle>
          <a:p>
            <a:pPr>
              <a:defRPr/>
            </a:pPr>
            <a:fld id="{C095632D-A18D-9742-C37A-5717FA343502}"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hf hdr="0" ftr="0"/>
  <p:txStyles>
    <p:titleStyle>
      <a:lvl1pPr marL="0" marR="0" indent="0" algn="ctr" defTabSz="914400">
        <a:lnSpc>
          <a:spcPct val="100000"/>
        </a:lnSpc>
        <a:spcBef>
          <a:spcPts val="0"/>
        </a:spcBef>
        <a:spcAft>
          <a:spcPts val="0"/>
        </a:spcAft>
        <a:buNone/>
        <a:defRPr sz="4400" b="0" i="0" u="none" strike="noStrike" cap="none" spc="0">
          <a:solidFill>
            <a:schemeClr val="tx1"/>
          </a:solidFill>
          <a:latin typeface="Calibri"/>
          <a:ea typeface="Calibri"/>
          <a:cs typeface="Calibri"/>
        </a:defRPr>
      </a:lvl1pPr>
      <a:lvl2pPr marL="457200" marR="0" indent="0" algn="l" defTabSz="914400">
        <a:lnSpc>
          <a:spcPct val="100000"/>
        </a:lnSpc>
        <a:spcBef>
          <a:spcPts val="0"/>
        </a:spcBef>
        <a:spcAft>
          <a:spcPts val="0"/>
        </a:spcAft>
        <a:buNone/>
        <a:defRPr sz="1800" b="0" i="0" u="none" strike="noStrike" cap="none" spc="0">
          <a:solidFill>
            <a:schemeClr val="tx1"/>
          </a:solidFill>
          <a:latin typeface="Calibri"/>
          <a:ea typeface="Calibri"/>
          <a:cs typeface="Calibri"/>
        </a:defRPr>
      </a:lvl2pPr>
      <a:lvl3pPr marL="914400" marR="0" indent="0" algn="l" defTabSz="914400">
        <a:lnSpc>
          <a:spcPct val="100000"/>
        </a:lnSpc>
        <a:spcBef>
          <a:spcPts val="0"/>
        </a:spcBef>
        <a:spcAft>
          <a:spcPts val="0"/>
        </a:spcAft>
        <a:buNone/>
        <a:defRPr sz="1800" b="0" i="0" u="none" strike="noStrike" cap="none" spc="0">
          <a:solidFill>
            <a:schemeClr val="tx1"/>
          </a:solidFill>
          <a:latin typeface="Calibri"/>
          <a:ea typeface="Calibri"/>
          <a:cs typeface="Calibri"/>
        </a:defRPr>
      </a:lvl3pPr>
      <a:lvl4pPr marL="1371600" marR="0" indent="0" algn="l" defTabSz="914400">
        <a:lnSpc>
          <a:spcPct val="100000"/>
        </a:lnSpc>
        <a:spcBef>
          <a:spcPts val="0"/>
        </a:spcBef>
        <a:spcAft>
          <a:spcPts val="0"/>
        </a:spcAft>
        <a:buNone/>
        <a:defRPr sz="1800" b="0" i="0" u="none" strike="noStrike" cap="none" spc="0">
          <a:solidFill>
            <a:schemeClr val="tx1"/>
          </a:solidFill>
          <a:latin typeface="Calibri"/>
          <a:ea typeface="Calibri"/>
          <a:cs typeface="Calibri"/>
        </a:defRPr>
      </a:lvl4pPr>
      <a:lvl5pPr marL="1828800" marR="0" indent="0" algn="l" defTabSz="914400">
        <a:lnSpc>
          <a:spcPct val="100000"/>
        </a:lnSpc>
        <a:spcBef>
          <a:spcPts val="0"/>
        </a:spcBef>
        <a:spcAft>
          <a:spcPts val="0"/>
        </a:spcAft>
        <a:buNone/>
        <a:defRPr sz="1800" b="0" i="0" u="none" strike="noStrike" cap="none" spc="0">
          <a:solidFill>
            <a:schemeClr val="tx1"/>
          </a:solidFill>
          <a:latin typeface="Calibri"/>
          <a:ea typeface="Calibri"/>
          <a:cs typeface="Calibri"/>
        </a:defRPr>
      </a:lvl5pPr>
      <a:lvl6pPr marL="2286000" marR="0" indent="0" algn="l" defTabSz="914400">
        <a:lnSpc>
          <a:spcPct val="100000"/>
        </a:lnSpc>
        <a:spcBef>
          <a:spcPts val="0"/>
        </a:spcBef>
        <a:spcAft>
          <a:spcPts val="0"/>
        </a:spcAft>
        <a:buNone/>
        <a:defRPr sz="1800" b="0" i="0" u="none" strike="noStrike" cap="none" spc="0">
          <a:solidFill>
            <a:schemeClr val="tx1"/>
          </a:solidFill>
          <a:latin typeface="Calibri"/>
          <a:ea typeface="Calibri"/>
          <a:cs typeface="Calibri"/>
        </a:defRPr>
      </a:lvl6pPr>
      <a:lvl7pPr marL="2743200" marR="0" indent="0" algn="l" defTabSz="914400">
        <a:lnSpc>
          <a:spcPct val="100000"/>
        </a:lnSpc>
        <a:spcBef>
          <a:spcPts val="0"/>
        </a:spcBef>
        <a:spcAft>
          <a:spcPts val="0"/>
        </a:spcAft>
        <a:buNone/>
        <a:defRPr sz="1800" b="0" i="0" u="none" strike="noStrike" cap="none" spc="0">
          <a:solidFill>
            <a:schemeClr val="tx1"/>
          </a:solidFill>
          <a:latin typeface="Calibri"/>
          <a:ea typeface="Calibri"/>
          <a:cs typeface="Calibri"/>
        </a:defRPr>
      </a:lvl7pPr>
      <a:lvl8pPr marL="3200400" marR="0" indent="0" algn="l" defTabSz="914400">
        <a:lnSpc>
          <a:spcPct val="100000"/>
        </a:lnSpc>
        <a:spcBef>
          <a:spcPts val="0"/>
        </a:spcBef>
        <a:spcAft>
          <a:spcPts val="0"/>
        </a:spcAft>
        <a:buNone/>
        <a:defRPr sz="1800" b="0" i="0" u="none" strike="noStrike" cap="none" spc="0">
          <a:solidFill>
            <a:schemeClr val="tx1"/>
          </a:solidFill>
          <a:latin typeface="Calibri"/>
          <a:ea typeface="Calibri"/>
          <a:cs typeface="Calibri"/>
        </a:defRPr>
      </a:lvl8pPr>
      <a:lvl9pPr marL="3657600" marR="0" indent="0" algn="l" defTabSz="914400">
        <a:lnSpc>
          <a:spcPct val="100000"/>
        </a:lnSpc>
        <a:spcBef>
          <a:spcPts val="0"/>
        </a:spcBef>
        <a:spcAft>
          <a:spcPts val="0"/>
        </a:spcAft>
        <a:buNone/>
        <a:defRPr sz="1800" b="0" i="0" u="none" strike="noStrike" cap="none" spc="0">
          <a:solidFill>
            <a:schemeClr val="tx1"/>
          </a:solidFill>
          <a:latin typeface="Calibri"/>
          <a:ea typeface="Calibri"/>
          <a:cs typeface="Calibri"/>
        </a:defRPr>
      </a:lvl9pPr>
    </p:titleStyle>
    <p:bodyStyle>
      <a:lvl1pPr marL="342900" marR="0" indent="-342900" algn="l" defTabSz="914400">
        <a:lnSpc>
          <a:spcPct val="100000"/>
        </a:lnSpc>
        <a:spcBef>
          <a:spcPts val="0"/>
        </a:spcBef>
        <a:spcAft>
          <a:spcPts val="0"/>
        </a:spcAft>
        <a:buClrTx/>
        <a:buSzTx/>
        <a:buFont typeface="Arial"/>
        <a:buChar char="•"/>
        <a:defRPr sz="3200" b="0" i="0" u="none" strike="noStrike" cap="none" spc="0">
          <a:solidFill>
            <a:schemeClr val="tx1"/>
          </a:solidFill>
          <a:latin typeface="Calibri"/>
          <a:ea typeface="Calibri"/>
          <a:cs typeface="Calibri"/>
        </a:defRPr>
      </a:lvl1pPr>
      <a:lvl2pPr marL="742950" marR="0" indent="-285750" algn="l" defTabSz="914400">
        <a:lnSpc>
          <a:spcPct val="100000"/>
        </a:lnSpc>
        <a:spcBef>
          <a:spcPts val="0"/>
        </a:spcBef>
        <a:spcAft>
          <a:spcPts val="0"/>
        </a:spcAft>
        <a:buClrTx/>
        <a:buSzTx/>
        <a:buFont typeface="Arial"/>
        <a:buChar char="–"/>
        <a:defRPr sz="2800" b="0" i="0" u="none" strike="noStrike" cap="none" spc="0">
          <a:solidFill>
            <a:schemeClr val="tx1"/>
          </a:solidFill>
          <a:latin typeface="Calibri"/>
          <a:ea typeface="Calibri"/>
          <a:cs typeface="Calibri"/>
        </a:defRPr>
      </a:lvl2pPr>
      <a:lvl3pPr marL="1143000" marR="0" indent="-228600" algn="l" defTabSz="914400">
        <a:lnSpc>
          <a:spcPct val="100000"/>
        </a:lnSpc>
        <a:spcBef>
          <a:spcPts val="0"/>
        </a:spcBef>
        <a:spcAft>
          <a:spcPts val="0"/>
        </a:spcAft>
        <a:buClrTx/>
        <a:buSzTx/>
        <a:buFont typeface="Arial"/>
        <a:buChar char="•"/>
        <a:defRPr sz="2400" b="0" i="0" u="none" strike="noStrike" cap="none" spc="0">
          <a:solidFill>
            <a:schemeClr val="tx1"/>
          </a:solidFill>
          <a:latin typeface="Calibri"/>
          <a:ea typeface="Calibri"/>
          <a:cs typeface="Calibri"/>
        </a:defRPr>
      </a:lvl3pPr>
      <a:lvl4pPr marL="1600200" marR="0" indent="-228600" algn="l" defTabSz="914400">
        <a:lnSpc>
          <a:spcPct val="100000"/>
        </a:lnSpc>
        <a:spcBef>
          <a:spcPts val="0"/>
        </a:spcBef>
        <a:spcAft>
          <a:spcPts val="0"/>
        </a:spcAft>
        <a:buClrTx/>
        <a:buSzTx/>
        <a:buFont typeface="Arial"/>
        <a:buChar char="–"/>
        <a:defRPr sz="2000" b="0" i="0" u="none" strike="noStrike" cap="none" spc="0">
          <a:solidFill>
            <a:schemeClr val="tx1"/>
          </a:solidFill>
          <a:latin typeface="Calibri"/>
          <a:ea typeface="Calibri"/>
          <a:cs typeface="Calibri"/>
        </a:defRPr>
      </a:lvl4pPr>
      <a:lvl5pPr marL="2057400" marR="0" indent="-228600" algn="l" defTabSz="914400">
        <a:lnSpc>
          <a:spcPct val="100000"/>
        </a:lnSpc>
        <a:spcBef>
          <a:spcPts val="0"/>
        </a:spcBef>
        <a:spcAft>
          <a:spcPts val="0"/>
        </a:spcAft>
        <a:buClrTx/>
        <a:buSzTx/>
        <a:buFont typeface="Arial"/>
        <a:buChar char="»"/>
        <a:defRPr sz="2000" b="0" i="0" u="none" strike="noStrike" cap="none" spc="0">
          <a:solidFill>
            <a:schemeClr val="tx1"/>
          </a:solidFill>
          <a:latin typeface="Calibri"/>
          <a:ea typeface="Calibri"/>
          <a:cs typeface="Calibri"/>
        </a:defRPr>
      </a:lvl5pPr>
      <a:lvl6pPr marL="2514600" marR="0" indent="-228600" algn="l" defTabSz="914400">
        <a:lnSpc>
          <a:spcPct val="100000"/>
        </a:lnSpc>
        <a:spcBef>
          <a:spcPts val="0"/>
        </a:spcBef>
        <a:spcAft>
          <a:spcPts val="0"/>
        </a:spcAft>
        <a:buClrTx/>
        <a:buSzTx/>
        <a:buFont typeface="Arial"/>
        <a:buChar char="•"/>
        <a:defRPr sz="2000" b="0" i="0" u="none" strike="noStrike" cap="none" spc="0">
          <a:solidFill>
            <a:schemeClr val="tx1"/>
          </a:solidFill>
          <a:latin typeface="Calibri"/>
          <a:ea typeface="Calibri"/>
          <a:cs typeface="Calibri"/>
        </a:defRPr>
      </a:lvl6pPr>
      <a:lvl7pPr marL="2971800" marR="0" indent="-228600" algn="l" defTabSz="914400">
        <a:lnSpc>
          <a:spcPct val="100000"/>
        </a:lnSpc>
        <a:spcBef>
          <a:spcPts val="0"/>
        </a:spcBef>
        <a:spcAft>
          <a:spcPts val="0"/>
        </a:spcAft>
        <a:buClrTx/>
        <a:buSzTx/>
        <a:buFont typeface="Arial"/>
        <a:buChar char="•"/>
        <a:defRPr sz="2000" b="0" i="0" u="none" strike="noStrike" cap="none" spc="0">
          <a:solidFill>
            <a:schemeClr val="tx1"/>
          </a:solidFill>
          <a:latin typeface="Calibri"/>
          <a:ea typeface="Calibri"/>
          <a:cs typeface="Calibri"/>
        </a:defRPr>
      </a:lvl7pPr>
      <a:lvl8pPr marL="3429000" marR="0" indent="-228600" algn="l" defTabSz="914400">
        <a:lnSpc>
          <a:spcPct val="100000"/>
        </a:lnSpc>
        <a:spcBef>
          <a:spcPts val="0"/>
        </a:spcBef>
        <a:spcAft>
          <a:spcPts val="0"/>
        </a:spcAft>
        <a:buClrTx/>
        <a:buSzTx/>
        <a:buFont typeface="Arial"/>
        <a:buChar char="•"/>
        <a:defRPr sz="2000" b="0" i="0" u="none" strike="noStrike" cap="none" spc="0">
          <a:solidFill>
            <a:schemeClr val="tx1"/>
          </a:solidFill>
          <a:latin typeface="Calibri"/>
          <a:ea typeface="Calibri"/>
          <a:cs typeface="Calibri"/>
        </a:defRPr>
      </a:lvl8pPr>
      <a:lvl9pPr marL="3886200" marR="0" indent="-228600" algn="l" defTabSz="914400">
        <a:lnSpc>
          <a:spcPct val="100000"/>
        </a:lnSpc>
        <a:spcBef>
          <a:spcPts val="0"/>
        </a:spcBef>
        <a:spcAft>
          <a:spcPts val="0"/>
        </a:spcAft>
        <a:buClrTx/>
        <a:buSzTx/>
        <a:buFont typeface="Arial"/>
        <a:buChar char="•"/>
        <a:defRPr sz="2000" b="0" i="0" u="none" strike="noStrike" cap="none" spc="0">
          <a:solidFill>
            <a:schemeClr val="tx1"/>
          </a:solidFill>
          <a:latin typeface="Calibri"/>
          <a:ea typeface="Calibri"/>
          <a:cs typeface="Calibri"/>
        </a:defRPr>
      </a:lvl9pPr>
    </p:bodyStyle>
    <p:otherStyle>
      <a:lvl1pPr marL="0" marR="0" indent="0" algn="l" defTabSz="914400">
        <a:lnSpc>
          <a:spcPct val="100000"/>
        </a:lnSpc>
        <a:spcBef>
          <a:spcPts val="0"/>
        </a:spcBef>
        <a:spcAft>
          <a:spcPts val="0"/>
        </a:spcAft>
        <a:buNone/>
        <a:defRPr sz="1800" b="0" i="0" u="none" strike="noStrike" cap="none" spc="0">
          <a:solidFill>
            <a:schemeClr val="tx1"/>
          </a:solidFill>
          <a:latin typeface="Calibri"/>
          <a:ea typeface="Calibri"/>
          <a:cs typeface="Calibri"/>
        </a:defRPr>
      </a:lvl1pPr>
      <a:lvl2pPr marL="457200" marR="0" indent="0" algn="l" defTabSz="914400">
        <a:lnSpc>
          <a:spcPct val="100000"/>
        </a:lnSpc>
        <a:spcBef>
          <a:spcPts val="0"/>
        </a:spcBef>
        <a:spcAft>
          <a:spcPts val="0"/>
        </a:spcAft>
        <a:buNone/>
        <a:defRPr sz="1800" b="0" i="0" u="none" strike="noStrike" cap="none" spc="0">
          <a:solidFill>
            <a:schemeClr val="tx1"/>
          </a:solidFill>
          <a:latin typeface="Calibri"/>
          <a:ea typeface="Calibri"/>
          <a:cs typeface="Calibri"/>
        </a:defRPr>
      </a:lvl2pPr>
      <a:lvl3pPr marL="914400" marR="0" indent="0" algn="l" defTabSz="914400">
        <a:lnSpc>
          <a:spcPct val="100000"/>
        </a:lnSpc>
        <a:spcBef>
          <a:spcPts val="0"/>
        </a:spcBef>
        <a:spcAft>
          <a:spcPts val="0"/>
        </a:spcAft>
        <a:buNone/>
        <a:defRPr sz="1800" b="0" i="0" u="none" strike="noStrike" cap="none" spc="0">
          <a:solidFill>
            <a:schemeClr val="tx1"/>
          </a:solidFill>
          <a:latin typeface="Calibri"/>
          <a:ea typeface="Calibri"/>
          <a:cs typeface="Calibri"/>
        </a:defRPr>
      </a:lvl3pPr>
      <a:lvl4pPr marL="1371600" marR="0" indent="0" algn="l" defTabSz="914400">
        <a:lnSpc>
          <a:spcPct val="100000"/>
        </a:lnSpc>
        <a:spcBef>
          <a:spcPts val="0"/>
        </a:spcBef>
        <a:spcAft>
          <a:spcPts val="0"/>
        </a:spcAft>
        <a:buNone/>
        <a:defRPr sz="1800" b="0" i="0" u="none" strike="noStrike" cap="none" spc="0">
          <a:solidFill>
            <a:schemeClr val="tx1"/>
          </a:solidFill>
          <a:latin typeface="Calibri"/>
          <a:ea typeface="Calibri"/>
          <a:cs typeface="Calibri"/>
        </a:defRPr>
      </a:lvl4pPr>
      <a:lvl5pPr marL="1828800" marR="0" indent="0" algn="l" defTabSz="914400">
        <a:lnSpc>
          <a:spcPct val="100000"/>
        </a:lnSpc>
        <a:spcBef>
          <a:spcPts val="0"/>
        </a:spcBef>
        <a:spcAft>
          <a:spcPts val="0"/>
        </a:spcAft>
        <a:buNone/>
        <a:defRPr sz="1800" b="0" i="0" u="none" strike="noStrike" cap="none" spc="0">
          <a:solidFill>
            <a:schemeClr val="tx1"/>
          </a:solidFill>
          <a:latin typeface="Calibri"/>
          <a:ea typeface="Calibri"/>
          <a:cs typeface="Calibri"/>
        </a:defRPr>
      </a:lvl5pPr>
      <a:lvl6pPr marL="2286000" marR="0" indent="0" algn="l" defTabSz="914400">
        <a:lnSpc>
          <a:spcPct val="100000"/>
        </a:lnSpc>
        <a:spcBef>
          <a:spcPts val="0"/>
        </a:spcBef>
        <a:spcAft>
          <a:spcPts val="0"/>
        </a:spcAft>
        <a:buNone/>
        <a:defRPr sz="1800" b="0" i="0" u="none" strike="noStrike" cap="none" spc="0">
          <a:solidFill>
            <a:schemeClr val="tx1"/>
          </a:solidFill>
          <a:latin typeface="Calibri"/>
          <a:ea typeface="Calibri"/>
          <a:cs typeface="Calibri"/>
        </a:defRPr>
      </a:lvl6pPr>
      <a:lvl7pPr marL="2743200" marR="0" indent="0" algn="l" defTabSz="914400">
        <a:lnSpc>
          <a:spcPct val="100000"/>
        </a:lnSpc>
        <a:spcBef>
          <a:spcPts val="0"/>
        </a:spcBef>
        <a:spcAft>
          <a:spcPts val="0"/>
        </a:spcAft>
        <a:buNone/>
        <a:defRPr sz="1800" b="0" i="0" u="none" strike="noStrike" cap="none" spc="0">
          <a:solidFill>
            <a:schemeClr val="tx1"/>
          </a:solidFill>
          <a:latin typeface="Calibri"/>
          <a:ea typeface="Calibri"/>
          <a:cs typeface="Calibri"/>
        </a:defRPr>
      </a:lvl7pPr>
      <a:lvl8pPr marL="3200400" marR="0" indent="0" algn="l" defTabSz="914400">
        <a:lnSpc>
          <a:spcPct val="100000"/>
        </a:lnSpc>
        <a:spcBef>
          <a:spcPts val="0"/>
        </a:spcBef>
        <a:spcAft>
          <a:spcPts val="0"/>
        </a:spcAft>
        <a:buNone/>
        <a:defRPr sz="1800" b="0" i="0" u="none" strike="noStrike" cap="none" spc="0">
          <a:solidFill>
            <a:schemeClr val="tx1"/>
          </a:solidFill>
          <a:latin typeface="Calibri"/>
          <a:ea typeface="Calibri"/>
          <a:cs typeface="Calibri"/>
        </a:defRPr>
      </a:lvl8pPr>
      <a:lvl9pPr marL="3657600" marR="0" indent="0" algn="l" defTabSz="914400">
        <a:lnSpc>
          <a:spcPct val="100000"/>
        </a:lnSpc>
        <a:spcBef>
          <a:spcPts val="0"/>
        </a:spcBef>
        <a:spcAft>
          <a:spcPts val="0"/>
        </a:spcAft>
        <a:buNone/>
        <a:defRPr sz="1800" b="0" i="0" u="none" strike="noStrike" cap="none" spc="0">
          <a:solidFill>
            <a:schemeClr val="tx1"/>
          </a:solidFill>
          <a:latin typeface="Calibri"/>
          <a:ea typeface="Calibri"/>
          <a:cs typeface="Calibri"/>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xml" /><Relationship Id="rId1" Type="http://schemas.openxmlformats.org/officeDocument/2006/relationships/slideLayout" Target="../slideLayouts/slideLayout7.xml" /><Relationship Id="rId5" Type="http://schemas.openxmlformats.org/officeDocument/2006/relationships/image" Target="../media/image3.png" /><Relationship Id="rId4" Type="http://schemas.openxmlformats.org/officeDocument/2006/relationships/image" Target="../media/image2.png" /></Relationships>
</file>

<file path=ppt/slides/_rels/slide2.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notesSlide" Target="../notesSlides/notesSlide2.xml" /><Relationship Id="rId1" Type="http://schemas.openxmlformats.org/officeDocument/2006/relationships/slideLayout" Target="../slideLayouts/slideLayout7.xml" /><Relationship Id="rId6" Type="http://schemas.openxmlformats.org/officeDocument/2006/relationships/image" Target="../media/image3.png" /><Relationship Id="rId5" Type="http://schemas.openxmlformats.org/officeDocument/2006/relationships/image" Target="../media/image6.png" /><Relationship Id="rId4" Type="http://schemas.openxmlformats.org/officeDocument/2006/relationships/image" Target="../media/image5.png" /></Relationships>
</file>

<file path=ppt/slides/_rels/slide3.xml.rels><?xml version="1.0" encoding="UTF-8" standalone="yes"?>
<Relationships xmlns="http://schemas.openxmlformats.org/package/2006/relationships"><Relationship Id="rId3" Type="http://schemas.openxmlformats.org/officeDocument/2006/relationships/image" Target="../media/image7.png" /><Relationship Id="rId2" Type="http://schemas.openxmlformats.org/officeDocument/2006/relationships/notesSlide" Target="../notesSlides/notesSlide3.xml" /><Relationship Id="rId1" Type="http://schemas.openxmlformats.org/officeDocument/2006/relationships/slideLayout" Target="../slideLayouts/slideLayout7.xml" /><Relationship Id="rId6" Type="http://schemas.openxmlformats.org/officeDocument/2006/relationships/image" Target="../media/image3.png" /><Relationship Id="rId5" Type="http://schemas.openxmlformats.org/officeDocument/2006/relationships/image" Target="../media/image8.png" /><Relationship Id="rId4" Type="http://schemas.openxmlformats.org/officeDocument/2006/relationships/image" Target="../media/image6.png" /></Relationships>
</file>

<file path=ppt/slides/_rels/slide4.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notesSlide" Target="../notesSlides/notesSlide4.xml" /><Relationship Id="rId1" Type="http://schemas.openxmlformats.org/officeDocument/2006/relationships/slideLayout" Target="../slideLayouts/slideLayout7.xml" /><Relationship Id="rId6" Type="http://schemas.openxmlformats.org/officeDocument/2006/relationships/image" Target="../media/image3.png" /><Relationship Id="rId5" Type="http://schemas.openxmlformats.org/officeDocument/2006/relationships/image" Target="../media/image6.png" /><Relationship Id="rId4" Type="http://schemas.openxmlformats.org/officeDocument/2006/relationships/image" Target="../media/image5.png" /></Relationships>
</file>

<file path=ppt/slides/_rels/slide5.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notesSlide" Target="../notesSlides/notesSlide5.xml" /><Relationship Id="rId1" Type="http://schemas.openxmlformats.org/officeDocument/2006/relationships/slideLayout" Target="../slideLayouts/slideLayout7.xml" /><Relationship Id="rId6" Type="http://schemas.openxmlformats.org/officeDocument/2006/relationships/image" Target="../media/image3.png" /><Relationship Id="rId5" Type="http://schemas.openxmlformats.org/officeDocument/2006/relationships/image" Target="../media/image6.png" /><Relationship Id="rId4" Type="http://schemas.openxmlformats.org/officeDocument/2006/relationships/image" Target="../media/image5.png" /></Relationships>
</file>

<file path=ppt/slides/_rels/slide6.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notesSlide" Target="../notesSlides/notesSlide6.xml" /><Relationship Id="rId1" Type="http://schemas.openxmlformats.org/officeDocument/2006/relationships/slideLayout" Target="../slideLayouts/slideLayout7.xml" /><Relationship Id="rId6" Type="http://schemas.openxmlformats.org/officeDocument/2006/relationships/image" Target="../media/image3.png" /><Relationship Id="rId5" Type="http://schemas.openxmlformats.org/officeDocument/2006/relationships/image" Target="../media/image6.png" /><Relationship Id="rId4" Type="http://schemas.openxmlformats.org/officeDocument/2006/relationships/image" Target="../media/image5.png" /></Relationships>
</file>

<file path=ppt/slides/_rels/slide7.xml.rels><?xml version="1.0" encoding="UTF-8" standalone="yes"?>
<Relationships xmlns="http://schemas.openxmlformats.org/package/2006/relationships"><Relationship Id="rId8" Type="http://schemas.openxmlformats.org/officeDocument/2006/relationships/image" Target="../media/image14.png" /><Relationship Id="rId3" Type="http://schemas.openxmlformats.org/officeDocument/2006/relationships/image" Target="../media/image9.png" /><Relationship Id="rId7" Type="http://schemas.openxmlformats.org/officeDocument/2006/relationships/image" Target="../media/image13.png" /><Relationship Id="rId12" Type="http://schemas.openxmlformats.org/officeDocument/2006/relationships/image" Target="../media/image3.png" /><Relationship Id="rId2" Type="http://schemas.openxmlformats.org/officeDocument/2006/relationships/notesSlide" Target="../notesSlides/notesSlide7.xml" /><Relationship Id="rId1" Type="http://schemas.openxmlformats.org/officeDocument/2006/relationships/slideLayout" Target="../slideLayouts/slideLayout7.xml" /><Relationship Id="rId6" Type="http://schemas.openxmlformats.org/officeDocument/2006/relationships/image" Target="../media/image12.png" /><Relationship Id="rId11" Type="http://schemas.openxmlformats.org/officeDocument/2006/relationships/image" Target="../media/image16.png" /><Relationship Id="rId5" Type="http://schemas.openxmlformats.org/officeDocument/2006/relationships/image" Target="../media/image11.png" /><Relationship Id="rId10" Type="http://schemas.openxmlformats.org/officeDocument/2006/relationships/image" Target="../media/image8.png" /><Relationship Id="rId4" Type="http://schemas.openxmlformats.org/officeDocument/2006/relationships/image" Target="../media/image10.png" /><Relationship Id="rId9" Type="http://schemas.openxmlformats.org/officeDocument/2006/relationships/image" Target="../media/image15.png" /></Relationships>
</file>

<file path=ppt/slides/_rels/slide8.xml.rels><?xml version="1.0" encoding="UTF-8" standalone="yes"?>
<Relationships xmlns="http://schemas.openxmlformats.org/package/2006/relationships"><Relationship Id="rId3" Type="http://schemas.openxmlformats.org/officeDocument/2006/relationships/image" Target="../media/image17.png" /><Relationship Id="rId7" Type="http://schemas.openxmlformats.org/officeDocument/2006/relationships/image" Target="../media/image3.png" /><Relationship Id="rId2" Type="http://schemas.openxmlformats.org/officeDocument/2006/relationships/notesSlide" Target="../notesSlides/notesSlide8.xml" /><Relationship Id="rId1" Type="http://schemas.openxmlformats.org/officeDocument/2006/relationships/slideLayout" Target="../slideLayouts/slideLayout7.xml" /><Relationship Id="rId6" Type="http://schemas.openxmlformats.org/officeDocument/2006/relationships/image" Target="../media/image20.png" /><Relationship Id="rId5" Type="http://schemas.openxmlformats.org/officeDocument/2006/relationships/image" Target="../media/image19.png" /><Relationship Id="rId4" Type="http://schemas.openxmlformats.org/officeDocument/2006/relationships/image" Target="../media/image18.png" /></Relationships>
</file>

<file path=ppt/slides/_rels/slide9.xml.rels><?xml version="1.0" encoding="UTF-8" standalone="yes"?>
<Relationships xmlns="http://schemas.openxmlformats.org/package/2006/relationships"><Relationship Id="rId3" Type="http://schemas.openxmlformats.org/officeDocument/2006/relationships/image" Target="../media/image2.png" /><Relationship Id="rId7" Type="http://schemas.openxmlformats.org/officeDocument/2006/relationships/image" Target="../media/image3.png" /><Relationship Id="rId2" Type="http://schemas.openxmlformats.org/officeDocument/2006/relationships/notesSlide" Target="../notesSlides/notesSlide9.xml" /><Relationship Id="rId1" Type="http://schemas.openxmlformats.org/officeDocument/2006/relationships/slideLayout" Target="../slideLayouts/slideLayout7.xml" /><Relationship Id="rId6" Type="http://schemas.openxmlformats.org/officeDocument/2006/relationships/image" Target="../media/image21.jpg" /><Relationship Id="rId5" Type="http://schemas.openxmlformats.org/officeDocument/2006/relationships/image" Target="../media/image20.png" /><Relationship Id="rId4" Type="http://schemas.openxmlformats.org/officeDocument/2006/relationships/image" Target="../media/image19.png" /></Relationships>
</file>

<file path=ppt/slides/_rels/slide10.xml.rels><?xml version="1.0" encoding="UTF-8" standalone="yes"?>
<Relationships xmlns="http://schemas.openxmlformats.org/package/2006/relationships"><Relationship Id="rId3" Type="http://schemas.openxmlformats.org/officeDocument/2006/relationships/image" Target="../media/image2.png" /><Relationship Id="rId7" Type="http://schemas.openxmlformats.org/officeDocument/2006/relationships/image" Target="../media/image3.png" /><Relationship Id="rId2" Type="http://schemas.openxmlformats.org/officeDocument/2006/relationships/notesSlide" Target="../notesSlides/notesSlide10.xml" /><Relationship Id="rId1" Type="http://schemas.openxmlformats.org/officeDocument/2006/relationships/slideLayout" Target="../slideLayouts/slideLayout7.xml" /><Relationship Id="rId6" Type="http://schemas.openxmlformats.org/officeDocument/2006/relationships/image" Target="../media/image21.jpg" /><Relationship Id="rId5" Type="http://schemas.openxmlformats.org/officeDocument/2006/relationships/image" Target="../media/image20.png" /><Relationship Id="rId4" Type="http://schemas.openxmlformats.org/officeDocument/2006/relationships/image" Target="../media/image19.png" /></Relationships>
</file>

<file path=ppt/slides/_rels/slide11.xml.rels><?xml version="1.0" encoding="UTF-8" standalone="yes"?>
<Relationships xmlns="http://schemas.openxmlformats.org/package/2006/relationships"><Relationship Id="rId3" Type="http://schemas.openxmlformats.org/officeDocument/2006/relationships/image" Target="../media/image17.png" /><Relationship Id="rId7" Type="http://schemas.openxmlformats.org/officeDocument/2006/relationships/image" Target="../media/image3.png" /><Relationship Id="rId2" Type="http://schemas.openxmlformats.org/officeDocument/2006/relationships/notesSlide" Target="../notesSlides/notesSlide11.xml" /><Relationship Id="rId1" Type="http://schemas.openxmlformats.org/officeDocument/2006/relationships/slideLayout" Target="../slideLayouts/slideLayout7.xml" /><Relationship Id="rId6" Type="http://schemas.openxmlformats.org/officeDocument/2006/relationships/image" Target="../media/image20.png" /><Relationship Id="rId5" Type="http://schemas.openxmlformats.org/officeDocument/2006/relationships/image" Target="../media/image19.png" /><Relationship Id="rId4" Type="http://schemas.openxmlformats.org/officeDocument/2006/relationships/image" Target="../media/image18.png" /></Relationships>
</file>

<file path=ppt/slides/_rels/slide12.xml.rels><?xml version="1.0" encoding="UTF-8" standalone="yes"?>
<Relationships xmlns="http://schemas.openxmlformats.org/package/2006/relationships"><Relationship Id="rId3" Type="http://schemas.openxmlformats.org/officeDocument/2006/relationships/image" Target="../media/image17.png" /><Relationship Id="rId7" Type="http://schemas.openxmlformats.org/officeDocument/2006/relationships/image" Target="../media/image3.png" /><Relationship Id="rId2" Type="http://schemas.openxmlformats.org/officeDocument/2006/relationships/notesSlide" Target="../notesSlides/notesSlide12.xml" /><Relationship Id="rId1" Type="http://schemas.openxmlformats.org/officeDocument/2006/relationships/slideLayout" Target="../slideLayouts/slideLayout7.xml" /><Relationship Id="rId6" Type="http://schemas.openxmlformats.org/officeDocument/2006/relationships/image" Target="../media/image20.png" /><Relationship Id="rId5" Type="http://schemas.openxmlformats.org/officeDocument/2006/relationships/image" Target="../media/image19.png" /><Relationship Id="rId4" Type="http://schemas.openxmlformats.org/officeDocument/2006/relationships/image" Target="../media/image18.png" /></Relationships>
</file>

<file path=ppt/slides/_rels/slide13.xml.rels><?xml version="1.0" encoding="UTF-8" standalone="yes"?>
<Relationships xmlns="http://schemas.openxmlformats.org/package/2006/relationships"><Relationship Id="rId3" Type="http://schemas.openxmlformats.org/officeDocument/2006/relationships/image" Target="../media/image22.png" /><Relationship Id="rId2" Type="http://schemas.openxmlformats.org/officeDocument/2006/relationships/notesSlide" Target="../notesSlides/notesSlide13.xml" /><Relationship Id="rId1" Type="http://schemas.openxmlformats.org/officeDocument/2006/relationships/slideLayout" Target="../slideLayouts/slideLayout7.xml" /><Relationship Id="rId6" Type="http://schemas.openxmlformats.org/officeDocument/2006/relationships/image" Target="../media/image3.png" /><Relationship Id="rId5" Type="http://schemas.openxmlformats.org/officeDocument/2006/relationships/image" Target="../media/image23.png" /><Relationship Id="rId4" Type="http://schemas.openxmlformats.org/officeDocument/2006/relationships/image" Target="../media/image19.png" /></Relationships>
</file>

<file path=ppt/slides/_rels/slide14.xml.rels><?xml version="1.0" encoding="UTF-8" standalone="yes"?>
<Relationships xmlns="http://schemas.openxmlformats.org/package/2006/relationships"><Relationship Id="rId3" Type="http://schemas.openxmlformats.org/officeDocument/2006/relationships/image" Target="../media/image17.png" /><Relationship Id="rId7" Type="http://schemas.openxmlformats.org/officeDocument/2006/relationships/image" Target="../media/image3.png" /><Relationship Id="rId2" Type="http://schemas.openxmlformats.org/officeDocument/2006/relationships/notesSlide" Target="../notesSlides/notesSlide14.xml" /><Relationship Id="rId1" Type="http://schemas.openxmlformats.org/officeDocument/2006/relationships/slideLayout" Target="../slideLayouts/slideLayout7.xml" /><Relationship Id="rId6" Type="http://schemas.openxmlformats.org/officeDocument/2006/relationships/image" Target="../media/image20.png" /><Relationship Id="rId5" Type="http://schemas.openxmlformats.org/officeDocument/2006/relationships/image" Target="../media/image19.png" /><Relationship Id="rId4" Type="http://schemas.openxmlformats.org/officeDocument/2006/relationships/image" Target="../media/image18.png" /></Relationships>
</file>

<file path=ppt/slides/_rels/slide15.xml.rels><?xml version="1.0" encoding="UTF-8" standalone="yes"?>
<Relationships xmlns="http://schemas.openxmlformats.org/package/2006/relationships"><Relationship Id="rId3" Type="http://schemas.openxmlformats.org/officeDocument/2006/relationships/image" Target="../media/image17.png" /><Relationship Id="rId7" Type="http://schemas.openxmlformats.org/officeDocument/2006/relationships/image" Target="../media/image3.png" /><Relationship Id="rId2" Type="http://schemas.openxmlformats.org/officeDocument/2006/relationships/notesSlide" Target="../notesSlides/notesSlide15.xml" /><Relationship Id="rId1" Type="http://schemas.openxmlformats.org/officeDocument/2006/relationships/slideLayout" Target="../slideLayouts/slideLayout7.xml" /><Relationship Id="rId6" Type="http://schemas.openxmlformats.org/officeDocument/2006/relationships/image" Target="../media/image20.png" /><Relationship Id="rId5" Type="http://schemas.openxmlformats.org/officeDocument/2006/relationships/image" Target="../media/image19.png" /><Relationship Id="rId4" Type="http://schemas.openxmlformats.org/officeDocument/2006/relationships/image" Target="../media/image18.png" /></Relationships>
</file>

<file path=ppt/slides/_rels/slide16.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notesSlide" Target="../notesSlides/notesSlide16.xml" /><Relationship Id="rId1" Type="http://schemas.openxmlformats.org/officeDocument/2006/relationships/slideLayout" Target="../slideLayouts/slideLayout7.xml" /><Relationship Id="rId6" Type="http://schemas.openxmlformats.org/officeDocument/2006/relationships/image" Target="../media/image3.png" /><Relationship Id="rId5" Type="http://schemas.openxmlformats.org/officeDocument/2006/relationships/image" Target="../media/image6.png" /><Relationship Id="rId4" Type="http://schemas.openxmlformats.org/officeDocument/2006/relationships/image" Target="../media/image5.png" /></Relationships>
</file>

<file path=ppt/slides/_rels/slide17.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notesSlide" Target="../notesSlides/notesSlide17.xml" /><Relationship Id="rId1" Type="http://schemas.openxmlformats.org/officeDocument/2006/relationships/slideLayout" Target="../slideLayouts/slideLayout7.xml" /><Relationship Id="rId6" Type="http://schemas.openxmlformats.org/officeDocument/2006/relationships/image" Target="../media/image3.png" /><Relationship Id="rId5" Type="http://schemas.openxmlformats.org/officeDocument/2006/relationships/image" Target="../media/image6.png" /><Relationship Id="rId4" Type="http://schemas.openxmlformats.org/officeDocument/2006/relationships/image" Target="../media/image5.png" /></Relationships>
</file>

<file path=ppt/slides/_rels/slide18.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notesSlide" Target="../notesSlides/notesSlide18.xml" /><Relationship Id="rId1" Type="http://schemas.openxmlformats.org/officeDocument/2006/relationships/slideLayout" Target="../slideLayouts/slideLayout7.xml" /><Relationship Id="rId6" Type="http://schemas.openxmlformats.org/officeDocument/2006/relationships/image" Target="../media/image3.png" /><Relationship Id="rId5" Type="http://schemas.openxmlformats.org/officeDocument/2006/relationships/image" Target="../media/image6.png" /><Relationship Id="rId4" Type="http://schemas.openxmlformats.org/officeDocument/2006/relationships/image" Target="../media/image5.png" /></Relationships>
</file>

<file path=ppt/slides/_rels/slide19.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notesSlide" Target="../notesSlides/notesSlide19.xml" /><Relationship Id="rId1" Type="http://schemas.openxmlformats.org/officeDocument/2006/relationships/slideLayout" Target="../slideLayouts/slideLayout7.xml" /><Relationship Id="rId6" Type="http://schemas.openxmlformats.org/officeDocument/2006/relationships/image" Target="../media/image3.png" /><Relationship Id="rId5" Type="http://schemas.openxmlformats.org/officeDocument/2006/relationships/image" Target="../media/image6.png" /><Relationship Id="rId4" Type="http://schemas.openxmlformats.org/officeDocument/2006/relationships/image" Target="../media/image5.png" /></Relationships>
</file>

<file path=ppt/slides/_rels/slide20.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notesSlide" Target="../notesSlides/notesSlide20.xml" /><Relationship Id="rId1" Type="http://schemas.openxmlformats.org/officeDocument/2006/relationships/slideLayout" Target="../slideLayouts/slideLayout7.xml" /><Relationship Id="rId6" Type="http://schemas.openxmlformats.org/officeDocument/2006/relationships/image" Target="../media/image3.png" /><Relationship Id="rId5" Type="http://schemas.openxmlformats.org/officeDocument/2006/relationships/image" Target="../media/image6.png" /><Relationship Id="rId4" Type="http://schemas.openxmlformats.org/officeDocument/2006/relationships/image" Target="../media/image5.png" /></Relationships>
</file>

<file path=ppt/slides/_rels/slide21.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notesSlide" Target="../notesSlides/notesSlide21.xml" /><Relationship Id="rId1" Type="http://schemas.openxmlformats.org/officeDocument/2006/relationships/slideLayout" Target="../slideLayouts/slideLayout7.xml" /><Relationship Id="rId6" Type="http://schemas.openxmlformats.org/officeDocument/2006/relationships/image" Target="../media/image3.png" /><Relationship Id="rId5" Type="http://schemas.openxmlformats.org/officeDocument/2006/relationships/image" Target="../media/image6.png" /><Relationship Id="rId4" Type="http://schemas.openxmlformats.org/officeDocument/2006/relationships/image" Target="../media/image5.png" /></Relationships>
</file>

<file path=ppt/slides/_rels/slide22.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notesSlide" Target="../notesSlides/notesSlide22.xml" /><Relationship Id="rId1" Type="http://schemas.openxmlformats.org/officeDocument/2006/relationships/slideLayout" Target="../slideLayouts/slideLayout7.xml" /><Relationship Id="rId6" Type="http://schemas.openxmlformats.org/officeDocument/2006/relationships/image" Target="../media/image3.png" /><Relationship Id="rId5" Type="http://schemas.openxmlformats.org/officeDocument/2006/relationships/image" Target="../media/image6.png" /><Relationship Id="rId4" Type="http://schemas.openxmlformats.org/officeDocument/2006/relationships/image" Target="../media/image5.png" /></Relationships>
</file>

<file path=ppt/slides/_rels/slide23.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notesSlide" Target="../notesSlides/notesSlide23.xml" /><Relationship Id="rId1" Type="http://schemas.openxmlformats.org/officeDocument/2006/relationships/slideLayout" Target="../slideLayouts/slideLayout7.xml" /><Relationship Id="rId6" Type="http://schemas.openxmlformats.org/officeDocument/2006/relationships/image" Target="../media/image3.png" /><Relationship Id="rId5" Type="http://schemas.openxmlformats.org/officeDocument/2006/relationships/image" Target="../media/image6.png" /><Relationship Id="rId4" Type="http://schemas.openxmlformats.org/officeDocument/2006/relationships/image" Target="../media/image5.png" /></Relationships>
</file>

<file path=ppt/slides/_rels/slide24.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notesSlide" Target="../notesSlides/notesSlide24.xml" /><Relationship Id="rId1" Type="http://schemas.openxmlformats.org/officeDocument/2006/relationships/slideLayout" Target="../slideLayouts/slideLayout7.xml" /><Relationship Id="rId6" Type="http://schemas.openxmlformats.org/officeDocument/2006/relationships/image" Target="../media/image3.png" /><Relationship Id="rId5" Type="http://schemas.openxmlformats.org/officeDocument/2006/relationships/image" Target="../media/image6.png" /><Relationship Id="rId4" Type="http://schemas.openxmlformats.org/officeDocument/2006/relationships/image" Target="../media/image5.png" /></Relationships>
</file>

<file path=ppt/slides/_rels/slide25.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notesSlide" Target="../notesSlides/notesSlide25.xml" /><Relationship Id="rId1" Type="http://schemas.openxmlformats.org/officeDocument/2006/relationships/slideLayout" Target="../slideLayouts/slideLayout7.xml" /><Relationship Id="rId6" Type="http://schemas.openxmlformats.org/officeDocument/2006/relationships/image" Target="../media/image3.png" /><Relationship Id="rId5" Type="http://schemas.openxmlformats.org/officeDocument/2006/relationships/image" Target="../media/image6.png" /><Relationship Id="rId4" Type="http://schemas.openxmlformats.org/officeDocument/2006/relationships/image" Target="../media/image5.png" /></Relationships>
</file>

<file path=ppt/slides/_rels/slide26.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notesSlide" Target="../notesSlides/notesSlide26.xml" /><Relationship Id="rId1" Type="http://schemas.openxmlformats.org/officeDocument/2006/relationships/slideLayout" Target="../slideLayouts/slideLayout7.xml" /><Relationship Id="rId6" Type="http://schemas.openxmlformats.org/officeDocument/2006/relationships/image" Target="../media/image3.png" /><Relationship Id="rId5" Type="http://schemas.openxmlformats.org/officeDocument/2006/relationships/image" Target="../media/image6.png" /><Relationship Id="rId4" Type="http://schemas.openxmlformats.org/officeDocument/2006/relationships/image" Target="../media/image5.png" /></Relationships>
</file>

<file path=ppt/slides/_rels/slide27.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notesSlide" Target="../notesSlides/notesSlide27.xml" /><Relationship Id="rId1" Type="http://schemas.openxmlformats.org/officeDocument/2006/relationships/slideLayout" Target="../slideLayouts/slideLayout7.xml" /><Relationship Id="rId6" Type="http://schemas.openxmlformats.org/officeDocument/2006/relationships/image" Target="../media/image3.png" /><Relationship Id="rId5" Type="http://schemas.openxmlformats.org/officeDocument/2006/relationships/image" Target="../media/image6.png" /><Relationship Id="rId4" Type="http://schemas.openxmlformats.org/officeDocument/2006/relationships/image" Target="../media/image5.png" /></Relationships>
</file>

<file path=ppt/slides/_rels/slide28.xml.rels><?xml version="1.0" encoding="UTF-8" standalone="yes"?>
<Relationships xmlns="http://schemas.openxmlformats.org/package/2006/relationships"><Relationship Id="rId8" Type="http://schemas.openxmlformats.org/officeDocument/2006/relationships/image" Target="../media/image24.jpg" /><Relationship Id="rId3" Type="http://schemas.openxmlformats.org/officeDocument/2006/relationships/image" Target="../media/image17.png" /><Relationship Id="rId7" Type="http://schemas.openxmlformats.org/officeDocument/2006/relationships/image" Target="../media/image3.png" /><Relationship Id="rId2" Type="http://schemas.openxmlformats.org/officeDocument/2006/relationships/notesSlide" Target="../notesSlides/notesSlide28.xml" /><Relationship Id="rId1" Type="http://schemas.openxmlformats.org/officeDocument/2006/relationships/slideLayout" Target="../slideLayouts/slideLayout7.xml" /><Relationship Id="rId6" Type="http://schemas.openxmlformats.org/officeDocument/2006/relationships/image" Target="../media/image20.png" /><Relationship Id="rId5" Type="http://schemas.openxmlformats.org/officeDocument/2006/relationships/image" Target="../media/image19.png" /><Relationship Id="rId4" Type="http://schemas.openxmlformats.org/officeDocument/2006/relationships/image" Target="../media/image18.png" /></Relationships>
</file>

<file path=ppt/slides/_rels/slide29.xml.rels><?xml version="1.0" encoding="UTF-8" standalone="yes"?>
<Relationships xmlns="http://schemas.openxmlformats.org/package/2006/relationships"><Relationship Id="rId8" Type="http://schemas.openxmlformats.org/officeDocument/2006/relationships/image" Target="../media/image24.jpg" /><Relationship Id="rId3" Type="http://schemas.openxmlformats.org/officeDocument/2006/relationships/image" Target="../media/image17.png" /><Relationship Id="rId7" Type="http://schemas.openxmlformats.org/officeDocument/2006/relationships/image" Target="../media/image3.png" /><Relationship Id="rId2" Type="http://schemas.openxmlformats.org/officeDocument/2006/relationships/notesSlide" Target="../notesSlides/notesSlide29.xml" /><Relationship Id="rId1" Type="http://schemas.openxmlformats.org/officeDocument/2006/relationships/slideLayout" Target="../slideLayouts/slideLayout7.xml" /><Relationship Id="rId6" Type="http://schemas.openxmlformats.org/officeDocument/2006/relationships/image" Target="../media/image20.png" /><Relationship Id="rId5" Type="http://schemas.openxmlformats.org/officeDocument/2006/relationships/image" Target="../media/image19.png" /><Relationship Id="rId4" Type="http://schemas.openxmlformats.org/officeDocument/2006/relationships/image" Target="../media/image18.png" /></Relationships>
</file>

<file path=ppt/slides/_rels/slide30.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notesSlide" Target="../notesSlides/notesSlide30.xml" /><Relationship Id="rId1" Type="http://schemas.openxmlformats.org/officeDocument/2006/relationships/slideLayout" Target="../slideLayouts/slideLayout7.xml" /><Relationship Id="rId6" Type="http://schemas.openxmlformats.org/officeDocument/2006/relationships/image" Target="../media/image3.png" /><Relationship Id="rId5" Type="http://schemas.openxmlformats.org/officeDocument/2006/relationships/image" Target="../media/image6.png" /><Relationship Id="rId4" Type="http://schemas.openxmlformats.org/officeDocument/2006/relationships/image" Target="../media/image5.png" /></Relationships>
</file>

<file path=ppt/slides/_rels/slide31.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notesSlide" Target="../notesSlides/notesSlide31.xml" /><Relationship Id="rId1" Type="http://schemas.openxmlformats.org/officeDocument/2006/relationships/slideLayout" Target="../slideLayouts/slideLayout7.xml" /><Relationship Id="rId6" Type="http://schemas.openxmlformats.org/officeDocument/2006/relationships/image" Target="../media/image3.png" /><Relationship Id="rId5" Type="http://schemas.openxmlformats.org/officeDocument/2006/relationships/image" Target="../media/image6.png" /><Relationship Id="rId4" Type="http://schemas.openxmlformats.org/officeDocument/2006/relationships/image" Target="../media/image5.png" /></Relationships>
</file>

<file path=ppt/slides/_rels/slide32.xml.rels><?xml version="1.0" encoding="UTF-8" standalone="yes"?>
<Relationships xmlns="http://schemas.openxmlformats.org/package/2006/relationships"><Relationship Id="rId3" Type="http://schemas.openxmlformats.org/officeDocument/2006/relationships/image" Target="../media/image17.png" /><Relationship Id="rId7" Type="http://schemas.openxmlformats.org/officeDocument/2006/relationships/image" Target="../media/image3.png" /><Relationship Id="rId2" Type="http://schemas.openxmlformats.org/officeDocument/2006/relationships/notesSlide" Target="../notesSlides/notesSlide32.xml" /><Relationship Id="rId1" Type="http://schemas.openxmlformats.org/officeDocument/2006/relationships/slideLayout" Target="../slideLayouts/slideLayout7.xml" /><Relationship Id="rId6" Type="http://schemas.openxmlformats.org/officeDocument/2006/relationships/image" Target="../media/image20.png" /><Relationship Id="rId5" Type="http://schemas.openxmlformats.org/officeDocument/2006/relationships/image" Target="../media/image19.png" /><Relationship Id="rId4" Type="http://schemas.openxmlformats.org/officeDocument/2006/relationships/image" Target="../media/image18.png" /></Relationships>
</file>

<file path=ppt/slides/_rels/slide33.xml.rels><?xml version="1.0" encoding="UTF-8" standalone="yes"?>
<Relationships xmlns="http://schemas.openxmlformats.org/package/2006/relationships"><Relationship Id="rId3" Type="http://schemas.openxmlformats.org/officeDocument/2006/relationships/image" Target="../media/image17.png" /><Relationship Id="rId7" Type="http://schemas.openxmlformats.org/officeDocument/2006/relationships/image" Target="../media/image3.png" /><Relationship Id="rId2" Type="http://schemas.openxmlformats.org/officeDocument/2006/relationships/notesSlide" Target="../notesSlides/notesSlide33.xml" /><Relationship Id="rId1" Type="http://schemas.openxmlformats.org/officeDocument/2006/relationships/slideLayout" Target="../slideLayouts/slideLayout7.xml" /><Relationship Id="rId6" Type="http://schemas.openxmlformats.org/officeDocument/2006/relationships/image" Target="../media/image20.png" /><Relationship Id="rId5" Type="http://schemas.openxmlformats.org/officeDocument/2006/relationships/image" Target="../media/image19.png" /><Relationship Id="rId4" Type="http://schemas.openxmlformats.org/officeDocument/2006/relationships/image" Target="../media/image18.png" /></Relationships>
</file>

<file path=ppt/slides/_rels/slide34.xml.rels><?xml version="1.0" encoding="UTF-8" standalone="yes"?>
<Relationships xmlns="http://schemas.openxmlformats.org/package/2006/relationships"><Relationship Id="rId3" Type="http://schemas.openxmlformats.org/officeDocument/2006/relationships/image" Target="../media/image17.png" /><Relationship Id="rId7" Type="http://schemas.openxmlformats.org/officeDocument/2006/relationships/image" Target="../media/image3.png" /><Relationship Id="rId2" Type="http://schemas.openxmlformats.org/officeDocument/2006/relationships/notesSlide" Target="../notesSlides/notesSlide34.xml" /><Relationship Id="rId1" Type="http://schemas.openxmlformats.org/officeDocument/2006/relationships/slideLayout" Target="../slideLayouts/slideLayout7.xml" /><Relationship Id="rId6" Type="http://schemas.openxmlformats.org/officeDocument/2006/relationships/image" Target="../media/image20.png" /><Relationship Id="rId5" Type="http://schemas.openxmlformats.org/officeDocument/2006/relationships/image" Target="../media/image19.png" /><Relationship Id="rId4" Type="http://schemas.openxmlformats.org/officeDocument/2006/relationships/image" Target="../media/image18.png" /></Relationships>
</file>

<file path=ppt/slides/_rels/slide35.xml.rels><?xml version="1.0" encoding="UTF-8" standalone="yes"?>
<Relationships xmlns="http://schemas.openxmlformats.org/package/2006/relationships"><Relationship Id="rId3" Type="http://schemas.openxmlformats.org/officeDocument/2006/relationships/image" Target="../media/image17.png" /><Relationship Id="rId7" Type="http://schemas.openxmlformats.org/officeDocument/2006/relationships/image" Target="../media/image3.png" /><Relationship Id="rId2" Type="http://schemas.openxmlformats.org/officeDocument/2006/relationships/notesSlide" Target="../notesSlides/notesSlide35.xml" /><Relationship Id="rId1" Type="http://schemas.openxmlformats.org/officeDocument/2006/relationships/slideLayout" Target="../slideLayouts/slideLayout7.xml" /><Relationship Id="rId6" Type="http://schemas.openxmlformats.org/officeDocument/2006/relationships/image" Target="../media/image20.png" /><Relationship Id="rId5" Type="http://schemas.openxmlformats.org/officeDocument/2006/relationships/image" Target="../media/image19.png" /><Relationship Id="rId4" Type="http://schemas.openxmlformats.org/officeDocument/2006/relationships/image" Target="../media/image18.png" /></Relationships>
</file>

<file path=ppt/slides/_rels/slide36.xml.rels><?xml version="1.0" encoding="UTF-8" standalone="yes"?>
<Relationships xmlns="http://schemas.openxmlformats.org/package/2006/relationships"><Relationship Id="rId3" Type="http://schemas.openxmlformats.org/officeDocument/2006/relationships/image" Target="../media/image17.png" /><Relationship Id="rId7" Type="http://schemas.openxmlformats.org/officeDocument/2006/relationships/image" Target="../media/image3.png" /><Relationship Id="rId2" Type="http://schemas.openxmlformats.org/officeDocument/2006/relationships/notesSlide" Target="../notesSlides/notesSlide36.xml" /><Relationship Id="rId1" Type="http://schemas.openxmlformats.org/officeDocument/2006/relationships/slideLayout" Target="../slideLayouts/slideLayout7.xml" /><Relationship Id="rId6" Type="http://schemas.openxmlformats.org/officeDocument/2006/relationships/image" Target="../media/image20.png" /><Relationship Id="rId5" Type="http://schemas.openxmlformats.org/officeDocument/2006/relationships/image" Target="../media/image19.png" /><Relationship Id="rId4" Type="http://schemas.openxmlformats.org/officeDocument/2006/relationships/image" Target="../media/image18.png" /></Relationships>
</file>

<file path=ppt/slides/_rels/slide37.xml.rels><?xml version="1.0" encoding="UTF-8" standalone="yes"?>
<Relationships xmlns="http://schemas.openxmlformats.org/package/2006/relationships"><Relationship Id="rId3" Type="http://schemas.openxmlformats.org/officeDocument/2006/relationships/image" Target="../media/image17.png" /><Relationship Id="rId7" Type="http://schemas.openxmlformats.org/officeDocument/2006/relationships/image" Target="../media/image3.png" /><Relationship Id="rId2" Type="http://schemas.openxmlformats.org/officeDocument/2006/relationships/notesSlide" Target="../notesSlides/notesSlide37.xml" /><Relationship Id="rId1" Type="http://schemas.openxmlformats.org/officeDocument/2006/relationships/slideLayout" Target="../slideLayouts/slideLayout7.xml" /><Relationship Id="rId6" Type="http://schemas.openxmlformats.org/officeDocument/2006/relationships/image" Target="../media/image20.png" /><Relationship Id="rId5" Type="http://schemas.openxmlformats.org/officeDocument/2006/relationships/image" Target="../media/image19.png" /><Relationship Id="rId4" Type="http://schemas.openxmlformats.org/officeDocument/2006/relationships/image" Target="../media/image18.png" /></Relationships>
</file>

<file path=ppt/slides/_rels/slide38.xml.rels><?xml version="1.0" encoding="UTF-8" standalone="yes"?>
<Relationships xmlns="http://schemas.openxmlformats.org/package/2006/relationships"><Relationship Id="rId3" Type="http://schemas.openxmlformats.org/officeDocument/2006/relationships/image" Target="../media/image17.png" /><Relationship Id="rId7" Type="http://schemas.openxmlformats.org/officeDocument/2006/relationships/image" Target="../media/image3.png" /><Relationship Id="rId2" Type="http://schemas.openxmlformats.org/officeDocument/2006/relationships/notesSlide" Target="../notesSlides/notesSlide38.xml" /><Relationship Id="rId1" Type="http://schemas.openxmlformats.org/officeDocument/2006/relationships/slideLayout" Target="../slideLayouts/slideLayout7.xml" /><Relationship Id="rId6" Type="http://schemas.openxmlformats.org/officeDocument/2006/relationships/image" Target="../media/image20.png" /><Relationship Id="rId5" Type="http://schemas.openxmlformats.org/officeDocument/2006/relationships/image" Target="../media/image19.png" /><Relationship Id="rId4" Type="http://schemas.openxmlformats.org/officeDocument/2006/relationships/image" Target="../media/image18.png" /></Relationships>
</file>

<file path=ppt/slides/_rels/slide39.xml.rels><?xml version="1.0" encoding="UTF-8" standalone="yes"?>
<Relationships xmlns="http://schemas.openxmlformats.org/package/2006/relationships"><Relationship Id="rId3" Type="http://schemas.openxmlformats.org/officeDocument/2006/relationships/image" Target="../media/image17.png" /><Relationship Id="rId7" Type="http://schemas.openxmlformats.org/officeDocument/2006/relationships/image" Target="../media/image3.png" /><Relationship Id="rId2" Type="http://schemas.openxmlformats.org/officeDocument/2006/relationships/notesSlide" Target="../notesSlides/notesSlide39.xml" /><Relationship Id="rId1" Type="http://schemas.openxmlformats.org/officeDocument/2006/relationships/slideLayout" Target="../slideLayouts/slideLayout7.xml" /><Relationship Id="rId6" Type="http://schemas.openxmlformats.org/officeDocument/2006/relationships/image" Target="../media/image20.png" /><Relationship Id="rId5" Type="http://schemas.openxmlformats.org/officeDocument/2006/relationships/image" Target="../media/image19.png" /><Relationship Id="rId4" Type="http://schemas.openxmlformats.org/officeDocument/2006/relationships/image" Target="../media/image18.png" /></Relationships>
</file>

<file path=ppt/slides/_rels/slide40.xml.rels><?xml version="1.0" encoding="UTF-8" standalone="yes"?>
<Relationships xmlns="http://schemas.openxmlformats.org/package/2006/relationships"><Relationship Id="rId3" Type="http://schemas.openxmlformats.org/officeDocument/2006/relationships/image" Target="../media/image17.png" /><Relationship Id="rId7" Type="http://schemas.openxmlformats.org/officeDocument/2006/relationships/image" Target="../media/image3.png" /><Relationship Id="rId2" Type="http://schemas.openxmlformats.org/officeDocument/2006/relationships/notesSlide" Target="../notesSlides/notesSlide40.xml" /><Relationship Id="rId1" Type="http://schemas.openxmlformats.org/officeDocument/2006/relationships/slideLayout" Target="../slideLayouts/slideLayout7.xml" /><Relationship Id="rId6" Type="http://schemas.openxmlformats.org/officeDocument/2006/relationships/image" Target="../media/image20.png" /><Relationship Id="rId5" Type="http://schemas.openxmlformats.org/officeDocument/2006/relationships/image" Target="../media/image19.png" /><Relationship Id="rId4" Type="http://schemas.openxmlformats.org/officeDocument/2006/relationships/image" Target="../media/image18.png" /></Relationships>
</file>

<file path=ppt/slides/_rels/slide41.xml.rels><?xml version="1.0" encoding="UTF-8" standalone="yes"?>
<Relationships xmlns="http://schemas.openxmlformats.org/package/2006/relationships"><Relationship Id="rId3" Type="http://schemas.openxmlformats.org/officeDocument/2006/relationships/image" Target="../media/image17.png" /><Relationship Id="rId7" Type="http://schemas.openxmlformats.org/officeDocument/2006/relationships/image" Target="../media/image3.png" /><Relationship Id="rId2" Type="http://schemas.openxmlformats.org/officeDocument/2006/relationships/notesSlide" Target="../notesSlides/notesSlide41.xml" /><Relationship Id="rId1" Type="http://schemas.openxmlformats.org/officeDocument/2006/relationships/slideLayout" Target="../slideLayouts/slideLayout7.xml" /><Relationship Id="rId6" Type="http://schemas.openxmlformats.org/officeDocument/2006/relationships/image" Target="../media/image20.png" /><Relationship Id="rId5" Type="http://schemas.openxmlformats.org/officeDocument/2006/relationships/image" Target="../media/image19.png" /><Relationship Id="rId4" Type="http://schemas.openxmlformats.org/officeDocument/2006/relationships/image" Target="../media/image18.png" /></Relationships>
</file>

<file path=ppt/slides/_rels/slide42.xml.rels><?xml version="1.0" encoding="UTF-8" standalone="yes"?>
<Relationships xmlns="http://schemas.openxmlformats.org/package/2006/relationships"><Relationship Id="rId8" Type="http://schemas.openxmlformats.org/officeDocument/2006/relationships/image" Target="../media/image3.png" /><Relationship Id="rId3" Type="http://schemas.openxmlformats.org/officeDocument/2006/relationships/image" Target="../media/image13.png" /><Relationship Id="rId7" Type="http://schemas.openxmlformats.org/officeDocument/2006/relationships/image" Target="../media/image16.png" /><Relationship Id="rId2" Type="http://schemas.openxmlformats.org/officeDocument/2006/relationships/notesSlide" Target="../notesSlides/notesSlide42.xml" /><Relationship Id="rId1" Type="http://schemas.openxmlformats.org/officeDocument/2006/relationships/slideLayout" Target="../slideLayouts/slideLayout7.xml" /><Relationship Id="rId6" Type="http://schemas.openxmlformats.org/officeDocument/2006/relationships/image" Target="../media/image8.png" /><Relationship Id="rId5" Type="http://schemas.openxmlformats.org/officeDocument/2006/relationships/image" Target="../media/image15.png" /><Relationship Id="rId4" Type="http://schemas.openxmlformats.org/officeDocument/2006/relationships/image" Target="../media/image14.png" /></Relationships>
</file>

<file path=ppt/slides/_rels/slide43.xml.rels><?xml version="1.0" encoding="UTF-8" standalone="yes"?>
<Relationships xmlns="http://schemas.openxmlformats.org/package/2006/relationships"><Relationship Id="rId8" Type="http://schemas.openxmlformats.org/officeDocument/2006/relationships/image" Target="../media/image3.png" /><Relationship Id="rId3" Type="http://schemas.openxmlformats.org/officeDocument/2006/relationships/image" Target="../media/image13.png" /><Relationship Id="rId7" Type="http://schemas.openxmlformats.org/officeDocument/2006/relationships/image" Target="../media/image16.png" /><Relationship Id="rId2" Type="http://schemas.openxmlformats.org/officeDocument/2006/relationships/notesSlide" Target="../notesSlides/notesSlide43.xml" /><Relationship Id="rId1" Type="http://schemas.openxmlformats.org/officeDocument/2006/relationships/slideLayout" Target="../slideLayouts/slideLayout7.xml" /><Relationship Id="rId6" Type="http://schemas.openxmlformats.org/officeDocument/2006/relationships/image" Target="../media/image8.png" /><Relationship Id="rId5" Type="http://schemas.openxmlformats.org/officeDocument/2006/relationships/image" Target="../media/image15.png" /><Relationship Id="rId4" Type="http://schemas.openxmlformats.org/officeDocument/2006/relationships/image" Target="../media/image14.png" /></Relationships>
</file>

<file path=ppt/slides/_rels/slide44.xml.rels><?xml version="1.0" encoding="UTF-8" standalone="yes"?>
<Relationships xmlns="http://schemas.openxmlformats.org/package/2006/relationships"><Relationship Id="rId8" Type="http://schemas.openxmlformats.org/officeDocument/2006/relationships/image" Target="../media/image3.png" /><Relationship Id="rId3" Type="http://schemas.openxmlformats.org/officeDocument/2006/relationships/image" Target="../media/image13.png" /><Relationship Id="rId7" Type="http://schemas.openxmlformats.org/officeDocument/2006/relationships/image" Target="../media/image16.png" /><Relationship Id="rId2" Type="http://schemas.openxmlformats.org/officeDocument/2006/relationships/notesSlide" Target="../notesSlides/notesSlide44.xml" /><Relationship Id="rId1" Type="http://schemas.openxmlformats.org/officeDocument/2006/relationships/slideLayout" Target="../slideLayouts/slideLayout7.xml" /><Relationship Id="rId6" Type="http://schemas.openxmlformats.org/officeDocument/2006/relationships/image" Target="../media/image8.png" /><Relationship Id="rId5" Type="http://schemas.openxmlformats.org/officeDocument/2006/relationships/image" Target="../media/image15.png" /><Relationship Id="rId4" Type="http://schemas.openxmlformats.org/officeDocument/2006/relationships/image" Target="../media/image14.png" /></Relationships>
</file>

<file path=ppt/slides/_rels/slide45.xml.rels><?xml version="1.0" encoding="UTF-8" standalone="yes"?>
<Relationships xmlns="http://schemas.openxmlformats.org/package/2006/relationships"><Relationship Id="rId8" Type="http://schemas.openxmlformats.org/officeDocument/2006/relationships/image" Target="../media/image3.png" /><Relationship Id="rId3" Type="http://schemas.openxmlformats.org/officeDocument/2006/relationships/image" Target="../media/image13.png" /><Relationship Id="rId7" Type="http://schemas.openxmlformats.org/officeDocument/2006/relationships/image" Target="../media/image16.png" /><Relationship Id="rId2" Type="http://schemas.openxmlformats.org/officeDocument/2006/relationships/notesSlide" Target="../notesSlides/notesSlide45.xml" /><Relationship Id="rId1" Type="http://schemas.openxmlformats.org/officeDocument/2006/relationships/slideLayout" Target="../slideLayouts/slideLayout7.xml" /><Relationship Id="rId6" Type="http://schemas.openxmlformats.org/officeDocument/2006/relationships/image" Target="../media/image8.png" /><Relationship Id="rId5" Type="http://schemas.openxmlformats.org/officeDocument/2006/relationships/image" Target="../media/image15.png" /><Relationship Id="rId4" Type="http://schemas.openxmlformats.org/officeDocument/2006/relationships/image" Target="../media/image14.png" /></Relationships>
</file>

<file path=ppt/slides/_rels/slide46.xml.rels><?xml version="1.0" encoding="UTF-8" standalone="yes"?>
<Relationships xmlns="http://schemas.openxmlformats.org/package/2006/relationships"><Relationship Id="rId8" Type="http://schemas.openxmlformats.org/officeDocument/2006/relationships/image" Target="../media/image3.png" /><Relationship Id="rId3" Type="http://schemas.openxmlformats.org/officeDocument/2006/relationships/image" Target="../media/image13.png" /><Relationship Id="rId7" Type="http://schemas.openxmlformats.org/officeDocument/2006/relationships/image" Target="../media/image16.png" /><Relationship Id="rId2" Type="http://schemas.openxmlformats.org/officeDocument/2006/relationships/notesSlide" Target="../notesSlides/notesSlide46.xml" /><Relationship Id="rId1" Type="http://schemas.openxmlformats.org/officeDocument/2006/relationships/slideLayout" Target="../slideLayouts/slideLayout7.xml" /><Relationship Id="rId6" Type="http://schemas.openxmlformats.org/officeDocument/2006/relationships/image" Target="../media/image8.png" /><Relationship Id="rId5" Type="http://schemas.openxmlformats.org/officeDocument/2006/relationships/image" Target="../media/image15.png" /><Relationship Id="rId4" Type="http://schemas.openxmlformats.org/officeDocument/2006/relationships/image" Target="../media/image14.png" /></Relationships>
</file>

<file path=ppt/slides/_rels/slide47.xml.rels><?xml version="1.0" encoding="UTF-8" standalone="yes"?>
<Relationships xmlns="http://schemas.openxmlformats.org/package/2006/relationships"><Relationship Id="rId8" Type="http://schemas.openxmlformats.org/officeDocument/2006/relationships/image" Target="../media/image3.png" /><Relationship Id="rId3" Type="http://schemas.openxmlformats.org/officeDocument/2006/relationships/image" Target="../media/image13.png" /><Relationship Id="rId7" Type="http://schemas.openxmlformats.org/officeDocument/2006/relationships/image" Target="../media/image16.png" /><Relationship Id="rId2" Type="http://schemas.openxmlformats.org/officeDocument/2006/relationships/notesSlide" Target="../notesSlides/notesSlide47.xml" /><Relationship Id="rId1" Type="http://schemas.openxmlformats.org/officeDocument/2006/relationships/slideLayout" Target="../slideLayouts/slideLayout7.xml" /><Relationship Id="rId6" Type="http://schemas.openxmlformats.org/officeDocument/2006/relationships/image" Target="../media/image8.png" /><Relationship Id="rId5" Type="http://schemas.openxmlformats.org/officeDocument/2006/relationships/image" Target="../media/image15.png" /><Relationship Id="rId4" Type="http://schemas.openxmlformats.org/officeDocument/2006/relationships/image" Target="../media/image14.png" /></Relationships>
</file>

<file path=ppt/slides/_rels/slide48.xml.rels><?xml version="1.0" encoding="UTF-8" standalone="yes"?>
<Relationships xmlns="http://schemas.openxmlformats.org/package/2006/relationships"><Relationship Id="rId8" Type="http://schemas.openxmlformats.org/officeDocument/2006/relationships/image" Target="../media/image3.png" /><Relationship Id="rId3" Type="http://schemas.openxmlformats.org/officeDocument/2006/relationships/image" Target="../media/image13.png" /><Relationship Id="rId7" Type="http://schemas.openxmlformats.org/officeDocument/2006/relationships/image" Target="../media/image16.png" /><Relationship Id="rId2" Type="http://schemas.openxmlformats.org/officeDocument/2006/relationships/notesSlide" Target="../notesSlides/notesSlide48.xml" /><Relationship Id="rId1" Type="http://schemas.openxmlformats.org/officeDocument/2006/relationships/slideLayout" Target="../slideLayouts/slideLayout7.xml" /><Relationship Id="rId6" Type="http://schemas.openxmlformats.org/officeDocument/2006/relationships/image" Target="../media/image8.png" /><Relationship Id="rId5" Type="http://schemas.openxmlformats.org/officeDocument/2006/relationships/image" Target="../media/image15.png" /><Relationship Id="rId4" Type="http://schemas.openxmlformats.org/officeDocument/2006/relationships/image" Target="../media/image14.png" /></Relationships>
</file>

<file path=ppt/slides/_rels/slide49.xml.rels><?xml version="1.0" encoding="UTF-8" standalone="yes"?>
<Relationships xmlns="http://schemas.openxmlformats.org/package/2006/relationships"><Relationship Id="rId8" Type="http://schemas.openxmlformats.org/officeDocument/2006/relationships/image" Target="../media/image3.png" /><Relationship Id="rId3" Type="http://schemas.openxmlformats.org/officeDocument/2006/relationships/image" Target="../media/image13.png" /><Relationship Id="rId7" Type="http://schemas.openxmlformats.org/officeDocument/2006/relationships/image" Target="../media/image16.png" /><Relationship Id="rId2" Type="http://schemas.openxmlformats.org/officeDocument/2006/relationships/notesSlide" Target="../notesSlides/notesSlide49.xml" /><Relationship Id="rId1" Type="http://schemas.openxmlformats.org/officeDocument/2006/relationships/slideLayout" Target="../slideLayouts/slideLayout7.xml" /><Relationship Id="rId6" Type="http://schemas.openxmlformats.org/officeDocument/2006/relationships/image" Target="../media/image8.png" /><Relationship Id="rId5" Type="http://schemas.openxmlformats.org/officeDocument/2006/relationships/image" Target="../media/image15.png" /><Relationship Id="rId4" Type="http://schemas.openxmlformats.org/officeDocument/2006/relationships/image" Target="../media/image14.png" /></Relationships>
</file>

<file path=ppt/slides/_rels/slide50.xml.rels><?xml version="1.0" encoding="UTF-8" standalone="yes"?>
<Relationships xmlns="http://schemas.openxmlformats.org/package/2006/relationships"><Relationship Id="rId8" Type="http://schemas.openxmlformats.org/officeDocument/2006/relationships/image" Target="../media/image3.png" /><Relationship Id="rId3" Type="http://schemas.openxmlformats.org/officeDocument/2006/relationships/image" Target="../media/image13.png" /><Relationship Id="rId7" Type="http://schemas.openxmlformats.org/officeDocument/2006/relationships/image" Target="../media/image16.png" /><Relationship Id="rId2" Type="http://schemas.openxmlformats.org/officeDocument/2006/relationships/notesSlide" Target="../notesSlides/notesSlide50.xml" /><Relationship Id="rId1" Type="http://schemas.openxmlformats.org/officeDocument/2006/relationships/slideLayout" Target="../slideLayouts/slideLayout7.xml" /><Relationship Id="rId6" Type="http://schemas.openxmlformats.org/officeDocument/2006/relationships/image" Target="../media/image8.png" /><Relationship Id="rId5" Type="http://schemas.openxmlformats.org/officeDocument/2006/relationships/image" Target="../media/image15.png" /><Relationship Id="rId4" Type="http://schemas.openxmlformats.org/officeDocument/2006/relationships/image" Target="../media/image14.png" /></Relationships>
</file>

<file path=ppt/slides/_rels/slide51.xml.rels><?xml version="1.0" encoding="UTF-8" standalone="yes"?>
<Relationships xmlns="http://schemas.openxmlformats.org/package/2006/relationships"><Relationship Id="rId3" Type="http://schemas.openxmlformats.org/officeDocument/2006/relationships/image" Target="../media/image25.png" /><Relationship Id="rId2" Type="http://schemas.openxmlformats.org/officeDocument/2006/relationships/notesSlide" Target="../notesSlides/notesSlide51.xml" /><Relationship Id="rId1" Type="http://schemas.openxmlformats.org/officeDocument/2006/relationships/slideLayout" Target="../slideLayouts/slideLayout7.xml" /><Relationship Id="rId6" Type="http://schemas.openxmlformats.org/officeDocument/2006/relationships/image" Target="../media/image6.png" /><Relationship Id="rId5" Type="http://schemas.openxmlformats.org/officeDocument/2006/relationships/image" Target="../media/image27.png" /><Relationship Id="rId4" Type="http://schemas.openxmlformats.org/officeDocument/2006/relationships/image" Target="../media/image26.png" /></Relationships>
</file>

<file path=ppt/slides/slide1.xml><?xml version="1.0" encoding="utf-8"?>
<p:sld xmlns:a="http://schemas.openxmlformats.org/drawingml/2006/main" xmlns:r="http://schemas.openxmlformats.org/officeDocument/2006/relationships" xmlns:p="http://schemas.openxmlformats.org/presentationml/2006/main" showMasterPhAnim="0">
  <p:cSld name="Judul presentasi">
    <p:spTree>
      <p:nvGrpSpPr>
        <p:cNvPr id="1" name=""/>
        <p:cNvGrpSpPr/>
        <p:nvPr/>
      </p:nvGrpSpPr>
      <p:grpSpPr bwMode="auto">
        <a:xfrm>
          <a:off x="0" y="0"/>
          <a:ext cx="0" cy="0"/>
          <a:chOff x="0" y="0"/>
          <a:chExt cx="0" cy="0"/>
        </a:xfrm>
      </p:grpSpPr>
      <p:grpSp>
        <p:nvGrpSpPr>
          <p:cNvPr id="796385499" name="Group 2"/>
          <p:cNvGrpSpPr/>
          <p:nvPr/>
        </p:nvGrpSpPr>
        <p:grpSpPr bwMode="auto">
          <a:xfrm>
            <a:off x="12939395" y="6668770"/>
            <a:ext cx="5348605" cy="3618230"/>
            <a:chOff x="12939395" y="6668770"/>
            <a:chExt cx="5348605" cy="3618230"/>
          </a:xfrm>
        </p:grpSpPr>
        <p:sp>
          <p:nvSpPr>
            <p:cNvPr id="4" name="Freeform 3"/>
            <p:cNvSpPr/>
            <p:nvPr/>
          </p:nvSpPr>
          <p:spPr bwMode="auto">
            <a:xfrm>
              <a:off x="12939395" y="6668770"/>
              <a:ext cx="5348605" cy="3618230"/>
            </a:xfrm>
            <a:custGeom>
              <a:avLst/>
              <a:gdLst/>
              <a:ahLst/>
              <a:cxnLst/>
              <a:rect l="0" t="0" r="5348605" b="3618230"/>
              <a:pathLst>
                <a:path w="5348605" h="3618230" extrusionOk="0">
                  <a:moveTo>
                    <a:pt x="0" y="0"/>
                  </a:moveTo>
                  <a:lnTo>
                    <a:pt x="5348605" y="0"/>
                  </a:lnTo>
                  <a:lnTo>
                    <a:pt x="5348605" y="3618230"/>
                  </a:lnTo>
                  <a:lnTo>
                    <a:pt x="0" y="3618230"/>
                  </a:lnTo>
                  <a:close/>
                </a:path>
              </a:pathLst>
            </a:custGeom>
            <a:solidFill>
              <a:srgbClr val="E4E4E4"/>
            </a:solidFill>
            <a:ln>
              <a:noFill/>
            </a:ln>
            <a:effectLst/>
          </p:spPr>
        </p:sp>
        <p:sp>
          <p:nvSpPr>
            <p:cNvPr id="3" name="TextBox 4"/>
            <p:cNvSpPr/>
            <p:nvPr/>
          </p:nvSpPr>
          <p:spPr bwMode="auto">
            <a:xfrm>
              <a:off x="12939395" y="6523990"/>
              <a:ext cx="5348605" cy="376301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1181565665" name="Freeform 5"/>
          <p:cNvSpPr/>
          <p:nvPr/>
        </p:nvSpPr>
        <p:spPr bwMode="auto">
          <a:xfrm>
            <a:off x="16183610" y="2901950"/>
            <a:ext cx="1327785" cy="1327150"/>
          </a:xfrm>
          <a:custGeom>
            <a:avLst/>
            <a:gdLst/>
            <a:ahLst/>
            <a:cxnLst/>
            <a:rect l="0" t="0" r="1327785" b="1327150"/>
            <a:pathLst>
              <a:path w="1327785" h="1327150" extrusionOk="0">
                <a:moveTo>
                  <a:pt x="0" y="0"/>
                </a:moveTo>
                <a:lnTo>
                  <a:pt x="1327785" y="0"/>
                </a:lnTo>
                <a:lnTo>
                  <a:pt x="1327785" y="1327150"/>
                </a:lnTo>
                <a:lnTo>
                  <a:pt x="0" y="1327150"/>
                </a:lnTo>
                <a:lnTo>
                  <a:pt x="0" y="0"/>
                </a:lnTo>
                <a:close/>
              </a:path>
            </a:pathLst>
          </a:custGeom>
          <a:blipFill>
            <a:blip r:embed="rId3"/>
            <a:stretch/>
          </a:blipFill>
          <a:ln>
            <a:noFill/>
          </a:ln>
          <a:effectLst/>
        </p:spPr>
      </p:sp>
      <p:sp>
        <p:nvSpPr>
          <p:cNvPr id="1032677043" name="Freeform 6"/>
          <p:cNvSpPr/>
          <p:nvPr/>
        </p:nvSpPr>
        <p:spPr bwMode="auto">
          <a:xfrm>
            <a:off x="11746865" y="-2407920"/>
            <a:ext cx="5974080" cy="5973445"/>
          </a:xfrm>
          <a:custGeom>
            <a:avLst/>
            <a:gdLst/>
            <a:ahLst/>
            <a:cxnLst/>
            <a:rect l="0" t="0" r="5974080" b="5973445"/>
            <a:pathLst>
              <a:path w="5974080" h="5973445" extrusionOk="0">
                <a:moveTo>
                  <a:pt x="0" y="0"/>
                </a:moveTo>
                <a:lnTo>
                  <a:pt x="5974080" y="0"/>
                </a:lnTo>
                <a:lnTo>
                  <a:pt x="5974080" y="5973445"/>
                </a:lnTo>
                <a:lnTo>
                  <a:pt x="0" y="5973445"/>
                </a:lnTo>
                <a:lnTo>
                  <a:pt x="0" y="0"/>
                </a:lnTo>
                <a:close/>
              </a:path>
            </a:pathLst>
          </a:custGeom>
          <a:blipFill>
            <a:blip r:embed="rId4"/>
            <a:stretch/>
          </a:blipFill>
          <a:ln>
            <a:noFill/>
          </a:ln>
          <a:effectLst/>
        </p:spPr>
      </p:sp>
      <p:grpSp>
        <p:nvGrpSpPr>
          <p:cNvPr id="1004940814" name="Group 7"/>
          <p:cNvGrpSpPr/>
          <p:nvPr/>
        </p:nvGrpSpPr>
        <p:grpSpPr bwMode="auto">
          <a:xfrm>
            <a:off x="15351125" y="4400550"/>
            <a:ext cx="803275" cy="742950"/>
            <a:chOff x="15351125" y="4400550"/>
            <a:chExt cx="803275" cy="742950"/>
          </a:xfrm>
        </p:grpSpPr>
        <p:sp>
          <p:nvSpPr>
            <p:cNvPr id="9" name="Freeform 8"/>
            <p:cNvSpPr/>
            <p:nvPr/>
          </p:nvSpPr>
          <p:spPr bwMode="auto">
            <a:xfrm>
              <a:off x="15351125" y="4400550"/>
              <a:ext cx="803275" cy="742950"/>
            </a:xfrm>
            <a:custGeom>
              <a:avLst/>
              <a:gdLst/>
              <a:ahLst/>
              <a:cxnLst/>
              <a:rect l="0" t="0" r="803275" b="742950"/>
              <a:pathLst>
                <a:path w="803275" h="742950" extrusionOk="0">
                  <a:moveTo>
                    <a:pt x="0" y="0"/>
                  </a:moveTo>
                  <a:lnTo>
                    <a:pt x="803275" y="0"/>
                  </a:lnTo>
                  <a:lnTo>
                    <a:pt x="803275" y="742950"/>
                  </a:lnTo>
                  <a:lnTo>
                    <a:pt x="0" y="742950"/>
                  </a:lnTo>
                  <a:close/>
                </a:path>
              </a:pathLst>
            </a:custGeom>
            <a:solidFill>
              <a:srgbClr val="5DA295"/>
            </a:solidFill>
            <a:ln>
              <a:noFill/>
            </a:ln>
            <a:effectLst/>
          </p:spPr>
        </p:sp>
        <p:sp>
          <p:nvSpPr>
            <p:cNvPr id="8" name="TextBox 9"/>
            <p:cNvSpPr/>
            <p:nvPr/>
          </p:nvSpPr>
          <p:spPr bwMode="auto">
            <a:xfrm>
              <a:off x="15351125" y="4255770"/>
              <a:ext cx="803275" cy="88773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133322391" name="Group 10"/>
          <p:cNvGrpSpPr/>
          <p:nvPr/>
        </p:nvGrpSpPr>
        <p:grpSpPr bwMode="auto">
          <a:xfrm>
            <a:off x="0" y="0"/>
            <a:ext cx="619760" cy="2934335"/>
            <a:chOff x="0" y="0"/>
            <a:chExt cx="619760" cy="2934335"/>
          </a:xfrm>
        </p:grpSpPr>
        <p:sp>
          <p:nvSpPr>
            <p:cNvPr id="12" name="Freeform 11"/>
            <p:cNvSpPr/>
            <p:nvPr/>
          </p:nvSpPr>
          <p:spPr bwMode="auto">
            <a:xfrm>
              <a:off x="0" y="0"/>
              <a:ext cx="619760" cy="2934335"/>
            </a:xfrm>
            <a:custGeom>
              <a:avLst/>
              <a:gdLst/>
              <a:ahLst/>
              <a:cxnLst/>
              <a:rect l="0" t="0" r="619760" b="2934335"/>
              <a:pathLst>
                <a:path w="619760" h="2934335" extrusionOk="0">
                  <a:moveTo>
                    <a:pt x="0" y="0"/>
                  </a:moveTo>
                  <a:lnTo>
                    <a:pt x="619760" y="0"/>
                  </a:lnTo>
                  <a:lnTo>
                    <a:pt x="619760" y="2934335"/>
                  </a:lnTo>
                  <a:lnTo>
                    <a:pt x="0" y="2934335"/>
                  </a:lnTo>
                  <a:close/>
                </a:path>
              </a:pathLst>
            </a:custGeom>
            <a:solidFill>
              <a:srgbClr val="5DA295"/>
            </a:solidFill>
            <a:ln>
              <a:noFill/>
            </a:ln>
            <a:effectLst/>
          </p:spPr>
        </p:sp>
        <p:sp>
          <p:nvSpPr>
            <p:cNvPr id="11" name="TextBox 12"/>
            <p:cNvSpPr/>
            <p:nvPr/>
          </p:nvSpPr>
          <p:spPr bwMode="auto">
            <a:xfrm>
              <a:off x="0" y="-144780"/>
              <a:ext cx="619760" cy="3079115"/>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1184280588" name="Group 13"/>
          <p:cNvGrpSpPr/>
          <p:nvPr/>
        </p:nvGrpSpPr>
        <p:grpSpPr bwMode="auto">
          <a:xfrm>
            <a:off x="0" y="2933699"/>
            <a:ext cx="619760" cy="1003935"/>
            <a:chOff x="0" y="2933699"/>
            <a:chExt cx="619760" cy="1003935"/>
          </a:xfrm>
        </p:grpSpPr>
        <p:sp>
          <p:nvSpPr>
            <p:cNvPr id="15" name="Freeform 14"/>
            <p:cNvSpPr/>
            <p:nvPr/>
          </p:nvSpPr>
          <p:spPr bwMode="auto">
            <a:xfrm>
              <a:off x="0" y="2933699"/>
              <a:ext cx="619760" cy="1003935"/>
            </a:xfrm>
            <a:custGeom>
              <a:avLst/>
              <a:gdLst/>
              <a:ahLst/>
              <a:cxnLst/>
              <a:rect l="0" t="0" r="619760" b="1003935"/>
              <a:pathLst>
                <a:path w="619760" h="1003935" extrusionOk="0">
                  <a:moveTo>
                    <a:pt x="0" y="0"/>
                  </a:moveTo>
                  <a:lnTo>
                    <a:pt x="619760" y="0"/>
                  </a:lnTo>
                  <a:lnTo>
                    <a:pt x="619760" y="1003935"/>
                  </a:lnTo>
                  <a:lnTo>
                    <a:pt x="0" y="1003935"/>
                  </a:lnTo>
                  <a:close/>
                </a:path>
              </a:pathLst>
            </a:custGeom>
            <a:solidFill>
              <a:srgbClr val="BFDDD2"/>
            </a:solidFill>
            <a:ln>
              <a:noFill/>
            </a:ln>
            <a:effectLst/>
          </p:spPr>
        </p:sp>
        <p:sp>
          <p:nvSpPr>
            <p:cNvPr id="14" name="TextBox 15"/>
            <p:cNvSpPr/>
            <p:nvPr/>
          </p:nvSpPr>
          <p:spPr bwMode="auto">
            <a:xfrm>
              <a:off x="0" y="2788920"/>
              <a:ext cx="619760" cy="1148715"/>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44859514" name="Group 16"/>
          <p:cNvGrpSpPr/>
          <p:nvPr/>
        </p:nvGrpSpPr>
        <p:grpSpPr bwMode="auto">
          <a:xfrm>
            <a:off x="0" y="6668770"/>
            <a:ext cx="12939395" cy="3618230"/>
            <a:chOff x="0" y="6668770"/>
            <a:chExt cx="12939395" cy="3618230"/>
          </a:xfrm>
        </p:grpSpPr>
        <p:sp>
          <p:nvSpPr>
            <p:cNvPr id="18" name="Freeform 17"/>
            <p:cNvSpPr/>
            <p:nvPr/>
          </p:nvSpPr>
          <p:spPr bwMode="auto">
            <a:xfrm>
              <a:off x="0" y="6668770"/>
              <a:ext cx="12939395" cy="3618230"/>
            </a:xfrm>
            <a:custGeom>
              <a:avLst/>
              <a:gdLst/>
              <a:ahLst/>
              <a:cxnLst/>
              <a:rect l="0" t="0" r="12939395" b="3618230"/>
              <a:pathLst>
                <a:path w="12939395" h="3618230" extrusionOk="0">
                  <a:moveTo>
                    <a:pt x="0" y="0"/>
                  </a:moveTo>
                  <a:lnTo>
                    <a:pt x="12939395" y="0"/>
                  </a:lnTo>
                  <a:lnTo>
                    <a:pt x="12939395" y="3618230"/>
                  </a:lnTo>
                  <a:lnTo>
                    <a:pt x="0" y="3618230"/>
                  </a:lnTo>
                  <a:close/>
                </a:path>
              </a:pathLst>
            </a:custGeom>
            <a:solidFill>
              <a:srgbClr val="5DA295"/>
            </a:solidFill>
            <a:ln>
              <a:noFill/>
            </a:ln>
            <a:effectLst/>
          </p:spPr>
        </p:sp>
        <p:sp>
          <p:nvSpPr>
            <p:cNvPr id="17" name="TextBox 18"/>
            <p:cNvSpPr/>
            <p:nvPr/>
          </p:nvSpPr>
          <p:spPr bwMode="auto">
            <a:xfrm>
              <a:off x="0" y="6523990"/>
              <a:ext cx="12939395" cy="376301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128822833" name="Group 19"/>
          <p:cNvGrpSpPr/>
          <p:nvPr/>
        </p:nvGrpSpPr>
        <p:grpSpPr bwMode="auto">
          <a:xfrm>
            <a:off x="1967865" y="7117715"/>
            <a:ext cx="142875" cy="2691765"/>
            <a:chOff x="1967865" y="7117715"/>
            <a:chExt cx="142875" cy="2691765"/>
          </a:xfrm>
        </p:grpSpPr>
        <p:sp>
          <p:nvSpPr>
            <p:cNvPr id="21" name="Freeform 20"/>
            <p:cNvSpPr/>
            <p:nvPr/>
          </p:nvSpPr>
          <p:spPr bwMode="auto">
            <a:xfrm>
              <a:off x="1967865" y="7117715"/>
              <a:ext cx="142875" cy="2691765"/>
            </a:xfrm>
            <a:custGeom>
              <a:avLst/>
              <a:gdLst/>
              <a:ahLst/>
              <a:cxnLst/>
              <a:rect l="0" t="0" r="142875" b="2691765"/>
              <a:pathLst>
                <a:path w="142875" h="2691765" extrusionOk="0">
                  <a:moveTo>
                    <a:pt x="0" y="0"/>
                  </a:moveTo>
                  <a:lnTo>
                    <a:pt x="142875" y="0"/>
                  </a:lnTo>
                  <a:lnTo>
                    <a:pt x="142875" y="2691765"/>
                  </a:lnTo>
                  <a:lnTo>
                    <a:pt x="0" y="2691765"/>
                  </a:lnTo>
                  <a:close/>
                </a:path>
              </a:pathLst>
            </a:custGeom>
            <a:solidFill>
              <a:srgbClr val="BFDDD2"/>
            </a:solidFill>
            <a:ln>
              <a:noFill/>
            </a:ln>
            <a:effectLst/>
          </p:spPr>
        </p:sp>
        <p:sp>
          <p:nvSpPr>
            <p:cNvPr id="20" name="TextBox 21"/>
            <p:cNvSpPr/>
            <p:nvPr/>
          </p:nvSpPr>
          <p:spPr bwMode="auto">
            <a:xfrm>
              <a:off x="1967865" y="6972935"/>
              <a:ext cx="142875" cy="2836545"/>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1513949878" name="TextBox 22"/>
          <p:cNvSpPr/>
          <p:nvPr/>
        </p:nvSpPr>
        <p:spPr bwMode="auto">
          <a:xfrm>
            <a:off x="1957070" y="2586355"/>
            <a:ext cx="12927965" cy="3296920"/>
          </a:xfrm>
          <a:prstGeom prst="rect">
            <a:avLst/>
          </a:prstGeom>
          <a:noFill/>
          <a:ln>
            <a:noFill/>
          </a:ln>
          <a:effectLst/>
        </p:spPr>
        <p:txBody>
          <a:bodyPr vert="horz" wrap="square" lIns="0" tIns="0" rIns="0" bIns="0" numCol="1" spcCol="215899" anchor="t"/>
          <a:lstStyle/>
          <a:p>
            <a:pPr algn="l">
              <a:lnSpc>
                <a:spcPts val="12980"/>
              </a:lnSpc>
              <a:defRPr sz="11000" b="1" cap="none">
                <a:solidFill>
                  <a:srgbClr val="000000"/>
                </a:solidFill>
                <a:latin typeface="Glacial Indifference"/>
                <a:ea typeface="Glacial Indifference"/>
                <a:cs typeface="Glacial Indifference"/>
              </a:defRPr>
            </a:pPr>
            <a:r>
              <a:t>FRAKTUR</a:t>
            </a:r>
          </a:p>
          <a:p>
            <a:pPr algn="l">
              <a:lnSpc>
                <a:spcPts val="12980"/>
              </a:lnSpc>
              <a:defRPr sz="11000" b="1" cap="none">
                <a:solidFill>
                  <a:srgbClr val="000000"/>
                </a:solidFill>
                <a:latin typeface="Glacial Indifference"/>
                <a:ea typeface="Glacial Indifference"/>
                <a:cs typeface="Glacial Indifference"/>
              </a:defRPr>
            </a:pPr>
            <a:r>
              <a:t>HUMERUS</a:t>
            </a:r>
          </a:p>
        </p:txBody>
      </p:sp>
      <p:sp>
        <p:nvSpPr>
          <p:cNvPr id="1444987445" name="Freeform 23"/>
          <p:cNvSpPr/>
          <p:nvPr/>
        </p:nvSpPr>
        <p:spPr bwMode="auto">
          <a:xfrm>
            <a:off x="13063855" y="7372985"/>
            <a:ext cx="5100320" cy="2209800"/>
          </a:xfrm>
          <a:custGeom>
            <a:avLst/>
            <a:gdLst/>
            <a:ahLst/>
            <a:cxnLst/>
            <a:rect l="0" t="0" r="5100320" b="2209800"/>
            <a:pathLst>
              <a:path w="5100320" h="2209800" extrusionOk="0">
                <a:moveTo>
                  <a:pt x="0" y="0"/>
                </a:moveTo>
                <a:lnTo>
                  <a:pt x="5100321" y="0"/>
                </a:lnTo>
                <a:lnTo>
                  <a:pt x="5100321" y="2209800"/>
                </a:lnTo>
                <a:lnTo>
                  <a:pt x="0" y="2209800"/>
                </a:lnTo>
                <a:lnTo>
                  <a:pt x="0" y="0"/>
                </a:lnTo>
                <a:close/>
              </a:path>
            </a:pathLst>
          </a:custGeom>
          <a:blipFill>
            <a:blip r:embed="rId5"/>
            <a:stretch/>
          </a:blipFill>
          <a:ln>
            <a:noFill/>
          </a:ln>
          <a:effectLst/>
        </p:spPr>
      </p:sp>
      <p:sp>
        <p:nvSpPr>
          <p:cNvPr id="801300158" name="TextBox 24"/>
          <p:cNvSpPr/>
          <p:nvPr/>
        </p:nvSpPr>
        <p:spPr bwMode="auto">
          <a:xfrm>
            <a:off x="2677160" y="8516620"/>
            <a:ext cx="9057640" cy="474980"/>
          </a:xfrm>
          <a:prstGeom prst="rect">
            <a:avLst/>
          </a:prstGeom>
          <a:noFill/>
          <a:ln>
            <a:noFill/>
          </a:ln>
          <a:effectLst/>
        </p:spPr>
        <p:txBody>
          <a:bodyPr vert="horz" wrap="square" lIns="0" tIns="0" rIns="0" bIns="0" numCol="1" spcCol="215899" anchor="t"/>
          <a:lstStyle/>
          <a:p>
            <a:pPr algn="l">
              <a:lnSpc>
                <a:spcPts val="4755"/>
              </a:lnSpc>
              <a:defRPr/>
            </a:pPr>
            <a:r>
              <a:rPr sz="3400" cap="none">
                <a:solidFill>
                  <a:srgbClr val="FFFFFF"/>
                </a:solidFill>
                <a:latin typeface="Glacial Indifference"/>
                <a:ea typeface="Glacial Indifference"/>
                <a:cs typeface="Glacial Indifference"/>
              </a:rPr>
              <a:t>PROGRAM STUDI ANALIS KESEHATAN</a:t>
            </a:r>
          </a:p>
        </p:txBody>
      </p:sp>
      <p:sp>
        <p:nvSpPr>
          <p:cNvPr id="2069062848" name="TextBox 25"/>
          <p:cNvSpPr/>
          <p:nvPr/>
        </p:nvSpPr>
        <p:spPr bwMode="auto">
          <a:xfrm>
            <a:off x="1967865" y="1341755"/>
            <a:ext cx="9779000" cy="977265"/>
          </a:xfrm>
          <a:prstGeom prst="rect">
            <a:avLst/>
          </a:prstGeom>
          <a:noFill/>
          <a:ln>
            <a:noFill/>
          </a:ln>
          <a:effectLst/>
        </p:spPr>
        <p:txBody>
          <a:bodyPr vert="horz" wrap="square" lIns="0" tIns="0" rIns="0" bIns="0" numCol="1" spcCol="215899" anchor="t"/>
          <a:lstStyle/>
          <a:p>
            <a:pPr algn="l">
              <a:lnSpc>
                <a:spcPts val="7695"/>
              </a:lnSpc>
              <a:defRPr sz="5500" b="1" cap="none">
                <a:solidFill>
                  <a:srgbClr val="5DA295"/>
                </a:solidFill>
                <a:latin typeface="Glacial Indifference"/>
                <a:ea typeface="Glacial Indifference"/>
                <a:cs typeface="Glacial Indifference"/>
              </a:defRPr>
            </a:pPr>
            <a:r>
              <a:t>ASUHAN KEPERAWATAN</a:t>
            </a:r>
          </a:p>
        </p:txBody>
      </p:sp>
      <p:sp>
        <p:nvSpPr>
          <p:cNvPr id="1924940150" name="TextBox 26"/>
          <p:cNvSpPr/>
          <p:nvPr/>
        </p:nvSpPr>
        <p:spPr bwMode="auto">
          <a:xfrm>
            <a:off x="2677160" y="7078345"/>
            <a:ext cx="5056505" cy="688975"/>
          </a:xfrm>
          <a:prstGeom prst="rect">
            <a:avLst/>
          </a:prstGeom>
          <a:noFill/>
          <a:ln>
            <a:noFill/>
          </a:ln>
          <a:effectLst/>
        </p:spPr>
        <p:txBody>
          <a:bodyPr vert="horz" wrap="square" lIns="0" tIns="0" rIns="0" bIns="0" numCol="1" spcCol="215899" anchor="t"/>
          <a:lstStyle/>
          <a:p>
            <a:pPr algn="l">
              <a:lnSpc>
                <a:spcPts val="5595"/>
              </a:lnSpc>
              <a:defRPr cap="none">
                <a:latin typeface="Glacial Indifference"/>
                <a:ea typeface="Glacial Indifference"/>
                <a:cs typeface="Glacial Indifference"/>
              </a:defRPr>
            </a:pPr>
            <a:r>
              <a:rPr sz="4000" b="1" cap="none">
                <a:solidFill>
                  <a:srgbClr val="FFFFFF"/>
                </a:solidFill>
              </a:rPr>
              <a:t>Silviana Amara </a:t>
            </a:r>
          </a:p>
        </p:txBody>
      </p:sp>
      <p:sp>
        <p:nvSpPr>
          <p:cNvPr id="1001633402" name="TextBox 27"/>
          <p:cNvSpPr/>
          <p:nvPr/>
        </p:nvSpPr>
        <p:spPr bwMode="auto">
          <a:xfrm>
            <a:off x="2677160" y="7850505"/>
            <a:ext cx="3755390" cy="580390"/>
          </a:xfrm>
          <a:prstGeom prst="rect">
            <a:avLst/>
          </a:prstGeom>
          <a:noFill/>
          <a:ln>
            <a:noFill/>
          </a:ln>
          <a:effectLst/>
        </p:spPr>
        <p:txBody>
          <a:bodyPr vert="horz" wrap="square" lIns="0" tIns="0" rIns="0" bIns="0" numCol="1" spcCol="215899" anchor="t"/>
          <a:lstStyle/>
          <a:p>
            <a:pPr algn="l">
              <a:lnSpc>
                <a:spcPts val="4755"/>
              </a:lnSpc>
              <a:defRPr/>
            </a:pPr>
            <a:r>
              <a:rPr sz="3400" cap="none">
                <a:solidFill>
                  <a:srgbClr val="FFFFFF"/>
                </a:solidFill>
                <a:latin typeface="Glacial Indifference"/>
                <a:ea typeface="Glacial Indifference"/>
                <a:cs typeface="Glacial Indifference"/>
              </a:rPr>
              <a:t>NIM : 1032213032</a:t>
            </a:r>
          </a:p>
        </p:txBody>
      </p:sp>
      <p:sp>
        <p:nvSpPr>
          <p:cNvPr id="955549892" name="TextBox 28"/>
          <p:cNvSpPr/>
          <p:nvPr/>
        </p:nvSpPr>
        <p:spPr bwMode="auto">
          <a:xfrm>
            <a:off x="2677160" y="9182735"/>
            <a:ext cx="1455420" cy="603885"/>
          </a:xfrm>
          <a:prstGeom prst="rect">
            <a:avLst/>
          </a:prstGeom>
          <a:noFill/>
          <a:ln>
            <a:noFill/>
          </a:ln>
          <a:effectLst/>
        </p:spPr>
        <p:txBody>
          <a:bodyPr vert="horz" wrap="square" lIns="0" tIns="0" rIns="0" bIns="0" numCol="1" spcCol="215899" anchor="t"/>
          <a:lstStyle/>
          <a:p>
            <a:pPr algn="l">
              <a:lnSpc>
                <a:spcPts val="4755"/>
              </a:lnSpc>
              <a:defRPr sz="3400" b="1" cap="none">
                <a:solidFill>
                  <a:srgbClr val="FFFFFF"/>
                </a:solidFill>
                <a:latin typeface="Glacial Indifference"/>
                <a:ea typeface="Glacial Indifference"/>
                <a:cs typeface="Glacial Indifference"/>
              </a:defRPr>
            </a:pPr>
            <a:r>
              <a:t>2024</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PhAnim="0">
  <p:cSld name="Definisi 1">
    <p:spTree>
      <p:nvGrpSpPr>
        <p:cNvPr id="1" name=""/>
        <p:cNvGrpSpPr/>
        <p:nvPr/>
      </p:nvGrpSpPr>
      <p:grpSpPr bwMode="auto">
        <a:xfrm>
          <a:off x="0" y="0"/>
          <a:ext cx="0" cy="0"/>
          <a:chOff x="0" y="0"/>
          <a:chExt cx="0" cy="0"/>
        </a:xfrm>
      </p:grpSpPr>
      <p:grpSp>
        <p:nvGrpSpPr>
          <p:cNvPr id="734359729" name="Group 2"/>
          <p:cNvGrpSpPr/>
          <p:nvPr/>
        </p:nvGrpSpPr>
        <p:grpSpPr bwMode="auto">
          <a:xfrm>
            <a:off x="0" y="0"/>
            <a:ext cx="18288000" cy="213360"/>
            <a:chOff x="0" y="0"/>
            <a:chExt cx="18288000" cy="213360"/>
          </a:xfrm>
        </p:grpSpPr>
        <p:sp>
          <p:nvSpPr>
            <p:cNvPr id="4" name="Freeform 3"/>
            <p:cNvSpPr/>
            <p:nvPr/>
          </p:nvSpPr>
          <p:spPr bwMode="auto">
            <a:xfrm>
              <a:off x="0" y="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BFDDD2"/>
            </a:solidFill>
            <a:ln>
              <a:noFill/>
            </a:ln>
            <a:effectLst/>
          </p:spPr>
        </p:sp>
        <p:sp>
          <p:nvSpPr>
            <p:cNvPr id="3" name="TextBox 4"/>
            <p:cNvSpPr/>
            <p:nvPr/>
          </p:nvSpPr>
          <p:spPr bwMode="auto">
            <a:xfrm>
              <a:off x="0" y="-14478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460751103" name="TextBox 5"/>
          <p:cNvSpPr/>
          <p:nvPr/>
        </p:nvSpPr>
        <p:spPr bwMode="auto">
          <a:xfrm>
            <a:off x="11430000" y="8963025"/>
            <a:ext cx="4752340" cy="523875"/>
          </a:xfrm>
          <a:prstGeom prst="rect">
            <a:avLst/>
          </a:prstGeom>
          <a:noFill/>
          <a:ln>
            <a:noFill/>
          </a:ln>
          <a:effectLst/>
        </p:spPr>
        <p:txBody>
          <a:bodyPr vert="horz" wrap="square" lIns="0" tIns="0" rIns="0" bIns="0" numCol="1" spcCol="215899" anchor="t"/>
          <a:lstStyle/>
          <a:p>
            <a:pPr algn="r">
              <a:lnSpc>
                <a:spcPts val="4200"/>
              </a:lnSpc>
              <a:defRPr sz="3000" b="1" cap="none">
                <a:solidFill>
                  <a:srgbClr val="000000"/>
                </a:solidFill>
                <a:latin typeface="Glacial Indifference"/>
                <a:ea typeface="Glacial Indifference"/>
                <a:cs typeface="Glacial Indifference"/>
              </a:defRPr>
            </a:pPr>
            <a:r>
              <a:t>FRAKTUR HUMERUS</a:t>
            </a:r>
          </a:p>
        </p:txBody>
      </p:sp>
      <p:sp>
        <p:nvSpPr>
          <p:cNvPr id="266798670" name="Freeform 6"/>
          <p:cNvSpPr/>
          <p:nvPr/>
        </p:nvSpPr>
        <p:spPr bwMode="auto">
          <a:xfrm>
            <a:off x="3695700" y="8016240"/>
            <a:ext cx="3905250" cy="4114800"/>
          </a:xfrm>
          <a:custGeom>
            <a:avLst/>
            <a:gdLst/>
            <a:ahLst/>
            <a:cxnLst/>
            <a:rect l="0" t="0" r="3905250" b="4114800"/>
            <a:pathLst>
              <a:path w="3905250" h="4114800" extrusionOk="0">
                <a:moveTo>
                  <a:pt x="0" y="0"/>
                </a:moveTo>
                <a:lnTo>
                  <a:pt x="3905250" y="0"/>
                </a:lnTo>
                <a:lnTo>
                  <a:pt x="3905250" y="4114800"/>
                </a:lnTo>
                <a:lnTo>
                  <a:pt x="0" y="4114800"/>
                </a:lnTo>
                <a:lnTo>
                  <a:pt x="0" y="0"/>
                </a:lnTo>
                <a:close/>
              </a:path>
            </a:pathLst>
          </a:custGeom>
          <a:blipFill>
            <a:blip r:embed="rId3"/>
            <a:stretch/>
          </a:blipFill>
          <a:ln>
            <a:noFill/>
          </a:ln>
          <a:effectLst/>
        </p:spPr>
      </p:sp>
      <p:grpSp>
        <p:nvGrpSpPr>
          <p:cNvPr id="928823662" name="Group 7"/>
          <p:cNvGrpSpPr/>
          <p:nvPr/>
        </p:nvGrpSpPr>
        <p:grpSpPr bwMode="auto">
          <a:xfrm>
            <a:off x="0" y="10073640"/>
            <a:ext cx="18288000" cy="213360"/>
            <a:chOff x="0" y="10073640"/>
            <a:chExt cx="18288000" cy="213360"/>
          </a:xfrm>
        </p:grpSpPr>
        <p:sp>
          <p:nvSpPr>
            <p:cNvPr id="9" name="Freeform 8"/>
            <p:cNvSpPr/>
            <p:nvPr/>
          </p:nvSpPr>
          <p:spPr bwMode="auto">
            <a:xfrm>
              <a:off x="0" y="1007364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5DA295"/>
            </a:solidFill>
            <a:ln>
              <a:noFill/>
            </a:ln>
            <a:effectLst/>
          </p:spPr>
        </p:sp>
        <p:sp>
          <p:nvSpPr>
            <p:cNvPr id="8" name="TextBox 9"/>
            <p:cNvSpPr/>
            <p:nvPr/>
          </p:nvSpPr>
          <p:spPr bwMode="auto">
            <a:xfrm>
              <a:off x="0" y="992886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1155295178" name="Group 10"/>
          <p:cNvGrpSpPr/>
          <p:nvPr/>
        </p:nvGrpSpPr>
        <p:grpSpPr bwMode="auto">
          <a:xfrm>
            <a:off x="7600950" y="2334260"/>
            <a:ext cx="10687050" cy="5618480"/>
            <a:chOff x="7600950" y="2334260"/>
            <a:chExt cx="10687050" cy="5618480"/>
          </a:xfrm>
        </p:grpSpPr>
        <p:sp>
          <p:nvSpPr>
            <p:cNvPr id="12" name="Freeform 11"/>
            <p:cNvSpPr/>
            <p:nvPr/>
          </p:nvSpPr>
          <p:spPr bwMode="auto">
            <a:xfrm>
              <a:off x="7600950" y="2334260"/>
              <a:ext cx="10687050" cy="5618480"/>
            </a:xfrm>
            <a:custGeom>
              <a:avLst/>
              <a:gdLst/>
              <a:ahLst/>
              <a:cxnLst/>
              <a:rect l="0" t="0" r="10687050" b="5618480"/>
              <a:pathLst>
                <a:path w="10687050" h="5618480" extrusionOk="0">
                  <a:moveTo>
                    <a:pt x="0" y="0"/>
                  </a:moveTo>
                  <a:lnTo>
                    <a:pt x="10687050" y="0"/>
                  </a:lnTo>
                  <a:lnTo>
                    <a:pt x="10687050" y="5618480"/>
                  </a:lnTo>
                  <a:lnTo>
                    <a:pt x="0" y="5618480"/>
                  </a:lnTo>
                  <a:close/>
                </a:path>
              </a:pathLst>
            </a:custGeom>
            <a:solidFill>
              <a:srgbClr val="BFDDD2"/>
            </a:solidFill>
            <a:ln>
              <a:noFill/>
            </a:ln>
            <a:effectLst/>
          </p:spPr>
        </p:sp>
        <p:sp>
          <p:nvSpPr>
            <p:cNvPr id="11" name="TextBox 12"/>
            <p:cNvSpPr/>
            <p:nvPr/>
          </p:nvSpPr>
          <p:spPr bwMode="auto">
            <a:xfrm>
              <a:off x="7600950" y="2189480"/>
              <a:ext cx="10687050" cy="576326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632491141" name="Freeform 13"/>
          <p:cNvSpPr/>
          <p:nvPr/>
        </p:nvSpPr>
        <p:spPr bwMode="auto">
          <a:xfrm>
            <a:off x="16182340" y="758190"/>
            <a:ext cx="3675380" cy="3675380"/>
          </a:xfrm>
          <a:custGeom>
            <a:avLst/>
            <a:gdLst/>
            <a:ahLst/>
            <a:cxnLst/>
            <a:rect l="0" t="0" r="3675380" b="3675380"/>
            <a:pathLst>
              <a:path w="3675380" h="3675380" extrusionOk="0">
                <a:moveTo>
                  <a:pt x="0" y="0"/>
                </a:moveTo>
                <a:lnTo>
                  <a:pt x="3675380" y="0"/>
                </a:lnTo>
                <a:lnTo>
                  <a:pt x="3675380" y="3675380"/>
                </a:lnTo>
                <a:lnTo>
                  <a:pt x="0" y="3675380"/>
                </a:lnTo>
                <a:lnTo>
                  <a:pt x="0" y="0"/>
                </a:lnTo>
                <a:close/>
              </a:path>
            </a:pathLst>
          </a:custGeom>
          <a:blipFill>
            <a:blip r:embed="rId4"/>
            <a:stretch/>
          </a:blipFill>
          <a:ln>
            <a:noFill/>
          </a:ln>
          <a:effectLst/>
        </p:spPr>
      </p:sp>
      <p:sp>
        <p:nvSpPr>
          <p:cNvPr id="912751112" name="Freeform 14"/>
          <p:cNvSpPr/>
          <p:nvPr/>
        </p:nvSpPr>
        <p:spPr bwMode="auto">
          <a:xfrm>
            <a:off x="2484755" y="6805295"/>
            <a:ext cx="1210945" cy="1210945"/>
          </a:xfrm>
          <a:custGeom>
            <a:avLst/>
            <a:gdLst/>
            <a:ahLst/>
            <a:cxnLst/>
            <a:rect l="0" t="0" r="1210945" b="1210945"/>
            <a:pathLst>
              <a:path w="1210945" h="1210945" extrusionOk="0">
                <a:moveTo>
                  <a:pt x="0" y="0"/>
                </a:moveTo>
                <a:lnTo>
                  <a:pt x="1210946" y="0"/>
                </a:lnTo>
                <a:lnTo>
                  <a:pt x="1210946" y="1210946"/>
                </a:lnTo>
                <a:lnTo>
                  <a:pt x="0" y="1210946"/>
                </a:lnTo>
                <a:lnTo>
                  <a:pt x="0" y="0"/>
                </a:lnTo>
                <a:close/>
              </a:path>
            </a:pathLst>
          </a:custGeom>
          <a:blipFill>
            <a:blip r:embed="rId5"/>
            <a:stretch/>
          </a:blipFill>
          <a:ln>
            <a:noFill/>
          </a:ln>
          <a:effectLst/>
        </p:spPr>
      </p:sp>
      <p:sp>
        <p:nvSpPr>
          <p:cNvPr id="1385880627" name="TextBox 15"/>
          <p:cNvSpPr/>
          <p:nvPr/>
        </p:nvSpPr>
        <p:spPr bwMode="auto">
          <a:xfrm>
            <a:off x="1497330" y="3018790"/>
            <a:ext cx="4949190" cy="958850"/>
          </a:xfrm>
          <a:prstGeom prst="rect">
            <a:avLst/>
          </a:prstGeom>
          <a:noFill/>
          <a:ln>
            <a:noFill/>
          </a:ln>
          <a:effectLst/>
        </p:spPr>
        <p:txBody>
          <a:bodyPr vert="horz" wrap="square" lIns="0" tIns="0" rIns="0" bIns="0" numCol="1" spcCol="215899" anchor="t"/>
          <a:lstStyle/>
          <a:p>
            <a:pPr algn="l">
              <a:lnSpc>
                <a:spcPts val="7550"/>
              </a:lnSpc>
              <a:defRPr sz="6400" b="1" cap="none">
                <a:solidFill>
                  <a:srgbClr val="000000"/>
                </a:solidFill>
                <a:latin typeface="Glacial Indifference"/>
                <a:ea typeface="Glacial Indifference"/>
                <a:cs typeface="Glacial Indifference"/>
              </a:defRPr>
            </a:pPr>
            <a:r>
              <a:t>Definisi</a:t>
            </a:r>
          </a:p>
        </p:txBody>
      </p:sp>
      <p:sp>
        <p:nvSpPr>
          <p:cNvPr id="1822274632" name="TextBox 16"/>
          <p:cNvSpPr/>
          <p:nvPr/>
        </p:nvSpPr>
        <p:spPr bwMode="auto">
          <a:xfrm>
            <a:off x="16563975" y="8834120"/>
            <a:ext cx="955040" cy="799465"/>
          </a:xfrm>
          <a:prstGeom prst="rect">
            <a:avLst/>
          </a:prstGeom>
          <a:noFill/>
          <a:ln>
            <a:noFill/>
          </a:ln>
          <a:effectLst/>
        </p:spPr>
        <p:txBody>
          <a:bodyPr vert="horz" wrap="square" lIns="0" tIns="0" rIns="0" bIns="0" numCol="1" spcCol="215899" anchor="t"/>
          <a:lstStyle/>
          <a:p>
            <a:pPr algn="r">
              <a:lnSpc>
                <a:spcPts val="6295"/>
              </a:lnSpc>
              <a:defRPr cap="none">
                <a:latin typeface="Glacial Indifference"/>
                <a:ea typeface="Glacial Indifference"/>
                <a:cs typeface="Glacial Indifference"/>
              </a:defRPr>
            </a:pPr>
            <a:r>
              <a:rPr sz="4500" b="1" cap="none">
                <a:solidFill>
                  <a:srgbClr val="000000"/>
                </a:solidFill>
              </a:rPr>
              <a:t>02</a:t>
            </a:r>
          </a:p>
        </p:txBody>
      </p:sp>
      <p:sp>
        <p:nvSpPr>
          <p:cNvPr id="1332664483" name="TextBox 17"/>
          <p:cNvSpPr/>
          <p:nvPr/>
        </p:nvSpPr>
        <p:spPr bwMode="auto">
          <a:xfrm>
            <a:off x="8231505" y="3001009"/>
            <a:ext cx="8582660" cy="4356100"/>
          </a:xfrm>
          <a:prstGeom prst="rect">
            <a:avLst/>
          </a:prstGeom>
          <a:noFill/>
          <a:ln>
            <a:noFill/>
          </a:ln>
          <a:effectLst/>
        </p:spPr>
        <p:txBody>
          <a:bodyPr vert="horz" wrap="square" lIns="0" tIns="0" rIns="0" bIns="0" numCol="1" spcCol="215899" anchor="t"/>
          <a:lstStyle/>
          <a:p>
            <a:pPr algn="l">
              <a:lnSpc>
                <a:spcPts val="4900"/>
              </a:lnSpc>
              <a:defRPr sz="3200" cap="none"/>
            </a:pPr>
            <a:r>
              <a:rPr cap="none">
                <a:solidFill>
                  <a:srgbClr val="000000"/>
                </a:solidFill>
                <a:latin typeface="Glacial Indifference"/>
                <a:ea typeface="Glacial Indifference"/>
                <a:cs typeface="Glacial Indifference"/>
              </a:rPr>
              <a:t>Fraktur humerus adalah kondisi di mana terjadi patahan pada tulang humerus, yang merupakan tulang yang memanjang dari bahu sampai siku. Kondisi ini biasanya disebabkan oleh trauma langsung pada lengan, seperti jatuh dengan lengan yang terentang atau benturan keras.</a:t>
            </a:r>
          </a:p>
        </p:txBody>
      </p:sp>
      <p:sp>
        <p:nvSpPr>
          <p:cNvPr id="1528872943" name="AutoShape 18"/>
          <p:cNvSpPr/>
          <p:nvPr/>
        </p:nvSpPr>
        <p:spPr bwMode="auto">
          <a:xfrm>
            <a:off x="16563975" y="8877300"/>
            <a:ext cx="0" cy="762000"/>
          </a:xfrm>
          <a:prstGeom prst="line">
            <a:avLst/>
          </a:prstGeom>
          <a:noFill/>
          <a:ln w="95250" cap="flat" cmpd="sng" algn="ctr">
            <a:solidFill>
              <a:srgbClr val="5DA295"/>
            </a:solidFill>
            <a:prstDash val="solid"/>
            <a:headEnd type="none"/>
            <a:tailEnd type="none"/>
          </a:ln>
          <a:effectLst/>
        </p:spPr>
      </p:sp>
      <p:sp>
        <p:nvSpPr>
          <p:cNvPr id="791449275" name="Freeform 19"/>
          <p:cNvSpPr/>
          <p:nvPr/>
        </p:nvSpPr>
        <p:spPr bwMode="auto">
          <a:xfrm>
            <a:off x="0" y="0"/>
            <a:ext cx="5100320" cy="2209800"/>
          </a:xfrm>
          <a:custGeom>
            <a:avLst/>
            <a:gdLst/>
            <a:ahLst/>
            <a:cxnLst/>
            <a:rect l="0" t="0" r="5100320" b="2209800"/>
            <a:pathLst>
              <a:path w="5100320" h="2209800" extrusionOk="0">
                <a:moveTo>
                  <a:pt x="0" y="0"/>
                </a:moveTo>
                <a:lnTo>
                  <a:pt x="5100320" y="0"/>
                </a:lnTo>
                <a:lnTo>
                  <a:pt x="5100320" y="2209800"/>
                </a:lnTo>
                <a:lnTo>
                  <a:pt x="0" y="2209800"/>
                </a:lnTo>
                <a:lnTo>
                  <a:pt x="0" y="0"/>
                </a:lnTo>
                <a:close/>
              </a:path>
            </a:pathLst>
          </a:custGeom>
          <a:blipFill>
            <a:blip r:embed="rId6"/>
            <a:stretch/>
          </a:blipFill>
          <a:ln>
            <a:noFill/>
          </a:ln>
          <a:effectLst/>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PhAnim="0">
  <p:cSld name="Definisi 2">
    <p:spTree>
      <p:nvGrpSpPr>
        <p:cNvPr id="1" name=""/>
        <p:cNvGrpSpPr/>
        <p:nvPr/>
      </p:nvGrpSpPr>
      <p:grpSpPr bwMode="auto">
        <a:xfrm>
          <a:off x="0" y="0"/>
          <a:ext cx="0" cy="0"/>
          <a:chOff x="0" y="0"/>
          <a:chExt cx="0" cy="0"/>
        </a:xfrm>
      </p:grpSpPr>
      <p:sp>
        <p:nvSpPr>
          <p:cNvPr id="65991379" name="Freeform 2"/>
          <p:cNvSpPr/>
          <p:nvPr/>
        </p:nvSpPr>
        <p:spPr bwMode="auto">
          <a:xfrm>
            <a:off x="-1002030" y="6833870"/>
            <a:ext cx="5973445" cy="5973445"/>
          </a:xfrm>
          <a:custGeom>
            <a:avLst/>
            <a:gdLst/>
            <a:ahLst/>
            <a:cxnLst/>
            <a:rect l="0" t="0" r="5973445" b="5973445"/>
            <a:pathLst>
              <a:path w="5973445" h="5973445" extrusionOk="0">
                <a:moveTo>
                  <a:pt x="0" y="0"/>
                </a:moveTo>
                <a:lnTo>
                  <a:pt x="5973444" y="0"/>
                </a:lnTo>
                <a:lnTo>
                  <a:pt x="5973444" y="5973445"/>
                </a:lnTo>
                <a:lnTo>
                  <a:pt x="0" y="5973445"/>
                </a:lnTo>
                <a:lnTo>
                  <a:pt x="0" y="0"/>
                </a:lnTo>
                <a:close/>
              </a:path>
            </a:pathLst>
          </a:custGeom>
          <a:blipFill>
            <a:blip r:embed="rId3"/>
            <a:stretch/>
          </a:blipFill>
          <a:ln>
            <a:noFill/>
          </a:ln>
          <a:effectLst/>
        </p:spPr>
      </p:sp>
      <p:grpSp>
        <p:nvGrpSpPr>
          <p:cNvPr id="914447765" name="Group 3"/>
          <p:cNvGrpSpPr/>
          <p:nvPr/>
        </p:nvGrpSpPr>
        <p:grpSpPr bwMode="auto">
          <a:xfrm>
            <a:off x="0" y="10073640"/>
            <a:ext cx="18288000" cy="213360"/>
            <a:chOff x="0" y="10073640"/>
            <a:chExt cx="18288000" cy="213360"/>
          </a:xfrm>
        </p:grpSpPr>
        <p:sp>
          <p:nvSpPr>
            <p:cNvPr id="5" name="Freeform 4"/>
            <p:cNvSpPr/>
            <p:nvPr/>
          </p:nvSpPr>
          <p:spPr bwMode="auto">
            <a:xfrm>
              <a:off x="0" y="1007364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5DA295"/>
            </a:solidFill>
            <a:ln>
              <a:noFill/>
            </a:ln>
            <a:effectLst/>
          </p:spPr>
        </p:sp>
        <p:sp>
          <p:nvSpPr>
            <p:cNvPr id="4" name="TextBox 5"/>
            <p:cNvSpPr/>
            <p:nvPr/>
          </p:nvSpPr>
          <p:spPr bwMode="auto">
            <a:xfrm>
              <a:off x="0" y="992886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1248425184" name="Group 6"/>
          <p:cNvGrpSpPr/>
          <p:nvPr/>
        </p:nvGrpSpPr>
        <p:grpSpPr bwMode="auto">
          <a:xfrm>
            <a:off x="0" y="0"/>
            <a:ext cx="18288000" cy="213360"/>
            <a:chOff x="0" y="0"/>
            <a:chExt cx="18288000" cy="213360"/>
          </a:xfrm>
        </p:grpSpPr>
        <p:sp>
          <p:nvSpPr>
            <p:cNvPr id="8" name="Freeform 7"/>
            <p:cNvSpPr/>
            <p:nvPr/>
          </p:nvSpPr>
          <p:spPr bwMode="auto">
            <a:xfrm>
              <a:off x="0" y="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BFDDD2"/>
            </a:solidFill>
            <a:ln>
              <a:noFill/>
            </a:ln>
            <a:effectLst/>
          </p:spPr>
        </p:sp>
        <p:sp>
          <p:nvSpPr>
            <p:cNvPr id="7" name="TextBox 8"/>
            <p:cNvSpPr/>
            <p:nvPr/>
          </p:nvSpPr>
          <p:spPr bwMode="auto">
            <a:xfrm>
              <a:off x="0" y="-14478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2121563627" name="AutoShape 9"/>
          <p:cNvSpPr/>
          <p:nvPr/>
        </p:nvSpPr>
        <p:spPr bwMode="auto">
          <a:xfrm>
            <a:off x="7059929" y="4213860"/>
            <a:ext cx="11329670" cy="0"/>
          </a:xfrm>
          <a:prstGeom prst="line">
            <a:avLst/>
          </a:prstGeom>
          <a:noFill/>
          <a:ln w="38100" cap="flat" cmpd="sng" algn="ctr">
            <a:solidFill>
              <a:srgbClr val="5DA295"/>
            </a:solidFill>
            <a:prstDash val="solid"/>
            <a:headEnd type="none"/>
            <a:tailEnd type="none"/>
          </a:ln>
          <a:effectLst/>
        </p:spPr>
      </p:sp>
      <p:sp>
        <p:nvSpPr>
          <p:cNvPr id="1694423776" name="AutoShape 10"/>
          <p:cNvSpPr/>
          <p:nvPr/>
        </p:nvSpPr>
        <p:spPr bwMode="auto">
          <a:xfrm>
            <a:off x="7059929" y="5734685"/>
            <a:ext cx="11329670" cy="0"/>
          </a:xfrm>
          <a:prstGeom prst="line">
            <a:avLst/>
          </a:prstGeom>
          <a:noFill/>
          <a:ln w="38100" cap="flat" cmpd="sng" algn="ctr">
            <a:solidFill>
              <a:srgbClr val="5DA295"/>
            </a:solidFill>
            <a:prstDash val="solid"/>
            <a:headEnd type="none"/>
            <a:tailEnd type="none"/>
          </a:ln>
          <a:effectLst/>
        </p:spPr>
      </p:sp>
      <p:sp>
        <p:nvSpPr>
          <p:cNvPr id="1070317865" name="AutoShape 11"/>
          <p:cNvSpPr/>
          <p:nvPr/>
        </p:nvSpPr>
        <p:spPr bwMode="auto">
          <a:xfrm>
            <a:off x="7059929" y="7255510"/>
            <a:ext cx="11329670" cy="0"/>
          </a:xfrm>
          <a:prstGeom prst="line">
            <a:avLst/>
          </a:prstGeom>
          <a:noFill/>
          <a:ln w="38100" cap="flat" cmpd="sng" algn="ctr">
            <a:solidFill>
              <a:srgbClr val="5DA295"/>
            </a:solidFill>
            <a:prstDash val="solid"/>
            <a:headEnd type="none"/>
            <a:tailEnd type="none"/>
          </a:ln>
          <a:effectLst/>
        </p:spPr>
      </p:sp>
      <p:sp>
        <p:nvSpPr>
          <p:cNvPr id="1788629102" name="Freeform 12"/>
          <p:cNvSpPr/>
          <p:nvPr/>
        </p:nvSpPr>
        <p:spPr bwMode="auto">
          <a:xfrm>
            <a:off x="4138295" y="6649720"/>
            <a:ext cx="1210945" cy="1210945"/>
          </a:xfrm>
          <a:custGeom>
            <a:avLst/>
            <a:gdLst/>
            <a:ahLst/>
            <a:cxnLst/>
            <a:rect l="0" t="0" r="1210945" b="1210945"/>
            <a:pathLst>
              <a:path w="1210945" h="1210945" extrusionOk="0">
                <a:moveTo>
                  <a:pt x="0" y="0"/>
                </a:moveTo>
                <a:lnTo>
                  <a:pt x="1210945" y="0"/>
                </a:lnTo>
                <a:lnTo>
                  <a:pt x="1210945" y="1210945"/>
                </a:lnTo>
                <a:lnTo>
                  <a:pt x="0" y="1210945"/>
                </a:lnTo>
                <a:lnTo>
                  <a:pt x="0" y="0"/>
                </a:lnTo>
                <a:close/>
              </a:path>
            </a:pathLst>
          </a:custGeom>
          <a:blipFill>
            <a:blip r:embed="rId4"/>
            <a:stretch/>
          </a:blipFill>
          <a:ln>
            <a:noFill/>
          </a:ln>
          <a:effectLst/>
        </p:spPr>
      </p:sp>
      <p:sp>
        <p:nvSpPr>
          <p:cNvPr id="1221484329" name="TextBox 13"/>
          <p:cNvSpPr/>
          <p:nvPr/>
        </p:nvSpPr>
        <p:spPr bwMode="auto">
          <a:xfrm>
            <a:off x="16563975" y="8834120"/>
            <a:ext cx="955040" cy="799465"/>
          </a:xfrm>
          <a:prstGeom prst="rect">
            <a:avLst/>
          </a:prstGeom>
          <a:noFill/>
          <a:ln>
            <a:noFill/>
          </a:ln>
          <a:effectLst/>
        </p:spPr>
        <p:txBody>
          <a:bodyPr vert="horz" wrap="square" lIns="0" tIns="0" rIns="0" bIns="0" numCol="1" spcCol="215899" anchor="t"/>
          <a:lstStyle/>
          <a:p>
            <a:pPr algn="r">
              <a:lnSpc>
                <a:spcPts val="6295"/>
              </a:lnSpc>
              <a:defRPr sz="4500" b="1" cap="none">
                <a:solidFill>
                  <a:srgbClr val="000000"/>
                </a:solidFill>
                <a:latin typeface="Glacial Indifference"/>
                <a:ea typeface="Glacial Indifference"/>
                <a:cs typeface="Glacial Indifference"/>
              </a:defRPr>
            </a:pPr>
            <a:r>
              <a:t>03</a:t>
            </a:r>
          </a:p>
        </p:txBody>
      </p:sp>
      <p:sp>
        <p:nvSpPr>
          <p:cNvPr id="1501679938" name="AutoShape 14"/>
          <p:cNvSpPr/>
          <p:nvPr/>
        </p:nvSpPr>
        <p:spPr bwMode="auto">
          <a:xfrm>
            <a:off x="16563975" y="8877300"/>
            <a:ext cx="0" cy="762000"/>
          </a:xfrm>
          <a:prstGeom prst="line">
            <a:avLst/>
          </a:prstGeom>
          <a:noFill/>
          <a:ln w="95250" cap="flat" cmpd="sng" algn="ctr">
            <a:solidFill>
              <a:srgbClr val="5DA295"/>
            </a:solidFill>
            <a:prstDash val="solid"/>
            <a:headEnd type="none"/>
            <a:tailEnd type="none"/>
          </a:ln>
          <a:effectLst/>
        </p:spPr>
      </p:sp>
      <p:sp>
        <p:nvSpPr>
          <p:cNvPr id="1713093741" name="Freeform 15"/>
          <p:cNvSpPr/>
          <p:nvPr/>
        </p:nvSpPr>
        <p:spPr bwMode="auto">
          <a:xfrm>
            <a:off x="16893540" y="567690"/>
            <a:ext cx="1082675" cy="1082675"/>
          </a:xfrm>
          <a:custGeom>
            <a:avLst/>
            <a:gdLst/>
            <a:ahLst/>
            <a:cxnLst/>
            <a:rect l="0" t="0" r="1082675" b="1082675"/>
            <a:pathLst>
              <a:path w="1082675" h="1082675" extrusionOk="0">
                <a:moveTo>
                  <a:pt x="0" y="0"/>
                </a:moveTo>
                <a:lnTo>
                  <a:pt x="1082673" y="0"/>
                </a:lnTo>
                <a:lnTo>
                  <a:pt x="1082673" y="1082675"/>
                </a:lnTo>
                <a:lnTo>
                  <a:pt x="0" y="1082675"/>
                </a:lnTo>
                <a:lnTo>
                  <a:pt x="0" y="0"/>
                </a:lnTo>
                <a:close/>
              </a:path>
            </a:pathLst>
          </a:custGeom>
          <a:blipFill>
            <a:blip r:embed="rId5"/>
            <a:stretch/>
          </a:blipFill>
          <a:ln>
            <a:noFill/>
          </a:ln>
          <a:effectLst/>
        </p:spPr>
      </p:sp>
      <p:sp>
        <p:nvSpPr>
          <p:cNvPr id="779319147" name="TextBox 16"/>
          <p:cNvSpPr/>
          <p:nvPr/>
        </p:nvSpPr>
        <p:spPr bwMode="auto">
          <a:xfrm>
            <a:off x="1517650" y="2801620"/>
            <a:ext cx="4727575" cy="1104265"/>
          </a:xfrm>
          <a:prstGeom prst="rect">
            <a:avLst/>
          </a:prstGeom>
          <a:noFill/>
          <a:ln>
            <a:noFill/>
          </a:ln>
          <a:effectLst/>
        </p:spPr>
        <p:txBody>
          <a:bodyPr vert="horz" wrap="square" lIns="0" tIns="0" rIns="0" bIns="0" numCol="1" spcCol="215899" anchor="t"/>
          <a:lstStyle/>
          <a:p>
            <a:pPr algn="l">
              <a:lnSpc>
                <a:spcPts val="8955"/>
              </a:lnSpc>
              <a:defRPr sz="6400" b="1" cap="none">
                <a:solidFill>
                  <a:srgbClr val="000000"/>
                </a:solidFill>
                <a:latin typeface="Glacial Indifference"/>
                <a:ea typeface="Glacial Indifference"/>
                <a:cs typeface="Glacial Indifference"/>
              </a:defRPr>
            </a:pPr>
            <a:r>
              <a:t>Definisi</a:t>
            </a:r>
          </a:p>
        </p:txBody>
      </p:sp>
      <p:sp>
        <p:nvSpPr>
          <p:cNvPr id="484112012" name="TextBox 17"/>
          <p:cNvSpPr/>
          <p:nvPr/>
        </p:nvSpPr>
        <p:spPr bwMode="auto">
          <a:xfrm>
            <a:off x="8168005" y="3479165"/>
            <a:ext cx="8873490" cy="537845"/>
          </a:xfrm>
          <a:prstGeom prst="rect">
            <a:avLst/>
          </a:prstGeom>
          <a:noFill/>
          <a:ln>
            <a:noFill/>
          </a:ln>
          <a:effectLst/>
        </p:spPr>
        <p:txBody>
          <a:bodyPr vert="horz" wrap="square" lIns="0" tIns="0" rIns="0" bIns="0" numCol="1" spcCol="215899" anchor="t"/>
          <a:lstStyle/>
          <a:p>
            <a:pPr algn="l">
              <a:lnSpc>
                <a:spcPts val="4480"/>
              </a:lnSpc>
              <a:defRPr/>
            </a:pPr>
            <a:r>
              <a:rPr sz="3200" cap="none">
                <a:solidFill>
                  <a:srgbClr val="000000"/>
                </a:solidFill>
                <a:latin typeface="Glacial Indifference"/>
                <a:ea typeface="Glacial Indifference"/>
                <a:cs typeface="Glacial Indifference"/>
              </a:rPr>
              <a:t>Terjadi pada bagian atas humerus dekat bahu</a:t>
            </a:r>
          </a:p>
        </p:txBody>
      </p:sp>
      <p:sp>
        <p:nvSpPr>
          <p:cNvPr id="513016391" name="TextBox 18"/>
          <p:cNvSpPr/>
          <p:nvPr/>
        </p:nvSpPr>
        <p:spPr bwMode="auto">
          <a:xfrm>
            <a:off x="6916420" y="3112770"/>
            <a:ext cx="938530" cy="762000"/>
          </a:xfrm>
          <a:prstGeom prst="rect">
            <a:avLst/>
          </a:prstGeom>
          <a:noFill/>
          <a:ln>
            <a:noFill/>
          </a:ln>
          <a:effectLst/>
        </p:spPr>
        <p:txBody>
          <a:bodyPr vert="horz" wrap="square" lIns="0" tIns="0" rIns="0" bIns="0" numCol="1" spcCol="215899" anchor="t"/>
          <a:lstStyle/>
          <a:p>
            <a:pPr algn="r">
              <a:lnSpc>
                <a:spcPts val="6295"/>
              </a:lnSpc>
              <a:defRPr sz="4500" b="1" cap="none">
                <a:solidFill>
                  <a:srgbClr val="5DA295"/>
                </a:solidFill>
                <a:latin typeface="Glacial Indifference"/>
                <a:ea typeface="Glacial Indifference"/>
                <a:cs typeface="Glacial Indifference"/>
              </a:defRPr>
            </a:pPr>
            <a:r>
              <a:t>01.</a:t>
            </a:r>
          </a:p>
        </p:txBody>
      </p:sp>
      <p:sp>
        <p:nvSpPr>
          <p:cNvPr id="180648129" name="TextBox 19"/>
          <p:cNvSpPr/>
          <p:nvPr/>
        </p:nvSpPr>
        <p:spPr bwMode="auto">
          <a:xfrm>
            <a:off x="8168005" y="2868295"/>
            <a:ext cx="3489960" cy="621665"/>
          </a:xfrm>
          <a:prstGeom prst="rect">
            <a:avLst/>
          </a:prstGeom>
          <a:noFill/>
          <a:ln>
            <a:noFill/>
          </a:ln>
          <a:effectLst/>
        </p:spPr>
        <p:txBody>
          <a:bodyPr vert="horz" wrap="square" lIns="0" tIns="0" rIns="0" bIns="0" numCol="1" spcCol="215899" anchor="t"/>
          <a:lstStyle/>
          <a:p>
            <a:pPr algn="l">
              <a:lnSpc>
                <a:spcPts val="4895"/>
              </a:lnSpc>
              <a:defRPr sz="3500" b="1" cap="none">
                <a:solidFill>
                  <a:srgbClr val="5DA295"/>
                </a:solidFill>
                <a:latin typeface="Glacial Indifference"/>
                <a:ea typeface="Glacial Indifference"/>
                <a:cs typeface="Glacial Indifference"/>
              </a:defRPr>
            </a:pPr>
            <a:r>
              <a:t>Proksimal</a:t>
            </a:r>
          </a:p>
        </p:txBody>
      </p:sp>
      <p:sp>
        <p:nvSpPr>
          <p:cNvPr id="941424625" name="TextBox 20"/>
          <p:cNvSpPr/>
          <p:nvPr/>
        </p:nvSpPr>
        <p:spPr bwMode="auto">
          <a:xfrm>
            <a:off x="6758305" y="4598035"/>
            <a:ext cx="1096645" cy="762000"/>
          </a:xfrm>
          <a:prstGeom prst="rect">
            <a:avLst/>
          </a:prstGeom>
          <a:noFill/>
          <a:ln>
            <a:noFill/>
          </a:ln>
          <a:effectLst/>
        </p:spPr>
        <p:txBody>
          <a:bodyPr vert="horz" wrap="square" lIns="0" tIns="0" rIns="0" bIns="0" numCol="1" spcCol="215899" anchor="t"/>
          <a:lstStyle/>
          <a:p>
            <a:pPr algn="r">
              <a:lnSpc>
                <a:spcPts val="6295"/>
              </a:lnSpc>
              <a:defRPr sz="4500" b="1" cap="none">
                <a:solidFill>
                  <a:srgbClr val="5DA295"/>
                </a:solidFill>
                <a:latin typeface="Glacial Indifference"/>
                <a:ea typeface="Glacial Indifference"/>
                <a:cs typeface="Glacial Indifference"/>
              </a:defRPr>
            </a:pPr>
            <a:r>
              <a:t>02.</a:t>
            </a:r>
          </a:p>
        </p:txBody>
      </p:sp>
      <p:sp>
        <p:nvSpPr>
          <p:cNvPr id="277794827" name="TextBox 21"/>
          <p:cNvSpPr/>
          <p:nvPr/>
        </p:nvSpPr>
        <p:spPr bwMode="auto">
          <a:xfrm>
            <a:off x="8168005" y="4358005"/>
            <a:ext cx="3489960" cy="621665"/>
          </a:xfrm>
          <a:prstGeom prst="rect">
            <a:avLst/>
          </a:prstGeom>
          <a:noFill/>
          <a:ln>
            <a:noFill/>
          </a:ln>
          <a:effectLst/>
        </p:spPr>
        <p:txBody>
          <a:bodyPr vert="horz" wrap="square" lIns="0" tIns="0" rIns="0" bIns="0" numCol="1" spcCol="215899" anchor="t"/>
          <a:lstStyle/>
          <a:p>
            <a:pPr algn="l">
              <a:lnSpc>
                <a:spcPts val="4895"/>
              </a:lnSpc>
              <a:defRPr sz="3500" b="1" cap="none">
                <a:solidFill>
                  <a:srgbClr val="5DA295"/>
                </a:solidFill>
                <a:latin typeface="Glacial Indifference"/>
                <a:ea typeface="Glacial Indifference"/>
                <a:cs typeface="Glacial Indifference"/>
              </a:defRPr>
            </a:pPr>
            <a:r>
              <a:t>Poros Tengah</a:t>
            </a:r>
          </a:p>
        </p:txBody>
      </p:sp>
      <p:sp>
        <p:nvSpPr>
          <p:cNvPr id="203122614" name="TextBox 22"/>
          <p:cNvSpPr/>
          <p:nvPr/>
        </p:nvSpPr>
        <p:spPr bwMode="auto">
          <a:xfrm>
            <a:off x="8168005" y="4964430"/>
            <a:ext cx="8873490" cy="537845"/>
          </a:xfrm>
          <a:prstGeom prst="rect">
            <a:avLst/>
          </a:prstGeom>
          <a:noFill/>
          <a:ln>
            <a:noFill/>
          </a:ln>
          <a:effectLst/>
        </p:spPr>
        <p:txBody>
          <a:bodyPr vert="horz" wrap="square" lIns="0" tIns="0" rIns="0" bIns="0" numCol="1" spcCol="215899" anchor="t"/>
          <a:lstStyle/>
          <a:p>
            <a:pPr algn="l">
              <a:lnSpc>
                <a:spcPts val="4480"/>
              </a:lnSpc>
              <a:defRPr/>
            </a:pPr>
            <a:r>
              <a:rPr sz="3200" cap="none">
                <a:solidFill>
                  <a:srgbClr val="000000"/>
                </a:solidFill>
                <a:latin typeface="Glacial Indifference"/>
                <a:ea typeface="Glacial Indifference"/>
                <a:cs typeface="Glacial Indifference"/>
              </a:rPr>
              <a:t>Terjadi di tengah humerus</a:t>
            </a:r>
          </a:p>
        </p:txBody>
      </p:sp>
      <p:sp>
        <p:nvSpPr>
          <p:cNvPr id="1577282430" name="TextBox 23"/>
          <p:cNvSpPr/>
          <p:nvPr/>
        </p:nvSpPr>
        <p:spPr bwMode="auto">
          <a:xfrm>
            <a:off x="8168005" y="5890260"/>
            <a:ext cx="3489960" cy="621665"/>
          </a:xfrm>
          <a:prstGeom prst="rect">
            <a:avLst/>
          </a:prstGeom>
          <a:noFill/>
          <a:ln>
            <a:noFill/>
          </a:ln>
          <a:effectLst/>
        </p:spPr>
        <p:txBody>
          <a:bodyPr vert="horz" wrap="square" lIns="0" tIns="0" rIns="0" bIns="0" numCol="1" spcCol="215899" anchor="t"/>
          <a:lstStyle/>
          <a:p>
            <a:pPr algn="l">
              <a:lnSpc>
                <a:spcPts val="4895"/>
              </a:lnSpc>
              <a:defRPr sz="3500" b="1" cap="none">
                <a:solidFill>
                  <a:srgbClr val="5DA295"/>
                </a:solidFill>
                <a:latin typeface="Glacial Indifference"/>
                <a:ea typeface="Glacial Indifference"/>
                <a:cs typeface="Glacial Indifference"/>
              </a:defRPr>
            </a:pPr>
            <a:r>
              <a:t>Distal</a:t>
            </a:r>
          </a:p>
        </p:txBody>
      </p:sp>
      <p:sp>
        <p:nvSpPr>
          <p:cNvPr id="1518078703" name="TextBox 24"/>
          <p:cNvSpPr/>
          <p:nvPr/>
        </p:nvSpPr>
        <p:spPr bwMode="auto">
          <a:xfrm>
            <a:off x="8168005" y="6496684"/>
            <a:ext cx="8873490" cy="537845"/>
          </a:xfrm>
          <a:prstGeom prst="rect">
            <a:avLst/>
          </a:prstGeom>
          <a:noFill/>
          <a:ln>
            <a:noFill/>
          </a:ln>
          <a:effectLst/>
        </p:spPr>
        <p:txBody>
          <a:bodyPr vert="horz" wrap="square" lIns="0" tIns="0" rIns="0" bIns="0" numCol="1" spcCol="215899" anchor="t"/>
          <a:lstStyle/>
          <a:p>
            <a:pPr algn="l">
              <a:lnSpc>
                <a:spcPts val="4480"/>
              </a:lnSpc>
              <a:defRPr/>
            </a:pPr>
            <a:r>
              <a:rPr sz="3200" cap="none">
                <a:solidFill>
                  <a:srgbClr val="000000"/>
                </a:solidFill>
                <a:latin typeface="Glacial Indifference"/>
                <a:ea typeface="Glacial Indifference"/>
                <a:cs typeface="Glacial Indifference"/>
              </a:rPr>
              <a:t>Terjadi di bagian bawah humerus dekat siku</a:t>
            </a:r>
          </a:p>
        </p:txBody>
      </p:sp>
      <p:sp>
        <p:nvSpPr>
          <p:cNvPr id="2118573067" name="TextBox 25"/>
          <p:cNvSpPr/>
          <p:nvPr/>
        </p:nvSpPr>
        <p:spPr bwMode="auto">
          <a:xfrm>
            <a:off x="6758305" y="6071870"/>
            <a:ext cx="1096645" cy="762000"/>
          </a:xfrm>
          <a:prstGeom prst="rect">
            <a:avLst/>
          </a:prstGeom>
          <a:noFill/>
          <a:ln>
            <a:noFill/>
          </a:ln>
          <a:effectLst/>
        </p:spPr>
        <p:txBody>
          <a:bodyPr vert="horz" wrap="square" lIns="0" tIns="0" rIns="0" bIns="0" numCol="1" spcCol="215899" anchor="t"/>
          <a:lstStyle/>
          <a:p>
            <a:pPr algn="r">
              <a:lnSpc>
                <a:spcPts val="6295"/>
              </a:lnSpc>
              <a:defRPr sz="4500" b="1" cap="none">
                <a:solidFill>
                  <a:srgbClr val="5DA295"/>
                </a:solidFill>
                <a:latin typeface="Glacial Indifference"/>
                <a:ea typeface="Glacial Indifference"/>
                <a:cs typeface="Glacial Indifference"/>
              </a:defRPr>
            </a:pPr>
            <a:r>
              <a:t>03.</a:t>
            </a:r>
          </a:p>
        </p:txBody>
      </p:sp>
      <p:sp>
        <p:nvSpPr>
          <p:cNvPr id="180846453" name="TextBox 26"/>
          <p:cNvSpPr/>
          <p:nvPr/>
        </p:nvSpPr>
        <p:spPr bwMode="auto">
          <a:xfrm>
            <a:off x="11430000" y="8963025"/>
            <a:ext cx="4752340" cy="523875"/>
          </a:xfrm>
          <a:prstGeom prst="rect">
            <a:avLst/>
          </a:prstGeom>
          <a:noFill/>
          <a:ln>
            <a:noFill/>
          </a:ln>
          <a:effectLst/>
        </p:spPr>
        <p:txBody>
          <a:bodyPr vert="horz" wrap="square" lIns="0" tIns="0" rIns="0" bIns="0" numCol="1" spcCol="215899" anchor="t"/>
          <a:lstStyle/>
          <a:p>
            <a:pPr algn="r">
              <a:lnSpc>
                <a:spcPts val="4200"/>
              </a:lnSpc>
              <a:defRPr sz="3000" b="1" cap="none">
                <a:solidFill>
                  <a:srgbClr val="000000"/>
                </a:solidFill>
                <a:latin typeface="Glacial Indifference"/>
                <a:ea typeface="Glacial Indifference"/>
                <a:cs typeface="Glacial Indifference"/>
              </a:defRPr>
            </a:pPr>
            <a:r>
              <a:t>FRAKTUR HUMERUS</a:t>
            </a:r>
          </a:p>
        </p:txBody>
      </p:sp>
      <p:sp>
        <p:nvSpPr>
          <p:cNvPr id="158464983" name="Freeform 27"/>
          <p:cNvSpPr/>
          <p:nvPr/>
        </p:nvSpPr>
        <p:spPr bwMode="auto">
          <a:xfrm>
            <a:off x="0" y="0"/>
            <a:ext cx="5100320" cy="2209800"/>
          </a:xfrm>
          <a:custGeom>
            <a:avLst/>
            <a:gdLst/>
            <a:ahLst/>
            <a:cxnLst/>
            <a:rect l="0" t="0" r="5100320" b="2209800"/>
            <a:pathLst>
              <a:path w="5100320" h="2209800" extrusionOk="0">
                <a:moveTo>
                  <a:pt x="0" y="0"/>
                </a:moveTo>
                <a:lnTo>
                  <a:pt x="5100320" y="0"/>
                </a:lnTo>
                <a:lnTo>
                  <a:pt x="5100320" y="2209800"/>
                </a:lnTo>
                <a:lnTo>
                  <a:pt x="0" y="2209800"/>
                </a:lnTo>
                <a:lnTo>
                  <a:pt x="0" y="0"/>
                </a:lnTo>
                <a:close/>
              </a:path>
            </a:pathLst>
          </a:custGeom>
          <a:blipFill>
            <a:blip r:embed="rId6"/>
            <a:stretch/>
          </a:blipFill>
          <a:ln>
            <a:noFill/>
          </a:ln>
          <a:effectLst/>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PhAnim="0">
  <p:cSld name="Penyebab 1">
    <p:spTree>
      <p:nvGrpSpPr>
        <p:cNvPr id="1" name=""/>
        <p:cNvGrpSpPr/>
        <p:nvPr/>
      </p:nvGrpSpPr>
      <p:grpSpPr bwMode="auto">
        <a:xfrm>
          <a:off x="0" y="0"/>
          <a:ext cx="0" cy="0"/>
          <a:chOff x="0" y="0"/>
          <a:chExt cx="0" cy="0"/>
        </a:xfrm>
      </p:grpSpPr>
      <p:grpSp>
        <p:nvGrpSpPr>
          <p:cNvPr id="2072437071" name="Group 2"/>
          <p:cNvGrpSpPr/>
          <p:nvPr/>
        </p:nvGrpSpPr>
        <p:grpSpPr bwMode="auto">
          <a:xfrm>
            <a:off x="0" y="0"/>
            <a:ext cx="18288000" cy="213360"/>
            <a:chOff x="0" y="0"/>
            <a:chExt cx="18288000" cy="213360"/>
          </a:xfrm>
        </p:grpSpPr>
        <p:sp>
          <p:nvSpPr>
            <p:cNvPr id="4" name="Freeform 3"/>
            <p:cNvSpPr/>
            <p:nvPr/>
          </p:nvSpPr>
          <p:spPr bwMode="auto">
            <a:xfrm>
              <a:off x="0" y="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BFDDD2"/>
            </a:solidFill>
            <a:ln>
              <a:noFill/>
            </a:ln>
            <a:effectLst/>
          </p:spPr>
        </p:sp>
        <p:sp>
          <p:nvSpPr>
            <p:cNvPr id="3" name="TextBox 4"/>
            <p:cNvSpPr/>
            <p:nvPr/>
          </p:nvSpPr>
          <p:spPr bwMode="auto">
            <a:xfrm>
              <a:off x="0" y="-14478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1537553882" name="TextBox 5"/>
          <p:cNvSpPr/>
          <p:nvPr/>
        </p:nvSpPr>
        <p:spPr bwMode="auto">
          <a:xfrm>
            <a:off x="11430000" y="8963025"/>
            <a:ext cx="4752340" cy="523875"/>
          </a:xfrm>
          <a:prstGeom prst="rect">
            <a:avLst/>
          </a:prstGeom>
          <a:noFill/>
          <a:ln>
            <a:noFill/>
          </a:ln>
          <a:effectLst/>
        </p:spPr>
        <p:txBody>
          <a:bodyPr vert="horz" wrap="square" lIns="0" tIns="0" rIns="0" bIns="0" numCol="1" spcCol="215899" anchor="t"/>
          <a:lstStyle/>
          <a:p>
            <a:pPr algn="r">
              <a:lnSpc>
                <a:spcPts val="4200"/>
              </a:lnSpc>
              <a:defRPr sz="3000" b="1" cap="none">
                <a:solidFill>
                  <a:srgbClr val="000000"/>
                </a:solidFill>
                <a:latin typeface="Glacial Indifference"/>
                <a:ea typeface="Glacial Indifference"/>
                <a:cs typeface="Glacial Indifference"/>
              </a:defRPr>
            </a:pPr>
            <a:r>
              <a:t>FRAKTUR HUMERUS</a:t>
            </a:r>
          </a:p>
        </p:txBody>
      </p:sp>
      <p:sp>
        <p:nvSpPr>
          <p:cNvPr id="24319329" name="Freeform 6"/>
          <p:cNvSpPr/>
          <p:nvPr/>
        </p:nvSpPr>
        <p:spPr bwMode="auto">
          <a:xfrm>
            <a:off x="3695700" y="8016240"/>
            <a:ext cx="3905250" cy="4114800"/>
          </a:xfrm>
          <a:custGeom>
            <a:avLst/>
            <a:gdLst/>
            <a:ahLst/>
            <a:cxnLst/>
            <a:rect l="0" t="0" r="3905250" b="4114800"/>
            <a:pathLst>
              <a:path w="3905250" h="4114800" extrusionOk="0">
                <a:moveTo>
                  <a:pt x="0" y="0"/>
                </a:moveTo>
                <a:lnTo>
                  <a:pt x="3905250" y="0"/>
                </a:lnTo>
                <a:lnTo>
                  <a:pt x="3905250" y="4114800"/>
                </a:lnTo>
                <a:lnTo>
                  <a:pt x="0" y="4114800"/>
                </a:lnTo>
                <a:lnTo>
                  <a:pt x="0" y="0"/>
                </a:lnTo>
                <a:close/>
              </a:path>
            </a:pathLst>
          </a:custGeom>
          <a:blipFill>
            <a:blip r:embed="rId3"/>
            <a:stretch/>
          </a:blipFill>
          <a:ln>
            <a:noFill/>
          </a:ln>
          <a:effectLst/>
        </p:spPr>
      </p:sp>
      <p:grpSp>
        <p:nvGrpSpPr>
          <p:cNvPr id="1132413357" name="Group 7"/>
          <p:cNvGrpSpPr/>
          <p:nvPr/>
        </p:nvGrpSpPr>
        <p:grpSpPr bwMode="auto">
          <a:xfrm>
            <a:off x="0" y="10073640"/>
            <a:ext cx="18288000" cy="213360"/>
            <a:chOff x="0" y="10073640"/>
            <a:chExt cx="18288000" cy="213360"/>
          </a:xfrm>
        </p:grpSpPr>
        <p:sp>
          <p:nvSpPr>
            <p:cNvPr id="9" name="Freeform 8"/>
            <p:cNvSpPr/>
            <p:nvPr/>
          </p:nvSpPr>
          <p:spPr bwMode="auto">
            <a:xfrm>
              <a:off x="0" y="1007364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5DA295"/>
            </a:solidFill>
            <a:ln>
              <a:noFill/>
            </a:ln>
            <a:effectLst/>
          </p:spPr>
        </p:sp>
        <p:sp>
          <p:nvSpPr>
            <p:cNvPr id="8" name="TextBox 9"/>
            <p:cNvSpPr/>
            <p:nvPr/>
          </p:nvSpPr>
          <p:spPr bwMode="auto">
            <a:xfrm>
              <a:off x="0" y="992886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1342135385" name="Group 10"/>
          <p:cNvGrpSpPr/>
          <p:nvPr/>
        </p:nvGrpSpPr>
        <p:grpSpPr bwMode="auto">
          <a:xfrm>
            <a:off x="7600950" y="2334260"/>
            <a:ext cx="10687050" cy="5618480"/>
            <a:chOff x="7600950" y="2334260"/>
            <a:chExt cx="10687050" cy="5618480"/>
          </a:xfrm>
        </p:grpSpPr>
        <p:sp>
          <p:nvSpPr>
            <p:cNvPr id="12" name="Freeform 11"/>
            <p:cNvSpPr/>
            <p:nvPr/>
          </p:nvSpPr>
          <p:spPr bwMode="auto">
            <a:xfrm>
              <a:off x="7600950" y="2334260"/>
              <a:ext cx="10687050" cy="5618480"/>
            </a:xfrm>
            <a:custGeom>
              <a:avLst/>
              <a:gdLst/>
              <a:ahLst/>
              <a:cxnLst/>
              <a:rect l="0" t="0" r="10687050" b="5618480"/>
              <a:pathLst>
                <a:path w="10687050" h="5618480" extrusionOk="0">
                  <a:moveTo>
                    <a:pt x="0" y="0"/>
                  </a:moveTo>
                  <a:lnTo>
                    <a:pt x="10687050" y="0"/>
                  </a:lnTo>
                  <a:lnTo>
                    <a:pt x="10687050" y="5618480"/>
                  </a:lnTo>
                  <a:lnTo>
                    <a:pt x="0" y="5618480"/>
                  </a:lnTo>
                  <a:close/>
                </a:path>
              </a:pathLst>
            </a:custGeom>
            <a:solidFill>
              <a:srgbClr val="BFDDD2"/>
            </a:solidFill>
            <a:ln>
              <a:noFill/>
            </a:ln>
            <a:effectLst/>
          </p:spPr>
        </p:sp>
        <p:sp>
          <p:nvSpPr>
            <p:cNvPr id="11" name="TextBox 12"/>
            <p:cNvSpPr/>
            <p:nvPr/>
          </p:nvSpPr>
          <p:spPr bwMode="auto">
            <a:xfrm>
              <a:off x="7600950" y="2189480"/>
              <a:ext cx="10687050" cy="576326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1902724047" name="Freeform 13"/>
          <p:cNvSpPr/>
          <p:nvPr/>
        </p:nvSpPr>
        <p:spPr bwMode="auto">
          <a:xfrm>
            <a:off x="16182340" y="758190"/>
            <a:ext cx="3675380" cy="3675380"/>
          </a:xfrm>
          <a:custGeom>
            <a:avLst/>
            <a:gdLst/>
            <a:ahLst/>
            <a:cxnLst/>
            <a:rect l="0" t="0" r="3675380" b="3675380"/>
            <a:pathLst>
              <a:path w="3675380" h="3675380" extrusionOk="0">
                <a:moveTo>
                  <a:pt x="0" y="0"/>
                </a:moveTo>
                <a:lnTo>
                  <a:pt x="3675380" y="0"/>
                </a:lnTo>
                <a:lnTo>
                  <a:pt x="3675380" y="3675380"/>
                </a:lnTo>
                <a:lnTo>
                  <a:pt x="0" y="3675380"/>
                </a:lnTo>
                <a:lnTo>
                  <a:pt x="0" y="0"/>
                </a:lnTo>
                <a:close/>
              </a:path>
            </a:pathLst>
          </a:custGeom>
          <a:blipFill>
            <a:blip r:embed="rId4"/>
            <a:stretch/>
          </a:blipFill>
          <a:ln>
            <a:noFill/>
          </a:ln>
          <a:effectLst/>
        </p:spPr>
      </p:sp>
      <p:sp>
        <p:nvSpPr>
          <p:cNvPr id="50396486" name="Freeform 14"/>
          <p:cNvSpPr/>
          <p:nvPr/>
        </p:nvSpPr>
        <p:spPr bwMode="auto">
          <a:xfrm>
            <a:off x="2484755" y="6805295"/>
            <a:ext cx="1210945" cy="1210945"/>
          </a:xfrm>
          <a:custGeom>
            <a:avLst/>
            <a:gdLst/>
            <a:ahLst/>
            <a:cxnLst/>
            <a:rect l="0" t="0" r="1210945" b="1210945"/>
            <a:pathLst>
              <a:path w="1210945" h="1210945" extrusionOk="0">
                <a:moveTo>
                  <a:pt x="0" y="0"/>
                </a:moveTo>
                <a:lnTo>
                  <a:pt x="1210946" y="0"/>
                </a:lnTo>
                <a:lnTo>
                  <a:pt x="1210946" y="1210946"/>
                </a:lnTo>
                <a:lnTo>
                  <a:pt x="0" y="1210946"/>
                </a:lnTo>
                <a:lnTo>
                  <a:pt x="0" y="0"/>
                </a:lnTo>
                <a:close/>
              </a:path>
            </a:pathLst>
          </a:custGeom>
          <a:blipFill>
            <a:blip r:embed="rId5"/>
            <a:stretch/>
          </a:blipFill>
          <a:ln>
            <a:noFill/>
          </a:ln>
          <a:effectLst/>
        </p:spPr>
      </p:sp>
      <p:sp>
        <p:nvSpPr>
          <p:cNvPr id="404072898" name="TextBox 15"/>
          <p:cNvSpPr/>
          <p:nvPr/>
        </p:nvSpPr>
        <p:spPr bwMode="auto">
          <a:xfrm>
            <a:off x="1497330" y="3018790"/>
            <a:ext cx="4949190" cy="958850"/>
          </a:xfrm>
          <a:prstGeom prst="rect">
            <a:avLst/>
          </a:prstGeom>
          <a:noFill/>
          <a:ln>
            <a:noFill/>
          </a:ln>
          <a:effectLst/>
        </p:spPr>
        <p:txBody>
          <a:bodyPr vert="horz" wrap="square" lIns="0" tIns="0" rIns="0" bIns="0" numCol="1" spcCol="215899" anchor="t"/>
          <a:lstStyle/>
          <a:p>
            <a:pPr algn="l">
              <a:lnSpc>
                <a:spcPts val="7550"/>
              </a:lnSpc>
              <a:defRPr sz="6400" b="1" cap="none">
                <a:solidFill>
                  <a:srgbClr val="000000"/>
                </a:solidFill>
                <a:latin typeface="Glacial Indifference"/>
                <a:ea typeface="Glacial Indifference"/>
                <a:cs typeface="Glacial Indifference"/>
              </a:defRPr>
            </a:pPr>
            <a:r>
              <a:t>Penyebab</a:t>
            </a:r>
          </a:p>
        </p:txBody>
      </p:sp>
      <p:sp>
        <p:nvSpPr>
          <p:cNvPr id="2004469296" name="TextBox 16"/>
          <p:cNvSpPr/>
          <p:nvPr/>
        </p:nvSpPr>
        <p:spPr bwMode="auto">
          <a:xfrm>
            <a:off x="16563975" y="8834120"/>
            <a:ext cx="955040" cy="762635"/>
          </a:xfrm>
          <a:prstGeom prst="rect">
            <a:avLst/>
          </a:prstGeom>
          <a:noFill/>
          <a:ln>
            <a:noFill/>
          </a:ln>
          <a:effectLst/>
        </p:spPr>
        <p:txBody>
          <a:bodyPr vert="horz" wrap="square" lIns="0" tIns="0" rIns="0" bIns="0" numCol="1" spcCol="215899" anchor="t"/>
          <a:lstStyle/>
          <a:p>
            <a:pPr algn="r">
              <a:lnSpc>
                <a:spcPts val="6295"/>
              </a:lnSpc>
              <a:defRPr sz="4500" b="1" cap="none">
                <a:solidFill>
                  <a:srgbClr val="000000"/>
                </a:solidFill>
                <a:latin typeface="Glacial Indifference"/>
                <a:ea typeface="Glacial Indifference"/>
                <a:cs typeface="Glacial Indifference"/>
              </a:defRPr>
            </a:pPr>
            <a:r>
              <a:t>04</a:t>
            </a:r>
          </a:p>
        </p:txBody>
      </p:sp>
      <p:sp>
        <p:nvSpPr>
          <p:cNvPr id="982081886" name="TextBox 17"/>
          <p:cNvSpPr/>
          <p:nvPr/>
        </p:nvSpPr>
        <p:spPr bwMode="auto">
          <a:xfrm>
            <a:off x="7981315" y="3276600"/>
            <a:ext cx="9849485" cy="4038600"/>
          </a:xfrm>
          <a:prstGeom prst="rect">
            <a:avLst/>
          </a:prstGeom>
          <a:noFill/>
          <a:ln>
            <a:noFill/>
          </a:ln>
          <a:effectLst/>
        </p:spPr>
        <p:txBody>
          <a:bodyPr vert="horz" wrap="square" lIns="0" tIns="0" rIns="0" bIns="0" numCol="1" spcCol="215899" anchor="t"/>
          <a:lstStyle/>
          <a:p>
            <a:pPr algn="l">
              <a:lnSpc>
                <a:spcPct val="100000"/>
              </a:lnSpc>
              <a:defRPr sz="3200" cap="none"/>
            </a:pPr>
            <a:r>
              <a:rPr cap="none">
                <a:solidFill>
                  <a:srgbClr val="000000"/>
                </a:solidFill>
                <a:latin typeface="Glacial Indifference"/>
                <a:ea typeface="Glacial Indifference"/>
                <a:cs typeface="Glacial Indifference"/>
              </a:rPr>
              <a:t>Trauma Langsung: Fraktur humerus biasanya disebabkan oleh trauma langsung yang mengenai tulang, seperti kecelakaan mobil, olahraga, atau jatuh. Misalnya, fraktur collum humerus dapat terjadi akibat jatuh dengan tangan yang memuntir humerus sehingga menyebabkan fraktur spiral. Jatuh pada siku saat lengan pada posisi abduksi dapat merusak tulang menyebabkan fraktur oblik atau melintang.</a:t>
            </a:r>
          </a:p>
        </p:txBody>
      </p:sp>
      <p:sp>
        <p:nvSpPr>
          <p:cNvPr id="1911700020" name="AutoShape 18"/>
          <p:cNvSpPr/>
          <p:nvPr/>
        </p:nvSpPr>
        <p:spPr bwMode="auto">
          <a:xfrm>
            <a:off x="16563975" y="8877300"/>
            <a:ext cx="0" cy="762000"/>
          </a:xfrm>
          <a:prstGeom prst="line">
            <a:avLst/>
          </a:prstGeom>
          <a:noFill/>
          <a:ln w="95250" cap="flat" cmpd="sng" algn="ctr">
            <a:solidFill>
              <a:srgbClr val="5DA295"/>
            </a:solidFill>
            <a:prstDash val="solid"/>
            <a:headEnd type="none"/>
            <a:tailEnd type="none"/>
          </a:ln>
          <a:effectLst/>
        </p:spPr>
      </p:sp>
      <p:sp>
        <p:nvSpPr>
          <p:cNvPr id="686028638" name="Freeform 19"/>
          <p:cNvSpPr/>
          <p:nvPr/>
        </p:nvSpPr>
        <p:spPr bwMode="auto">
          <a:xfrm>
            <a:off x="0" y="0"/>
            <a:ext cx="5100320" cy="2209800"/>
          </a:xfrm>
          <a:custGeom>
            <a:avLst/>
            <a:gdLst/>
            <a:ahLst/>
            <a:cxnLst/>
            <a:rect l="0" t="0" r="5100320" b="2209800"/>
            <a:pathLst>
              <a:path w="5100320" h="2209800" extrusionOk="0">
                <a:moveTo>
                  <a:pt x="0" y="0"/>
                </a:moveTo>
                <a:lnTo>
                  <a:pt x="5100320" y="0"/>
                </a:lnTo>
                <a:lnTo>
                  <a:pt x="5100320" y="2209800"/>
                </a:lnTo>
                <a:lnTo>
                  <a:pt x="0" y="2209800"/>
                </a:lnTo>
                <a:lnTo>
                  <a:pt x="0" y="0"/>
                </a:lnTo>
                <a:close/>
              </a:path>
            </a:pathLst>
          </a:custGeom>
          <a:blipFill>
            <a:blip r:embed="rId6"/>
            <a:stretch/>
          </a:blipFill>
          <a:ln>
            <a:noFill/>
          </a:ln>
          <a:effectLst/>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PhAnim="0">
  <p:cSld name="Penyebab 2">
    <p:spTree>
      <p:nvGrpSpPr>
        <p:cNvPr id="1" name=""/>
        <p:cNvGrpSpPr/>
        <p:nvPr/>
      </p:nvGrpSpPr>
      <p:grpSpPr bwMode="auto">
        <a:xfrm>
          <a:off x="0" y="0"/>
          <a:ext cx="0" cy="0"/>
          <a:chOff x="0" y="0"/>
          <a:chExt cx="0" cy="0"/>
        </a:xfrm>
      </p:grpSpPr>
      <p:grpSp>
        <p:nvGrpSpPr>
          <p:cNvPr id="515406349" name="Group 2"/>
          <p:cNvGrpSpPr/>
          <p:nvPr/>
        </p:nvGrpSpPr>
        <p:grpSpPr bwMode="auto">
          <a:xfrm>
            <a:off x="0" y="0"/>
            <a:ext cx="18288000" cy="213360"/>
            <a:chOff x="0" y="0"/>
            <a:chExt cx="18288000" cy="213360"/>
          </a:xfrm>
        </p:grpSpPr>
        <p:sp>
          <p:nvSpPr>
            <p:cNvPr id="4" name="Freeform 3"/>
            <p:cNvSpPr/>
            <p:nvPr/>
          </p:nvSpPr>
          <p:spPr bwMode="auto">
            <a:xfrm>
              <a:off x="0" y="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BFDDD2"/>
            </a:solidFill>
            <a:ln>
              <a:noFill/>
            </a:ln>
            <a:effectLst/>
          </p:spPr>
        </p:sp>
        <p:sp>
          <p:nvSpPr>
            <p:cNvPr id="3" name="TextBox 4"/>
            <p:cNvSpPr/>
            <p:nvPr/>
          </p:nvSpPr>
          <p:spPr bwMode="auto">
            <a:xfrm>
              <a:off x="0" y="-14478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556332850" name="TextBox 5"/>
          <p:cNvSpPr/>
          <p:nvPr/>
        </p:nvSpPr>
        <p:spPr bwMode="auto">
          <a:xfrm>
            <a:off x="11430000" y="8963025"/>
            <a:ext cx="4752340" cy="523875"/>
          </a:xfrm>
          <a:prstGeom prst="rect">
            <a:avLst/>
          </a:prstGeom>
          <a:noFill/>
          <a:ln>
            <a:noFill/>
          </a:ln>
          <a:effectLst/>
        </p:spPr>
        <p:txBody>
          <a:bodyPr vert="horz" wrap="square" lIns="0" tIns="0" rIns="0" bIns="0" numCol="1" spcCol="215899" anchor="t"/>
          <a:lstStyle/>
          <a:p>
            <a:pPr algn="r">
              <a:lnSpc>
                <a:spcPts val="4200"/>
              </a:lnSpc>
              <a:defRPr sz="3000" b="1" cap="none">
                <a:solidFill>
                  <a:srgbClr val="000000"/>
                </a:solidFill>
                <a:latin typeface="Glacial Indifference"/>
                <a:ea typeface="Glacial Indifference"/>
                <a:cs typeface="Glacial Indifference"/>
              </a:defRPr>
            </a:pPr>
            <a:r>
              <a:t>FRAKTUR HUMERUS</a:t>
            </a:r>
          </a:p>
        </p:txBody>
      </p:sp>
      <p:sp>
        <p:nvSpPr>
          <p:cNvPr id="170711523" name="Freeform 6"/>
          <p:cNvSpPr/>
          <p:nvPr/>
        </p:nvSpPr>
        <p:spPr bwMode="auto">
          <a:xfrm>
            <a:off x="3695700" y="8016240"/>
            <a:ext cx="3905250" cy="4114800"/>
          </a:xfrm>
          <a:custGeom>
            <a:avLst/>
            <a:gdLst/>
            <a:ahLst/>
            <a:cxnLst/>
            <a:rect l="0" t="0" r="3905250" b="4114800"/>
            <a:pathLst>
              <a:path w="3905250" h="4114800" extrusionOk="0">
                <a:moveTo>
                  <a:pt x="0" y="0"/>
                </a:moveTo>
                <a:lnTo>
                  <a:pt x="3905250" y="0"/>
                </a:lnTo>
                <a:lnTo>
                  <a:pt x="3905250" y="4114800"/>
                </a:lnTo>
                <a:lnTo>
                  <a:pt x="0" y="4114800"/>
                </a:lnTo>
                <a:lnTo>
                  <a:pt x="0" y="0"/>
                </a:lnTo>
                <a:close/>
              </a:path>
            </a:pathLst>
          </a:custGeom>
          <a:blipFill>
            <a:blip r:embed="rId3"/>
            <a:stretch/>
          </a:blipFill>
          <a:ln>
            <a:noFill/>
          </a:ln>
          <a:effectLst/>
        </p:spPr>
      </p:sp>
      <p:grpSp>
        <p:nvGrpSpPr>
          <p:cNvPr id="1284692924" name="Group 7"/>
          <p:cNvGrpSpPr/>
          <p:nvPr/>
        </p:nvGrpSpPr>
        <p:grpSpPr bwMode="auto">
          <a:xfrm>
            <a:off x="0" y="10073640"/>
            <a:ext cx="18288000" cy="213360"/>
            <a:chOff x="0" y="10073640"/>
            <a:chExt cx="18288000" cy="213360"/>
          </a:xfrm>
        </p:grpSpPr>
        <p:sp>
          <p:nvSpPr>
            <p:cNvPr id="9" name="Freeform 8"/>
            <p:cNvSpPr/>
            <p:nvPr/>
          </p:nvSpPr>
          <p:spPr bwMode="auto">
            <a:xfrm>
              <a:off x="0" y="1007364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5DA295"/>
            </a:solidFill>
            <a:ln>
              <a:noFill/>
            </a:ln>
            <a:effectLst/>
          </p:spPr>
        </p:sp>
        <p:sp>
          <p:nvSpPr>
            <p:cNvPr id="8" name="TextBox 9"/>
            <p:cNvSpPr/>
            <p:nvPr/>
          </p:nvSpPr>
          <p:spPr bwMode="auto">
            <a:xfrm>
              <a:off x="0" y="992886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999679179" name="Group 10"/>
          <p:cNvGrpSpPr/>
          <p:nvPr/>
        </p:nvGrpSpPr>
        <p:grpSpPr bwMode="auto">
          <a:xfrm>
            <a:off x="7600950" y="2334260"/>
            <a:ext cx="10687050" cy="5618480"/>
            <a:chOff x="7600950" y="2334260"/>
            <a:chExt cx="10687050" cy="5618480"/>
          </a:xfrm>
        </p:grpSpPr>
        <p:sp>
          <p:nvSpPr>
            <p:cNvPr id="12" name="Freeform 11"/>
            <p:cNvSpPr/>
            <p:nvPr/>
          </p:nvSpPr>
          <p:spPr bwMode="auto">
            <a:xfrm>
              <a:off x="7600950" y="2334260"/>
              <a:ext cx="10687050" cy="5618480"/>
            </a:xfrm>
            <a:custGeom>
              <a:avLst/>
              <a:gdLst/>
              <a:ahLst/>
              <a:cxnLst/>
              <a:rect l="0" t="0" r="10687050" b="5618480"/>
              <a:pathLst>
                <a:path w="10687050" h="5618480" extrusionOk="0">
                  <a:moveTo>
                    <a:pt x="0" y="0"/>
                  </a:moveTo>
                  <a:lnTo>
                    <a:pt x="10687050" y="0"/>
                  </a:lnTo>
                  <a:lnTo>
                    <a:pt x="10687050" y="5618480"/>
                  </a:lnTo>
                  <a:lnTo>
                    <a:pt x="0" y="5618480"/>
                  </a:lnTo>
                  <a:close/>
                </a:path>
              </a:pathLst>
            </a:custGeom>
            <a:solidFill>
              <a:srgbClr val="BFDDD2"/>
            </a:solidFill>
            <a:ln>
              <a:noFill/>
            </a:ln>
            <a:effectLst/>
          </p:spPr>
        </p:sp>
        <p:sp>
          <p:nvSpPr>
            <p:cNvPr id="11" name="TextBox 12"/>
            <p:cNvSpPr/>
            <p:nvPr/>
          </p:nvSpPr>
          <p:spPr bwMode="auto">
            <a:xfrm>
              <a:off x="7600950" y="2189480"/>
              <a:ext cx="10687050" cy="576326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1572574579" name="Freeform 13"/>
          <p:cNvSpPr/>
          <p:nvPr/>
        </p:nvSpPr>
        <p:spPr bwMode="auto">
          <a:xfrm>
            <a:off x="16182340" y="758190"/>
            <a:ext cx="3675380" cy="3675380"/>
          </a:xfrm>
          <a:custGeom>
            <a:avLst/>
            <a:gdLst/>
            <a:ahLst/>
            <a:cxnLst/>
            <a:rect l="0" t="0" r="3675380" b="3675380"/>
            <a:pathLst>
              <a:path w="3675380" h="3675380" extrusionOk="0">
                <a:moveTo>
                  <a:pt x="0" y="0"/>
                </a:moveTo>
                <a:lnTo>
                  <a:pt x="3675380" y="0"/>
                </a:lnTo>
                <a:lnTo>
                  <a:pt x="3675380" y="3675380"/>
                </a:lnTo>
                <a:lnTo>
                  <a:pt x="0" y="3675380"/>
                </a:lnTo>
                <a:lnTo>
                  <a:pt x="0" y="0"/>
                </a:lnTo>
                <a:close/>
              </a:path>
            </a:pathLst>
          </a:custGeom>
          <a:blipFill>
            <a:blip r:embed="rId4"/>
            <a:stretch/>
          </a:blipFill>
          <a:ln>
            <a:noFill/>
          </a:ln>
          <a:effectLst/>
        </p:spPr>
      </p:sp>
      <p:sp>
        <p:nvSpPr>
          <p:cNvPr id="949013578" name="Freeform 14"/>
          <p:cNvSpPr/>
          <p:nvPr/>
        </p:nvSpPr>
        <p:spPr bwMode="auto">
          <a:xfrm>
            <a:off x="2484755" y="6805295"/>
            <a:ext cx="1210945" cy="1210945"/>
          </a:xfrm>
          <a:custGeom>
            <a:avLst/>
            <a:gdLst/>
            <a:ahLst/>
            <a:cxnLst/>
            <a:rect l="0" t="0" r="1210945" b="1210945"/>
            <a:pathLst>
              <a:path w="1210945" h="1210945" extrusionOk="0">
                <a:moveTo>
                  <a:pt x="0" y="0"/>
                </a:moveTo>
                <a:lnTo>
                  <a:pt x="1210946" y="0"/>
                </a:lnTo>
                <a:lnTo>
                  <a:pt x="1210946" y="1210946"/>
                </a:lnTo>
                <a:lnTo>
                  <a:pt x="0" y="1210946"/>
                </a:lnTo>
                <a:lnTo>
                  <a:pt x="0" y="0"/>
                </a:lnTo>
                <a:close/>
              </a:path>
            </a:pathLst>
          </a:custGeom>
          <a:blipFill>
            <a:blip r:embed="rId5"/>
            <a:stretch/>
          </a:blipFill>
          <a:ln>
            <a:noFill/>
          </a:ln>
          <a:effectLst/>
        </p:spPr>
      </p:sp>
      <p:sp>
        <p:nvSpPr>
          <p:cNvPr id="730538227" name="TextBox 15"/>
          <p:cNvSpPr/>
          <p:nvPr/>
        </p:nvSpPr>
        <p:spPr bwMode="auto">
          <a:xfrm>
            <a:off x="1497330" y="3018790"/>
            <a:ext cx="4949190" cy="969010"/>
          </a:xfrm>
          <a:prstGeom prst="rect">
            <a:avLst/>
          </a:prstGeom>
          <a:noFill/>
          <a:ln>
            <a:noFill/>
          </a:ln>
          <a:effectLst/>
        </p:spPr>
        <p:txBody>
          <a:bodyPr vert="horz" wrap="square" lIns="0" tIns="0" rIns="0" bIns="0" numCol="1" spcCol="215899" anchor="t"/>
          <a:lstStyle/>
          <a:p>
            <a:pPr algn="l">
              <a:lnSpc>
                <a:spcPts val="7550"/>
              </a:lnSpc>
              <a:defRPr sz="6400" b="1" cap="none">
                <a:solidFill>
                  <a:srgbClr val="000000"/>
                </a:solidFill>
                <a:latin typeface="Glacial Indifference"/>
                <a:ea typeface="Glacial Indifference"/>
                <a:cs typeface="Glacial Indifference"/>
              </a:defRPr>
            </a:pPr>
            <a:r>
              <a:t>Penyebab</a:t>
            </a:r>
          </a:p>
        </p:txBody>
      </p:sp>
      <p:sp>
        <p:nvSpPr>
          <p:cNvPr id="1779842121" name="TextBox 16"/>
          <p:cNvSpPr/>
          <p:nvPr/>
        </p:nvSpPr>
        <p:spPr bwMode="auto">
          <a:xfrm>
            <a:off x="16563975" y="8834120"/>
            <a:ext cx="955040" cy="762635"/>
          </a:xfrm>
          <a:prstGeom prst="rect">
            <a:avLst/>
          </a:prstGeom>
          <a:noFill/>
          <a:ln>
            <a:noFill/>
          </a:ln>
          <a:effectLst/>
        </p:spPr>
        <p:txBody>
          <a:bodyPr vert="horz" wrap="square" lIns="0" tIns="0" rIns="0" bIns="0" numCol="1" spcCol="215899" anchor="t"/>
          <a:lstStyle/>
          <a:p>
            <a:pPr algn="r">
              <a:lnSpc>
                <a:spcPts val="6295"/>
              </a:lnSpc>
              <a:defRPr sz="4500" b="1" cap="none">
                <a:solidFill>
                  <a:srgbClr val="000000"/>
                </a:solidFill>
                <a:latin typeface="Glacial Indifference"/>
                <a:ea typeface="Glacial Indifference"/>
                <a:cs typeface="Glacial Indifference"/>
              </a:defRPr>
            </a:pPr>
            <a:r>
              <a:t>05</a:t>
            </a:r>
          </a:p>
        </p:txBody>
      </p:sp>
      <p:sp>
        <p:nvSpPr>
          <p:cNvPr id="455117948" name="TextBox 17"/>
          <p:cNvSpPr/>
          <p:nvPr/>
        </p:nvSpPr>
        <p:spPr bwMode="auto">
          <a:xfrm>
            <a:off x="7981315" y="3352800"/>
            <a:ext cx="9620885" cy="3756025"/>
          </a:xfrm>
          <a:prstGeom prst="rect">
            <a:avLst/>
          </a:prstGeom>
          <a:noFill/>
          <a:ln>
            <a:noFill/>
          </a:ln>
          <a:effectLst/>
        </p:spPr>
        <p:txBody>
          <a:bodyPr vert="horz" wrap="square" lIns="0" tIns="0" rIns="0" bIns="0" numCol="1" spcCol="215899" anchor="t"/>
          <a:lstStyle/>
          <a:p>
            <a:pPr algn="l">
              <a:lnSpc>
                <a:spcPct val="100000"/>
              </a:lnSpc>
              <a:defRPr sz="3200" cap="none">
                <a:solidFill>
                  <a:srgbClr val="000000"/>
                </a:solidFill>
                <a:latin typeface="Glacial Indifference"/>
                <a:ea typeface="Glacial Indifference"/>
                <a:cs typeface="Glacial Indifference"/>
              </a:defRPr>
            </a:pPr>
            <a:r>
              <a:t>Fraktur Patologis: Fraktur humerus juga bisa merupakan fraktur patologis, yang terjadi sebagai akibat dari kondisi kesehatan yang menyebabkan tulang keropos. Hal-hal yang dapat menyebabkan fraktur humerus patologis meliputi osteoporosis, kanker tulang, kista atau tumor tulang, dan infeksi tulang.</a:t>
            </a:r>
          </a:p>
        </p:txBody>
      </p:sp>
      <p:sp>
        <p:nvSpPr>
          <p:cNvPr id="1964739629" name="AutoShape 18"/>
          <p:cNvSpPr/>
          <p:nvPr/>
        </p:nvSpPr>
        <p:spPr bwMode="auto">
          <a:xfrm>
            <a:off x="16563975" y="8877300"/>
            <a:ext cx="0" cy="762000"/>
          </a:xfrm>
          <a:prstGeom prst="line">
            <a:avLst/>
          </a:prstGeom>
          <a:noFill/>
          <a:ln w="95250" cap="flat" cmpd="sng" algn="ctr">
            <a:solidFill>
              <a:srgbClr val="5DA295"/>
            </a:solidFill>
            <a:prstDash val="solid"/>
            <a:headEnd type="none"/>
            <a:tailEnd type="none"/>
          </a:ln>
          <a:effectLst/>
        </p:spPr>
      </p:sp>
      <p:sp>
        <p:nvSpPr>
          <p:cNvPr id="1824025558" name="Freeform 19"/>
          <p:cNvSpPr/>
          <p:nvPr/>
        </p:nvSpPr>
        <p:spPr bwMode="auto">
          <a:xfrm>
            <a:off x="0" y="0"/>
            <a:ext cx="5100320" cy="2209800"/>
          </a:xfrm>
          <a:custGeom>
            <a:avLst/>
            <a:gdLst/>
            <a:ahLst/>
            <a:cxnLst/>
            <a:rect l="0" t="0" r="5100320" b="2209800"/>
            <a:pathLst>
              <a:path w="5100320" h="2209800" extrusionOk="0">
                <a:moveTo>
                  <a:pt x="0" y="0"/>
                </a:moveTo>
                <a:lnTo>
                  <a:pt x="5100320" y="0"/>
                </a:lnTo>
                <a:lnTo>
                  <a:pt x="5100320" y="2209800"/>
                </a:lnTo>
                <a:lnTo>
                  <a:pt x="0" y="2209800"/>
                </a:lnTo>
                <a:lnTo>
                  <a:pt x="0" y="0"/>
                </a:lnTo>
                <a:close/>
              </a:path>
            </a:pathLst>
          </a:custGeom>
          <a:blipFill>
            <a:blip r:embed="rId6"/>
            <a:stretch/>
          </a:blipFill>
          <a:ln>
            <a:noFill/>
          </a:ln>
          <a:effectLst/>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PhAnim="0">
  <p:cSld name="Gejala">
    <p:spTree>
      <p:nvGrpSpPr>
        <p:cNvPr id="1" name=""/>
        <p:cNvGrpSpPr/>
        <p:nvPr/>
      </p:nvGrpSpPr>
      <p:grpSpPr bwMode="auto">
        <a:xfrm>
          <a:off x="0" y="0"/>
          <a:ext cx="0" cy="0"/>
          <a:chOff x="0" y="0"/>
          <a:chExt cx="0" cy="0"/>
        </a:xfrm>
      </p:grpSpPr>
      <p:grpSp>
        <p:nvGrpSpPr>
          <p:cNvPr id="1835360222" name="Group 2"/>
          <p:cNvGrpSpPr/>
          <p:nvPr/>
        </p:nvGrpSpPr>
        <p:grpSpPr bwMode="auto">
          <a:xfrm>
            <a:off x="0" y="0"/>
            <a:ext cx="18288000" cy="213360"/>
            <a:chOff x="0" y="0"/>
            <a:chExt cx="18288000" cy="213360"/>
          </a:xfrm>
        </p:grpSpPr>
        <p:sp>
          <p:nvSpPr>
            <p:cNvPr id="4" name="Freeform 3"/>
            <p:cNvSpPr/>
            <p:nvPr/>
          </p:nvSpPr>
          <p:spPr bwMode="auto">
            <a:xfrm>
              <a:off x="0" y="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BFDDD2"/>
            </a:solidFill>
            <a:ln>
              <a:noFill/>
            </a:ln>
            <a:effectLst/>
          </p:spPr>
        </p:sp>
        <p:sp>
          <p:nvSpPr>
            <p:cNvPr id="3" name="TextBox 4"/>
            <p:cNvSpPr/>
            <p:nvPr/>
          </p:nvSpPr>
          <p:spPr bwMode="auto">
            <a:xfrm>
              <a:off x="0" y="-14478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1696117846" name="TextBox 5"/>
          <p:cNvSpPr/>
          <p:nvPr/>
        </p:nvSpPr>
        <p:spPr bwMode="auto">
          <a:xfrm>
            <a:off x="11430000" y="8963025"/>
            <a:ext cx="4752340" cy="523875"/>
          </a:xfrm>
          <a:prstGeom prst="rect">
            <a:avLst/>
          </a:prstGeom>
          <a:noFill/>
          <a:ln>
            <a:noFill/>
          </a:ln>
          <a:effectLst/>
        </p:spPr>
        <p:txBody>
          <a:bodyPr vert="horz" wrap="square" lIns="0" tIns="0" rIns="0" bIns="0" numCol="1" spcCol="215899" anchor="t"/>
          <a:lstStyle/>
          <a:p>
            <a:pPr algn="r">
              <a:lnSpc>
                <a:spcPts val="4200"/>
              </a:lnSpc>
              <a:defRPr sz="3000" b="1" cap="none">
                <a:solidFill>
                  <a:srgbClr val="000000"/>
                </a:solidFill>
                <a:latin typeface="Glacial Indifference"/>
                <a:ea typeface="Glacial Indifference"/>
                <a:cs typeface="Glacial Indifference"/>
              </a:defRPr>
            </a:pPr>
            <a:r>
              <a:t>FRAKTUR HUMERUS</a:t>
            </a:r>
          </a:p>
        </p:txBody>
      </p:sp>
      <p:sp>
        <p:nvSpPr>
          <p:cNvPr id="420061473" name="Freeform 6"/>
          <p:cNvSpPr/>
          <p:nvPr/>
        </p:nvSpPr>
        <p:spPr bwMode="auto">
          <a:xfrm>
            <a:off x="3695700" y="8016240"/>
            <a:ext cx="3905250" cy="4114800"/>
          </a:xfrm>
          <a:custGeom>
            <a:avLst/>
            <a:gdLst/>
            <a:ahLst/>
            <a:cxnLst/>
            <a:rect l="0" t="0" r="3905250" b="4114800"/>
            <a:pathLst>
              <a:path w="3905250" h="4114800" extrusionOk="0">
                <a:moveTo>
                  <a:pt x="0" y="0"/>
                </a:moveTo>
                <a:lnTo>
                  <a:pt x="3905250" y="0"/>
                </a:lnTo>
                <a:lnTo>
                  <a:pt x="3905250" y="4114800"/>
                </a:lnTo>
                <a:lnTo>
                  <a:pt x="0" y="4114800"/>
                </a:lnTo>
                <a:lnTo>
                  <a:pt x="0" y="0"/>
                </a:lnTo>
                <a:close/>
              </a:path>
            </a:pathLst>
          </a:custGeom>
          <a:blipFill>
            <a:blip r:embed="rId3"/>
            <a:stretch/>
          </a:blipFill>
          <a:ln>
            <a:noFill/>
          </a:ln>
          <a:effectLst/>
        </p:spPr>
      </p:sp>
      <p:grpSp>
        <p:nvGrpSpPr>
          <p:cNvPr id="957763256" name="Group 7"/>
          <p:cNvGrpSpPr/>
          <p:nvPr/>
        </p:nvGrpSpPr>
        <p:grpSpPr bwMode="auto">
          <a:xfrm>
            <a:off x="0" y="10073640"/>
            <a:ext cx="18288000" cy="213360"/>
            <a:chOff x="0" y="10073640"/>
            <a:chExt cx="18288000" cy="213360"/>
          </a:xfrm>
        </p:grpSpPr>
        <p:sp>
          <p:nvSpPr>
            <p:cNvPr id="9" name="Freeform 8"/>
            <p:cNvSpPr/>
            <p:nvPr/>
          </p:nvSpPr>
          <p:spPr bwMode="auto">
            <a:xfrm>
              <a:off x="0" y="1007364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5DA295"/>
            </a:solidFill>
            <a:ln>
              <a:noFill/>
            </a:ln>
            <a:effectLst/>
          </p:spPr>
        </p:sp>
        <p:sp>
          <p:nvSpPr>
            <p:cNvPr id="8" name="TextBox 9"/>
            <p:cNvSpPr/>
            <p:nvPr/>
          </p:nvSpPr>
          <p:spPr bwMode="auto">
            <a:xfrm>
              <a:off x="0" y="992886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1655090906" name="Group 10"/>
          <p:cNvGrpSpPr/>
          <p:nvPr/>
        </p:nvGrpSpPr>
        <p:grpSpPr bwMode="auto">
          <a:xfrm>
            <a:off x="7600950" y="2334260"/>
            <a:ext cx="10687050" cy="5618480"/>
            <a:chOff x="7600950" y="2334260"/>
            <a:chExt cx="10687050" cy="5618480"/>
          </a:xfrm>
        </p:grpSpPr>
        <p:sp>
          <p:nvSpPr>
            <p:cNvPr id="12" name="Freeform 11"/>
            <p:cNvSpPr/>
            <p:nvPr/>
          </p:nvSpPr>
          <p:spPr bwMode="auto">
            <a:xfrm>
              <a:off x="7600950" y="2334260"/>
              <a:ext cx="10687050" cy="5618480"/>
            </a:xfrm>
            <a:custGeom>
              <a:avLst/>
              <a:gdLst/>
              <a:ahLst/>
              <a:cxnLst/>
              <a:rect l="0" t="0" r="10687050" b="5618480"/>
              <a:pathLst>
                <a:path w="10687050" h="5618480" extrusionOk="0">
                  <a:moveTo>
                    <a:pt x="0" y="0"/>
                  </a:moveTo>
                  <a:lnTo>
                    <a:pt x="10687050" y="0"/>
                  </a:lnTo>
                  <a:lnTo>
                    <a:pt x="10687050" y="5618480"/>
                  </a:lnTo>
                  <a:lnTo>
                    <a:pt x="0" y="5618480"/>
                  </a:lnTo>
                  <a:close/>
                </a:path>
              </a:pathLst>
            </a:custGeom>
            <a:solidFill>
              <a:srgbClr val="BFDDD2"/>
            </a:solidFill>
            <a:ln>
              <a:noFill/>
            </a:ln>
            <a:effectLst/>
          </p:spPr>
        </p:sp>
        <p:sp>
          <p:nvSpPr>
            <p:cNvPr id="11" name="TextBox 12"/>
            <p:cNvSpPr/>
            <p:nvPr/>
          </p:nvSpPr>
          <p:spPr bwMode="auto">
            <a:xfrm>
              <a:off x="7600950" y="2189480"/>
              <a:ext cx="10687050" cy="576326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87581059" name="Freeform 13"/>
          <p:cNvSpPr/>
          <p:nvPr/>
        </p:nvSpPr>
        <p:spPr bwMode="auto">
          <a:xfrm>
            <a:off x="16182340" y="758190"/>
            <a:ext cx="3675380" cy="3675380"/>
          </a:xfrm>
          <a:custGeom>
            <a:avLst/>
            <a:gdLst/>
            <a:ahLst/>
            <a:cxnLst/>
            <a:rect l="0" t="0" r="3675380" b="3675380"/>
            <a:pathLst>
              <a:path w="3675380" h="3675380" extrusionOk="0">
                <a:moveTo>
                  <a:pt x="0" y="0"/>
                </a:moveTo>
                <a:lnTo>
                  <a:pt x="3675380" y="0"/>
                </a:lnTo>
                <a:lnTo>
                  <a:pt x="3675380" y="3675380"/>
                </a:lnTo>
                <a:lnTo>
                  <a:pt x="0" y="3675380"/>
                </a:lnTo>
                <a:lnTo>
                  <a:pt x="0" y="0"/>
                </a:lnTo>
                <a:close/>
              </a:path>
            </a:pathLst>
          </a:custGeom>
          <a:blipFill>
            <a:blip r:embed="rId4"/>
            <a:stretch/>
          </a:blipFill>
          <a:ln>
            <a:noFill/>
          </a:ln>
          <a:effectLst/>
        </p:spPr>
      </p:sp>
      <p:sp>
        <p:nvSpPr>
          <p:cNvPr id="1723342129" name="Freeform 14"/>
          <p:cNvSpPr/>
          <p:nvPr/>
        </p:nvSpPr>
        <p:spPr bwMode="auto">
          <a:xfrm>
            <a:off x="2484755" y="6805295"/>
            <a:ext cx="1210945" cy="1210945"/>
          </a:xfrm>
          <a:custGeom>
            <a:avLst/>
            <a:gdLst/>
            <a:ahLst/>
            <a:cxnLst/>
            <a:rect l="0" t="0" r="1210945" b="1210945"/>
            <a:pathLst>
              <a:path w="1210945" h="1210945" extrusionOk="0">
                <a:moveTo>
                  <a:pt x="0" y="0"/>
                </a:moveTo>
                <a:lnTo>
                  <a:pt x="1210946" y="0"/>
                </a:lnTo>
                <a:lnTo>
                  <a:pt x="1210946" y="1210946"/>
                </a:lnTo>
                <a:lnTo>
                  <a:pt x="0" y="1210946"/>
                </a:lnTo>
                <a:lnTo>
                  <a:pt x="0" y="0"/>
                </a:lnTo>
                <a:close/>
              </a:path>
            </a:pathLst>
          </a:custGeom>
          <a:blipFill>
            <a:blip r:embed="rId5"/>
            <a:stretch/>
          </a:blipFill>
          <a:ln>
            <a:noFill/>
          </a:ln>
          <a:effectLst/>
        </p:spPr>
      </p:sp>
      <p:sp>
        <p:nvSpPr>
          <p:cNvPr id="40886575" name="TextBox 15"/>
          <p:cNvSpPr/>
          <p:nvPr/>
        </p:nvSpPr>
        <p:spPr bwMode="auto">
          <a:xfrm>
            <a:off x="1497330" y="3028315"/>
            <a:ext cx="4949190" cy="1056005"/>
          </a:xfrm>
          <a:prstGeom prst="rect">
            <a:avLst/>
          </a:prstGeom>
          <a:noFill/>
          <a:ln>
            <a:noFill/>
          </a:ln>
          <a:effectLst/>
        </p:spPr>
        <p:txBody>
          <a:bodyPr vert="horz" wrap="square" lIns="0" tIns="0" rIns="0" bIns="0" numCol="1" spcCol="215899" anchor="t"/>
          <a:lstStyle/>
          <a:p>
            <a:pPr algn="l">
              <a:lnSpc>
                <a:spcPts val="8255"/>
              </a:lnSpc>
              <a:defRPr sz="7000" b="1" cap="none">
                <a:solidFill>
                  <a:srgbClr val="000000"/>
                </a:solidFill>
                <a:latin typeface="Glacial Indifference"/>
                <a:ea typeface="Glacial Indifference"/>
                <a:cs typeface="Glacial Indifference"/>
              </a:defRPr>
            </a:pPr>
            <a:r>
              <a:t>Gejala</a:t>
            </a:r>
          </a:p>
        </p:txBody>
      </p:sp>
      <p:sp>
        <p:nvSpPr>
          <p:cNvPr id="1677740279" name="TextBox 16"/>
          <p:cNvSpPr/>
          <p:nvPr/>
        </p:nvSpPr>
        <p:spPr bwMode="auto">
          <a:xfrm>
            <a:off x="16563975" y="8834120"/>
            <a:ext cx="955040" cy="799465"/>
          </a:xfrm>
          <a:prstGeom prst="rect">
            <a:avLst/>
          </a:prstGeom>
          <a:noFill/>
          <a:ln>
            <a:noFill/>
          </a:ln>
          <a:effectLst/>
        </p:spPr>
        <p:txBody>
          <a:bodyPr vert="horz" wrap="square" lIns="0" tIns="0" rIns="0" bIns="0" numCol="1" spcCol="215899" anchor="t"/>
          <a:lstStyle/>
          <a:p>
            <a:pPr algn="r">
              <a:lnSpc>
                <a:spcPts val="6295"/>
              </a:lnSpc>
              <a:defRPr sz="4500" b="1" cap="none">
                <a:solidFill>
                  <a:srgbClr val="000000"/>
                </a:solidFill>
                <a:latin typeface="Glacial Indifference"/>
                <a:ea typeface="Glacial Indifference"/>
                <a:cs typeface="Glacial Indifference"/>
              </a:defRPr>
            </a:pPr>
            <a:r>
              <a:t>06</a:t>
            </a:r>
          </a:p>
        </p:txBody>
      </p:sp>
      <p:sp>
        <p:nvSpPr>
          <p:cNvPr id="92739442" name="TextBox 17"/>
          <p:cNvSpPr/>
          <p:nvPr/>
        </p:nvSpPr>
        <p:spPr bwMode="auto">
          <a:xfrm>
            <a:off x="7924800" y="3352800"/>
            <a:ext cx="9697085" cy="3901440"/>
          </a:xfrm>
          <a:prstGeom prst="rect">
            <a:avLst/>
          </a:prstGeom>
          <a:noFill/>
          <a:ln>
            <a:noFill/>
          </a:ln>
          <a:effectLst/>
        </p:spPr>
        <p:txBody>
          <a:bodyPr vert="horz" wrap="square" lIns="0" tIns="0" rIns="0" bIns="0" numCol="1" spcCol="215899" anchor="t"/>
          <a:lstStyle/>
          <a:p>
            <a:pPr algn="l">
              <a:lnSpc>
                <a:spcPct val="100000"/>
              </a:lnSpc>
              <a:defRPr sz="3200" cap="none"/>
            </a:pPr>
            <a:r>
              <a:rPr cap="none">
                <a:solidFill>
                  <a:srgbClr val="000000"/>
                </a:solidFill>
                <a:latin typeface="Glacial Indifference"/>
                <a:ea typeface="Glacial Indifference"/>
                <a:cs typeface="Glacial Indifference"/>
              </a:rPr>
              <a:t>Gejala fraktur humerus dapat bervariasi tergantung pada jenis dan lokasi fraktur, tetapi umumnya meliputi rasa sakit yang parah, bengkak dan memar di sekitar area patah tulang, ketidakmampuan atau kesulitan menggerakkan bahu, sensasi timbulnya suara "klik" ketika mencoba menggerakkan bahu, serta deformitas atau kelainan bentuk lengan atas yang tampak bengkok atau tidak berbentuk normal.</a:t>
            </a:r>
          </a:p>
        </p:txBody>
      </p:sp>
      <p:sp>
        <p:nvSpPr>
          <p:cNvPr id="1707360120" name="AutoShape 18"/>
          <p:cNvSpPr/>
          <p:nvPr/>
        </p:nvSpPr>
        <p:spPr bwMode="auto">
          <a:xfrm>
            <a:off x="16563975" y="8877300"/>
            <a:ext cx="0" cy="762000"/>
          </a:xfrm>
          <a:prstGeom prst="line">
            <a:avLst/>
          </a:prstGeom>
          <a:noFill/>
          <a:ln w="95250" cap="flat" cmpd="sng" algn="ctr">
            <a:solidFill>
              <a:srgbClr val="5DA295"/>
            </a:solidFill>
            <a:prstDash val="solid"/>
            <a:headEnd type="none"/>
            <a:tailEnd type="none"/>
          </a:ln>
          <a:effectLst/>
        </p:spPr>
      </p:sp>
      <p:sp>
        <p:nvSpPr>
          <p:cNvPr id="1052275338" name="Freeform 19"/>
          <p:cNvSpPr/>
          <p:nvPr/>
        </p:nvSpPr>
        <p:spPr bwMode="auto">
          <a:xfrm>
            <a:off x="0" y="0"/>
            <a:ext cx="5100320" cy="2209800"/>
          </a:xfrm>
          <a:custGeom>
            <a:avLst/>
            <a:gdLst/>
            <a:ahLst/>
            <a:cxnLst/>
            <a:rect l="0" t="0" r="5100320" b="2209800"/>
            <a:pathLst>
              <a:path w="5100320" h="2209800" extrusionOk="0">
                <a:moveTo>
                  <a:pt x="0" y="0"/>
                </a:moveTo>
                <a:lnTo>
                  <a:pt x="5100320" y="0"/>
                </a:lnTo>
                <a:lnTo>
                  <a:pt x="5100320" y="2209800"/>
                </a:lnTo>
                <a:lnTo>
                  <a:pt x="0" y="2209800"/>
                </a:lnTo>
                <a:lnTo>
                  <a:pt x="0" y="0"/>
                </a:lnTo>
                <a:close/>
              </a:path>
            </a:pathLst>
          </a:custGeom>
          <a:blipFill>
            <a:blip r:embed="rId6"/>
            <a:stretch/>
          </a:blipFill>
          <a:ln>
            <a:noFill/>
          </a:ln>
          <a:effectLst/>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PhAnim="0">
  <p:cSld name="Diagnosis">
    <p:spTree>
      <p:nvGrpSpPr>
        <p:cNvPr id="1" name=""/>
        <p:cNvGrpSpPr/>
        <p:nvPr/>
      </p:nvGrpSpPr>
      <p:grpSpPr bwMode="auto">
        <a:xfrm>
          <a:off x="0" y="0"/>
          <a:ext cx="0" cy="0"/>
          <a:chOff x="0" y="0"/>
          <a:chExt cx="0" cy="0"/>
        </a:xfrm>
      </p:grpSpPr>
      <p:grpSp>
        <p:nvGrpSpPr>
          <p:cNvPr id="775686988" name="Group 2"/>
          <p:cNvGrpSpPr/>
          <p:nvPr/>
        </p:nvGrpSpPr>
        <p:grpSpPr bwMode="auto">
          <a:xfrm>
            <a:off x="0" y="10073640"/>
            <a:ext cx="18288000" cy="213360"/>
            <a:chOff x="0" y="10073640"/>
            <a:chExt cx="18288000" cy="213360"/>
          </a:xfrm>
        </p:grpSpPr>
        <p:sp>
          <p:nvSpPr>
            <p:cNvPr id="4" name="Freeform 3"/>
            <p:cNvSpPr/>
            <p:nvPr/>
          </p:nvSpPr>
          <p:spPr bwMode="auto">
            <a:xfrm>
              <a:off x="0" y="1007364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5DA295"/>
            </a:solidFill>
            <a:ln>
              <a:noFill/>
            </a:ln>
            <a:effectLst/>
          </p:spPr>
        </p:sp>
        <p:sp>
          <p:nvSpPr>
            <p:cNvPr id="3" name="TextBox 4"/>
            <p:cNvSpPr/>
            <p:nvPr/>
          </p:nvSpPr>
          <p:spPr bwMode="auto">
            <a:xfrm>
              <a:off x="0" y="992886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1837223636" name="Group 5"/>
          <p:cNvGrpSpPr/>
          <p:nvPr/>
        </p:nvGrpSpPr>
        <p:grpSpPr bwMode="auto">
          <a:xfrm>
            <a:off x="0" y="0"/>
            <a:ext cx="18288000" cy="213360"/>
            <a:chOff x="0" y="0"/>
            <a:chExt cx="18288000" cy="213360"/>
          </a:xfrm>
        </p:grpSpPr>
        <p:sp>
          <p:nvSpPr>
            <p:cNvPr id="7" name="Freeform 6"/>
            <p:cNvSpPr/>
            <p:nvPr/>
          </p:nvSpPr>
          <p:spPr bwMode="auto">
            <a:xfrm>
              <a:off x="0" y="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BFDDD2"/>
            </a:solidFill>
            <a:ln>
              <a:noFill/>
            </a:ln>
            <a:effectLst/>
          </p:spPr>
        </p:sp>
        <p:sp>
          <p:nvSpPr>
            <p:cNvPr id="6" name="TextBox 7"/>
            <p:cNvSpPr/>
            <p:nvPr/>
          </p:nvSpPr>
          <p:spPr bwMode="auto">
            <a:xfrm>
              <a:off x="0" y="-14478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523124305" name="TextBox 8"/>
          <p:cNvSpPr/>
          <p:nvPr/>
        </p:nvSpPr>
        <p:spPr bwMode="auto">
          <a:xfrm>
            <a:off x="16563975" y="8834120"/>
            <a:ext cx="955040" cy="799465"/>
          </a:xfrm>
          <a:prstGeom prst="rect">
            <a:avLst/>
          </a:prstGeom>
          <a:noFill/>
          <a:ln>
            <a:noFill/>
          </a:ln>
          <a:effectLst/>
        </p:spPr>
        <p:txBody>
          <a:bodyPr vert="horz" wrap="square" lIns="0" tIns="0" rIns="0" bIns="0" numCol="1" spcCol="215899" anchor="t"/>
          <a:lstStyle/>
          <a:p>
            <a:pPr algn="r">
              <a:lnSpc>
                <a:spcPts val="6295"/>
              </a:lnSpc>
              <a:defRPr sz="4500" b="1" cap="none">
                <a:solidFill>
                  <a:srgbClr val="000000"/>
                </a:solidFill>
                <a:latin typeface="Glacial Indifference"/>
                <a:ea typeface="Glacial Indifference"/>
                <a:cs typeface="Glacial Indifference"/>
              </a:defRPr>
            </a:pPr>
            <a:r>
              <a:t>07</a:t>
            </a:r>
          </a:p>
        </p:txBody>
      </p:sp>
      <p:sp>
        <p:nvSpPr>
          <p:cNvPr id="1501806933" name="AutoShape 9"/>
          <p:cNvSpPr/>
          <p:nvPr/>
        </p:nvSpPr>
        <p:spPr bwMode="auto">
          <a:xfrm>
            <a:off x="16563975" y="8877300"/>
            <a:ext cx="0" cy="762000"/>
          </a:xfrm>
          <a:prstGeom prst="line">
            <a:avLst/>
          </a:prstGeom>
          <a:noFill/>
          <a:ln w="95250" cap="flat" cmpd="sng" algn="ctr">
            <a:solidFill>
              <a:srgbClr val="5DA295"/>
            </a:solidFill>
            <a:prstDash val="solid"/>
            <a:headEnd type="none"/>
            <a:tailEnd type="none"/>
          </a:ln>
          <a:effectLst/>
        </p:spPr>
      </p:sp>
      <p:sp>
        <p:nvSpPr>
          <p:cNvPr id="135084509" name="AutoShape 10"/>
          <p:cNvSpPr/>
          <p:nvPr/>
        </p:nvSpPr>
        <p:spPr bwMode="auto">
          <a:xfrm>
            <a:off x="1219200" y="8370570"/>
            <a:ext cx="15849600" cy="0"/>
          </a:xfrm>
          <a:prstGeom prst="line">
            <a:avLst/>
          </a:prstGeom>
          <a:noFill/>
          <a:ln w="38100" cap="flat" cmpd="sng" algn="ctr">
            <a:solidFill>
              <a:srgbClr val="5DA295"/>
            </a:solidFill>
            <a:prstDash val="solid"/>
            <a:headEnd type="none"/>
            <a:tailEnd type="none"/>
          </a:ln>
          <a:effectLst/>
        </p:spPr>
      </p:sp>
      <p:sp>
        <p:nvSpPr>
          <p:cNvPr id="996560890" name="AutoShape 11"/>
          <p:cNvSpPr/>
          <p:nvPr/>
        </p:nvSpPr>
        <p:spPr bwMode="auto">
          <a:xfrm>
            <a:off x="1219200" y="3102610"/>
            <a:ext cx="15849600" cy="0"/>
          </a:xfrm>
          <a:prstGeom prst="line">
            <a:avLst/>
          </a:prstGeom>
          <a:noFill/>
          <a:ln w="38100" cap="flat" cmpd="sng" algn="ctr">
            <a:solidFill>
              <a:srgbClr val="5DA295"/>
            </a:solidFill>
            <a:prstDash val="solid"/>
            <a:headEnd type="none"/>
            <a:tailEnd type="none"/>
          </a:ln>
          <a:effectLst/>
        </p:spPr>
      </p:sp>
      <p:sp>
        <p:nvSpPr>
          <p:cNvPr id="1818452708" name="AutoShape 12"/>
          <p:cNvSpPr/>
          <p:nvPr/>
        </p:nvSpPr>
        <p:spPr bwMode="auto">
          <a:xfrm flipV="1">
            <a:off x="1238250" y="3082925"/>
            <a:ext cx="2540" cy="5306695"/>
          </a:xfrm>
          <a:prstGeom prst="line">
            <a:avLst/>
          </a:prstGeom>
          <a:noFill/>
          <a:ln w="38100" cap="flat" cmpd="sng" algn="ctr">
            <a:solidFill>
              <a:srgbClr val="5DA295"/>
            </a:solidFill>
            <a:prstDash val="solid"/>
            <a:headEnd type="none"/>
            <a:tailEnd type="none"/>
          </a:ln>
          <a:effectLst/>
        </p:spPr>
      </p:sp>
      <p:sp>
        <p:nvSpPr>
          <p:cNvPr id="1071987346" name="AutoShape 13"/>
          <p:cNvSpPr/>
          <p:nvPr/>
        </p:nvSpPr>
        <p:spPr bwMode="auto">
          <a:xfrm flipH="1" flipV="1">
            <a:off x="5193030" y="3092450"/>
            <a:ext cx="0" cy="5287644"/>
          </a:xfrm>
          <a:prstGeom prst="line">
            <a:avLst/>
          </a:prstGeom>
          <a:noFill/>
          <a:ln w="38100" cap="flat" cmpd="sng" algn="ctr">
            <a:solidFill>
              <a:srgbClr val="5DA295"/>
            </a:solidFill>
            <a:prstDash val="solid"/>
            <a:headEnd type="none"/>
            <a:tailEnd type="none"/>
          </a:ln>
          <a:effectLst/>
        </p:spPr>
      </p:sp>
      <p:sp>
        <p:nvSpPr>
          <p:cNvPr id="1306901174" name="AutoShape 14"/>
          <p:cNvSpPr/>
          <p:nvPr/>
        </p:nvSpPr>
        <p:spPr bwMode="auto">
          <a:xfrm flipH="1" flipV="1">
            <a:off x="9145270" y="3092450"/>
            <a:ext cx="0" cy="5287644"/>
          </a:xfrm>
          <a:prstGeom prst="line">
            <a:avLst/>
          </a:prstGeom>
          <a:noFill/>
          <a:ln w="38100" cap="flat" cmpd="sng" algn="ctr">
            <a:solidFill>
              <a:srgbClr val="5DA295"/>
            </a:solidFill>
            <a:prstDash val="solid"/>
            <a:headEnd type="none"/>
            <a:tailEnd type="none"/>
          </a:ln>
          <a:effectLst/>
        </p:spPr>
      </p:sp>
      <p:sp>
        <p:nvSpPr>
          <p:cNvPr id="1251464552" name="AutoShape 15"/>
          <p:cNvSpPr/>
          <p:nvPr/>
        </p:nvSpPr>
        <p:spPr bwMode="auto">
          <a:xfrm flipV="1">
            <a:off x="13097510" y="3092450"/>
            <a:ext cx="0" cy="5287644"/>
          </a:xfrm>
          <a:prstGeom prst="line">
            <a:avLst/>
          </a:prstGeom>
          <a:noFill/>
          <a:ln w="38100" cap="flat" cmpd="sng" algn="ctr">
            <a:solidFill>
              <a:srgbClr val="5DA295"/>
            </a:solidFill>
            <a:prstDash val="solid"/>
            <a:headEnd type="none"/>
            <a:tailEnd type="none"/>
          </a:ln>
          <a:effectLst/>
        </p:spPr>
      </p:sp>
      <p:sp>
        <p:nvSpPr>
          <p:cNvPr id="208707027" name="AutoShape 16"/>
          <p:cNvSpPr/>
          <p:nvPr/>
        </p:nvSpPr>
        <p:spPr bwMode="auto">
          <a:xfrm flipV="1">
            <a:off x="17049750" y="3092450"/>
            <a:ext cx="0" cy="5287644"/>
          </a:xfrm>
          <a:prstGeom prst="line">
            <a:avLst/>
          </a:prstGeom>
          <a:noFill/>
          <a:ln w="38100" cap="flat" cmpd="sng" algn="ctr">
            <a:solidFill>
              <a:srgbClr val="5DA295"/>
            </a:solidFill>
            <a:prstDash val="solid"/>
            <a:headEnd type="none"/>
            <a:tailEnd type="none"/>
          </a:ln>
          <a:effectLst/>
        </p:spPr>
      </p:sp>
      <p:grpSp>
        <p:nvGrpSpPr>
          <p:cNvPr id="1288873685" name="Group 17"/>
          <p:cNvGrpSpPr/>
          <p:nvPr/>
        </p:nvGrpSpPr>
        <p:grpSpPr bwMode="auto">
          <a:xfrm>
            <a:off x="6457315" y="3092450"/>
            <a:ext cx="1465580" cy="1492250"/>
            <a:chOff x="6457315" y="3092450"/>
            <a:chExt cx="1465580" cy="1492250"/>
          </a:xfrm>
        </p:grpSpPr>
        <p:sp>
          <p:nvSpPr>
            <p:cNvPr id="19" name="Freeform 18"/>
            <p:cNvSpPr/>
            <p:nvPr/>
          </p:nvSpPr>
          <p:spPr bwMode="auto">
            <a:xfrm>
              <a:off x="6457315" y="3092450"/>
              <a:ext cx="1465580" cy="1492250"/>
            </a:xfrm>
            <a:custGeom>
              <a:avLst/>
              <a:gdLst/>
              <a:ahLst/>
              <a:cxnLst/>
              <a:rect l="0" t="0" r="1465580" b="1492250"/>
              <a:pathLst>
                <a:path w="1465580" h="1492250" extrusionOk="0">
                  <a:moveTo>
                    <a:pt x="1465580" y="0"/>
                  </a:moveTo>
                  <a:lnTo>
                    <a:pt x="1465580" y="1282402"/>
                  </a:lnTo>
                  <a:lnTo>
                    <a:pt x="732790" y="1492250"/>
                  </a:lnTo>
                  <a:lnTo>
                    <a:pt x="0" y="1282402"/>
                  </a:lnTo>
                  <a:lnTo>
                    <a:pt x="0" y="0"/>
                  </a:lnTo>
                  <a:lnTo>
                    <a:pt x="1465580" y="0"/>
                  </a:lnTo>
                  <a:close/>
                </a:path>
              </a:pathLst>
            </a:custGeom>
            <a:solidFill>
              <a:srgbClr val="5DA295"/>
            </a:solidFill>
            <a:ln>
              <a:noFill/>
            </a:ln>
            <a:effectLst/>
          </p:spPr>
        </p:sp>
        <p:sp>
          <p:nvSpPr>
            <p:cNvPr id="18" name="TextBox 19"/>
            <p:cNvSpPr/>
            <p:nvPr/>
          </p:nvSpPr>
          <p:spPr bwMode="auto">
            <a:xfrm>
              <a:off x="6457315" y="3022600"/>
              <a:ext cx="1465580" cy="135255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930551722" name="Group 20"/>
          <p:cNvGrpSpPr/>
          <p:nvPr/>
        </p:nvGrpSpPr>
        <p:grpSpPr bwMode="auto">
          <a:xfrm>
            <a:off x="2469515" y="3092450"/>
            <a:ext cx="1465580" cy="1492250"/>
            <a:chOff x="2469515" y="3092450"/>
            <a:chExt cx="1465580" cy="1492250"/>
          </a:xfrm>
        </p:grpSpPr>
        <p:sp>
          <p:nvSpPr>
            <p:cNvPr id="22" name="Freeform 21"/>
            <p:cNvSpPr/>
            <p:nvPr/>
          </p:nvSpPr>
          <p:spPr bwMode="auto">
            <a:xfrm>
              <a:off x="2469515" y="3092450"/>
              <a:ext cx="1465580" cy="1492250"/>
            </a:xfrm>
            <a:custGeom>
              <a:avLst/>
              <a:gdLst/>
              <a:ahLst/>
              <a:cxnLst/>
              <a:rect l="0" t="0" r="1465580" b="1492250"/>
              <a:pathLst>
                <a:path w="1465580" h="1492250" extrusionOk="0">
                  <a:moveTo>
                    <a:pt x="1465580" y="0"/>
                  </a:moveTo>
                  <a:lnTo>
                    <a:pt x="1465580" y="1282402"/>
                  </a:lnTo>
                  <a:lnTo>
                    <a:pt x="732790" y="1492250"/>
                  </a:lnTo>
                  <a:lnTo>
                    <a:pt x="0" y="1282402"/>
                  </a:lnTo>
                  <a:lnTo>
                    <a:pt x="0" y="0"/>
                  </a:lnTo>
                  <a:lnTo>
                    <a:pt x="1465580" y="0"/>
                  </a:lnTo>
                  <a:close/>
                </a:path>
              </a:pathLst>
            </a:custGeom>
            <a:solidFill>
              <a:srgbClr val="5DA295"/>
            </a:solidFill>
            <a:ln>
              <a:noFill/>
            </a:ln>
            <a:effectLst/>
          </p:spPr>
        </p:sp>
        <p:sp>
          <p:nvSpPr>
            <p:cNvPr id="21" name="TextBox 22"/>
            <p:cNvSpPr/>
            <p:nvPr/>
          </p:nvSpPr>
          <p:spPr bwMode="auto">
            <a:xfrm>
              <a:off x="2469515" y="3022600"/>
              <a:ext cx="1465580" cy="135255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694886122" name="Group 23"/>
          <p:cNvGrpSpPr/>
          <p:nvPr/>
        </p:nvGrpSpPr>
        <p:grpSpPr bwMode="auto">
          <a:xfrm>
            <a:off x="10429875" y="3082925"/>
            <a:ext cx="1465580" cy="1492250"/>
            <a:chOff x="10429875" y="3082925"/>
            <a:chExt cx="1465580" cy="1492250"/>
          </a:xfrm>
        </p:grpSpPr>
        <p:sp>
          <p:nvSpPr>
            <p:cNvPr id="25" name="Freeform 24"/>
            <p:cNvSpPr/>
            <p:nvPr/>
          </p:nvSpPr>
          <p:spPr bwMode="auto">
            <a:xfrm>
              <a:off x="10429875" y="3082925"/>
              <a:ext cx="1465580" cy="1492250"/>
            </a:xfrm>
            <a:custGeom>
              <a:avLst/>
              <a:gdLst/>
              <a:ahLst/>
              <a:cxnLst/>
              <a:rect l="0" t="0" r="1465580" b="1492250"/>
              <a:pathLst>
                <a:path w="1465580" h="1492250" extrusionOk="0">
                  <a:moveTo>
                    <a:pt x="1465580" y="0"/>
                  </a:moveTo>
                  <a:lnTo>
                    <a:pt x="1465580" y="1282402"/>
                  </a:lnTo>
                  <a:lnTo>
                    <a:pt x="732790" y="1492250"/>
                  </a:lnTo>
                  <a:lnTo>
                    <a:pt x="0" y="1282402"/>
                  </a:lnTo>
                  <a:lnTo>
                    <a:pt x="0" y="0"/>
                  </a:lnTo>
                  <a:lnTo>
                    <a:pt x="1465580" y="0"/>
                  </a:lnTo>
                  <a:close/>
                </a:path>
              </a:pathLst>
            </a:custGeom>
            <a:solidFill>
              <a:srgbClr val="5DA295"/>
            </a:solidFill>
            <a:ln>
              <a:noFill/>
            </a:ln>
            <a:effectLst/>
          </p:spPr>
        </p:sp>
        <p:sp>
          <p:nvSpPr>
            <p:cNvPr id="24" name="TextBox 25"/>
            <p:cNvSpPr/>
            <p:nvPr/>
          </p:nvSpPr>
          <p:spPr bwMode="auto">
            <a:xfrm>
              <a:off x="10429875" y="3013075"/>
              <a:ext cx="1465580" cy="135255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405191744" name="Group 26"/>
          <p:cNvGrpSpPr/>
          <p:nvPr/>
        </p:nvGrpSpPr>
        <p:grpSpPr bwMode="auto">
          <a:xfrm>
            <a:off x="14229714" y="3082925"/>
            <a:ext cx="1465580" cy="1492250"/>
            <a:chOff x="14229714" y="3082925"/>
            <a:chExt cx="1465580" cy="1492250"/>
          </a:xfrm>
        </p:grpSpPr>
        <p:sp>
          <p:nvSpPr>
            <p:cNvPr id="28" name="Freeform 27"/>
            <p:cNvSpPr/>
            <p:nvPr/>
          </p:nvSpPr>
          <p:spPr bwMode="auto">
            <a:xfrm>
              <a:off x="14229714" y="3082925"/>
              <a:ext cx="1465580" cy="1492250"/>
            </a:xfrm>
            <a:custGeom>
              <a:avLst/>
              <a:gdLst/>
              <a:ahLst/>
              <a:cxnLst/>
              <a:rect l="0" t="0" r="1465580" b="1492250"/>
              <a:pathLst>
                <a:path w="1465580" h="1492250" extrusionOk="0">
                  <a:moveTo>
                    <a:pt x="1465580" y="0"/>
                  </a:moveTo>
                  <a:lnTo>
                    <a:pt x="1465580" y="1282402"/>
                  </a:lnTo>
                  <a:lnTo>
                    <a:pt x="732790" y="1492250"/>
                  </a:lnTo>
                  <a:lnTo>
                    <a:pt x="0" y="1282402"/>
                  </a:lnTo>
                  <a:lnTo>
                    <a:pt x="0" y="0"/>
                  </a:lnTo>
                  <a:lnTo>
                    <a:pt x="1465580" y="0"/>
                  </a:lnTo>
                  <a:close/>
                </a:path>
              </a:pathLst>
            </a:custGeom>
            <a:solidFill>
              <a:srgbClr val="5DA295"/>
            </a:solidFill>
            <a:ln>
              <a:noFill/>
            </a:ln>
            <a:effectLst/>
          </p:spPr>
        </p:sp>
        <p:sp>
          <p:nvSpPr>
            <p:cNvPr id="27" name="TextBox 28"/>
            <p:cNvSpPr/>
            <p:nvPr/>
          </p:nvSpPr>
          <p:spPr bwMode="auto">
            <a:xfrm>
              <a:off x="14229714" y="3013075"/>
              <a:ext cx="1465580" cy="135255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1316408765" name="Freeform 29"/>
          <p:cNvSpPr/>
          <p:nvPr/>
        </p:nvSpPr>
        <p:spPr bwMode="auto">
          <a:xfrm>
            <a:off x="2822575" y="3417570"/>
            <a:ext cx="744855" cy="842010"/>
          </a:xfrm>
          <a:custGeom>
            <a:avLst/>
            <a:gdLst/>
            <a:ahLst/>
            <a:cxnLst/>
            <a:rect l="0" t="0" r="744855" b="842010"/>
            <a:pathLst>
              <a:path w="744855" h="842010" extrusionOk="0">
                <a:moveTo>
                  <a:pt x="0" y="0"/>
                </a:moveTo>
                <a:lnTo>
                  <a:pt x="744855" y="0"/>
                </a:lnTo>
                <a:lnTo>
                  <a:pt x="744855" y="842010"/>
                </a:lnTo>
                <a:lnTo>
                  <a:pt x="0" y="842010"/>
                </a:lnTo>
                <a:lnTo>
                  <a:pt x="0" y="0"/>
                </a:lnTo>
                <a:close/>
              </a:path>
            </a:pathLst>
          </a:custGeom>
          <a:blipFill>
            <a:blip r:embed="rId3"/>
            <a:stretch/>
          </a:blipFill>
          <a:ln>
            <a:noFill/>
          </a:ln>
          <a:effectLst/>
        </p:spPr>
      </p:sp>
      <p:sp>
        <p:nvSpPr>
          <p:cNvPr id="72250805" name="Freeform 30"/>
          <p:cNvSpPr/>
          <p:nvPr/>
        </p:nvSpPr>
        <p:spPr bwMode="auto">
          <a:xfrm>
            <a:off x="6744970" y="3426460"/>
            <a:ext cx="889635" cy="823595"/>
          </a:xfrm>
          <a:custGeom>
            <a:avLst/>
            <a:gdLst/>
            <a:ahLst/>
            <a:cxnLst/>
            <a:rect l="0" t="0" r="889635" b="823595"/>
            <a:pathLst>
              <a:path w="889635" h="823595" extrusionOk="0">
                <a:moveTo>
                  <a:pt x="0" y="0"/>
                </a:moveTo>
                <a:lnTo>
                  <a:pt x="889635" y="0"/>
                </a:lnTo>
                <a:lnTo>
                  <a:pt x="889635" y="823595"/>
                </a:lnTo>
                <a:lnTo>
                  <a:pt x="0" y="823595"/>
                </a:lnTo>
                <a:lnTo>
                  <a:pt x="0" y="0"/>
                </a:lnTo>
                <a:close/>
              </a:path>
            </a:pathLst>
          </a:custGeom>
          <a:blipFill>
            <a:blip r:embed="rId4"/>
            <a:stretch/>
          </a:blipFill>
          <a:ln>
            <a:noFill/>
          </a:ln>
          <a:effectLst/>
        </p:spPr>
      </p:sp>
      <p:sp>
        <p:nvSpPr>
          <p:cNvPr id="680031539" name="Freeform 31"/>
          <p:cNvSpPr/>
          <p:nvPr/>
        </p:nvSpPr>
        <p:spPr bwMode="auto">
          <a:xfrm>
            <a:off x="10758170" y="3416300"/>
            <a:ext cx="809625" cy="844550"/>
          </a:xfrm>
          <a:custGeom>
            <a:avLst/>
            <a:gdLst/>
            <a:ahLst/>
            <a:cxnLst/>
            <a:rect l="0" t="0" r="809625" b="844550"/>
            <a:pathLst>
              <a:path w="809625" h="844550" extrusionOk="0">
                <a:moveTo>
                  <a:pt x="0" y="0"/>
                </a:moveTo>
                <a:lnTo>
                  <a:pt x="809625" y="0"/>
                </a:lnTo>
                <a:lnTo>
                  <a:pt x="809625" y="844550"/>
                </a:lnTo>
                <a:lnTo>
                  <a:pt x="0" y="844550"/>
                </a:lnTo>
                <a:lnTo>
                  <a:pt x="0" y="0"/>
                </a:lnTo>
                <a:close/>
              </a:path>
            </a:pathLst>
          </a:custGeom>
          <a:blipFill>
            <a:blip r:embed="rId5"/>
            <a:stretch/>
          </a:blipFill>
          <a:ln>
            <a:noFill/>
          </a:ln>
          <a:effectLst/>
        </p:spPr>
      </p:sp>
      <p:sp>
        <p:nvSpPr>
          <p:cNvPr id="539387093" name="Freeform 32"/>
          <p:cNvSpPr/>
          <p:nvPr/>
        </p:nvSpPr>
        <p:spPr bwMode="auto">
          <a:xfrm>
            <a:off x="14622145" y="3418205"/>
            <a:ext cx="680720" cy="840740"/>
          </a:xfrm>
          <a:custGeom>
            <a:avLst/>
            <a:gdLst/>
            <a:ahLst/>
            <a:cxnLst/>
            <a:rect l="0" t="0" r="680720" b="840740"/>
            <a:pathLst>
              <a:path w="680720" h="840740" extrusionOk="0">
                <a:moveTo>
                  <a:pt x="0" y="0"/>
                </a:moveTo>
                <a:lnTo>
                  <a:pt x="680721" y="0"/>
                </a:lnTo>
                <a:lnTo>
                  <a:pt x="680721" y="840740"/>
                </a:lnTo>
                <a:lnTo>
                  <a:pt x="0" y="840740"/>
                </a:lnTo>
                <a:lnTo>
                  <a:pt x="0" y="0"/>
                </a:lnTo>
                <a:close/>
              </a:path>
            </a:pathLst>
          </a:custGeom>
          <a:blipFill>
            <a:blip r:embed="rId6"/>
            <a:stretch/>
          </a:blipFill>
          <a:ln>
            <a:noFill/>
          </a:ln>
          <a:effectLst/>
        </p:spPr>
      </p:sp>
      <p:sp>
        <p:nvSpPr>
          <p:cNvPr id="1604065966" name="Freeform 33"/>
          <p:cNvSpPr/>
          <p:nvPr/>
        </p:nvSpPr>
        <p:spPr bwMode="auto">
          <a:xfrm>
            <a:off x="14869160" y="-2098675"/>
            <a:ext cx="3705225" cy="3905250"/>
          </a:xfrm>
          <a:custGeom>
            <a:avLst/>
            <a:gdLst/>
            <a:ahLst/>
            <a:cxnLst/>
            <a:rect l="0" t="0" r="3705225" b="3905250"/>
            <a:pathLst>
              <a:path w="3705225" h="3905250" extrusionOk="0">
                <a:moveTo>
                  <a:pt x="0" y="0"/>
                </a:moveTo>
                <a:lnTo>
                  <a:pt x="3705225" y="0"/>
                </a:lnTo>
                <a:lnTo>
                  <a:pt x="3705225" y="3905250"/>
                </a:lnTo>
                <a:lnTo>
                  <a:pt x="0" y="3905250"/>
                </a:lnTo>
                <a:lnTo>
                  <a:pt x="0" y="0"/>
                </a:lnTo>
                <a:close/>
              </a:path>
            </a:pathLst>
          </a:custGeom>
          <a:blipFill>
            <a:blip r:embed="rId7"/>
            <a:stretch/>
          </a:blipFill>
          <a:ln>
            <a:noFill/>
          </a:ln>
          <a:effectLst/>
        </p:spPr>
      </p:sp>
      <p:sp>
        <p:nvSpPr>
          <p:cNvPr id="2049884842" name="Freeform 34"/>
          <p:cNvSpPr/>
          <p:nvPr/>
        </p:nvSpPr>
        <p:spPr bwMode="auto">
          <a:xfrm>
            <a:off x="15302865" y="1278890"/>
            <a:ext cx="1073150" cy="1073785"/>
          </a:xfrm>
          <a:custGeom>
            <a:avLst/>
            <a:gdLst/>
            <a:ahLst/>
            <a:cxnLst/>
            <a:rect l="0" t="0" r="1073150" b="1073785"/>
            <a:pathLst>
              <a:path w="1073150" h="1073785" extrusionOk="0">
                <a:moveTo>
                  <a:pt x="0" y="0"/>
                </a:moveTo>
                <a:lnTo>
                  <a:pt x="1073149" y="0"/>
                </a:lnTo>
                <a:lnTo>
                  <a:pt x="1073149" y="1073785"/>
                </a:lnTo>
                <a:lnTo>
                  <a:pt x="0" y="1073785"/>
                </a:lnTo>
                <a:lnTo>
                  <a:pt x="0" y="0"/>
                </a:lnTo>
                <a:close/>
              </a:path>
            </a:pathLst>
          </a:custGeom>
          <a:blipFill>
            <a:blip r:embed="rId8"/>
            <a:stretch/>
          </a:blipFill>
          <a:ln>
            <a:noFill/>
          </a:ln>
          <a:effectLst/>
        </p:spPr>
      </p:sp>
      <p:sp>
        <p:nvSpPr>
          <p:cNvPr id="1059386703" name="Freeform 35"/>
          <p:cNvSpPr/>
          <p:nvPr/>
        </p:nvSpPr>
        <p:spPr bwMode="auto">
          <a:xfrm>
            <a:off x="16148050" y="2273935"/>
            <a:ext cx="456565" cy="456565"/>
          </a:xfrm>
          <a:custGeom>
            <a:avLst/>
            <a:gdLst/>
            <a:ahLst/>
            <a:cxnLst/>
            <a:rect l="0" t="0" r="456565" b="456565"/>
            <a:pathLst>
              <a:path w="456565" h="456565" extrusionOk="0">
                <a:moveTo>
                  <a:pt x="0" y="0"/>
                </a:moveTo>
                <a:lnTo>
                  <a:pt x="456565" y="0"/>
                </a:lnTo>
                <a:lnTo>
                  <a:pt x="456565" y="456565"/>
                </a:lnTo>
                <a:lnTo>
                  <a:pt x="0" y="456565"/>
                </a:lnTo>
                <a:lnTo>
                  <a:pt x="0" y="0"/>
                </a:lnTo>
                <a:close/>
              </a:path>
            </a:pathLst>
          </a:custGeom>
          <a:blipFill>
            <a:blip r:embed="rId9"/>
            <a:stretch/>
          </a:blipFill>
          <a:ln>
            <a:noFill/>
          </a:ln>
          <a:effectLst/>
        </p:spPr>
      </p:sp>
      <p:sp>
        <p:nvSpPr>
          <p:cNvPr id="896786848" name="Freeform 36"/>
          <p:cNvSpPr/>
          <p:nvPr/>
        </p:nvSpPr>
        <p:spPr bwMode="auto">
          <a:xfrm>
            <a:off x="560070" y="8446770"/>
            <a:ext cx="659130" cy="659130"/>
          </a:xfrm>
          <a:custGeom>
            <a:avLst/>
            <a:gdLst/>
            <a:ahLst/>
            <a:cxnLst/>
            <a:rect l="0" t="0" r="659130" b="659130"/>
            <a:pathLst>
              <a:path w="659130" h="659130" extrusionOk="0">
                <a:moveTo>
                  <a:pt x="0" y="0"/>
                </a:moveTo>
                <a:lnTo>
                  <a:pt x="659129" y="0"/>
                </a:lnTo>
                <a:lnTo>
                  <a:pt x="659129" y="659130"/>
                </a:lnTo>
                <a:lnTo>
                  <a:pt x="0" y="659130"/>
                </a:lnTo>
                <a:lnTo>
                  <a:pt x="0" y="0"/>
                </a:lnTo>
                <a:close/>
              </a:path>
            </a:pathLst>
          </a:custGeom>
          <a:blipFill>
            <a:blip r:embed="rId10"/>
            <a:stretch/>
          </a:blipFill>
          <a:ln>
            <a:noFill/>
          </a:ln>
          <a:effectLst/>
        </p:spPr>
      </p:sp>
      <p:sp>
        <p:nvSpPr>
          <p:cNvPr id="947479309" name="TextBox 37"/>
          <p:cNvSpPr/>
          <p:nvPr/>
        </p:nvSpPr>
        <p:spPr bwMode="auto">
          <a:xfrm>
            <a:off x="4075430" y="1551305"/>
            <a:ext cx="10137140" cy="1111250"/>
          </a:xfrm>
          <a:prstGeom prst="rect">
            <a:avLst/>
          </a:prstGeom>
          <a:noFill/>
          <a:ln>
            <a:noFill/>
          </a:ln>
          <a:effectLst/>
        </p:spPr>
        <p:txBody>
          <a:bodyPr vert="horz" wrap="square" lIns="0" tIns="0" rIns="0" bIns="0" numCol="1" spcCol="215899" anchor="t"/>
          <a:lstStyle/>
          <a:p>
            <a:pPr algn="ctr">
              <a:lnSpc>
                <a:spcPts val="9095"/>
              </a:lnSpc>
              <a:defRPr sz="6500" b="1" cap="none">
                <a:solidFill>
                  <a:srgbClr val="000000"/>
                </a:solidFill>
                <a:latin typeface="Glacial Indifference"/>
                <a:ea typeface="Glacial Indifference"/>
                <a:cs typeface="Glacial Indifference"/>
              </a:defRPr>
            </a:pPr>
            <a:r>
              <a:t>Diagnosis</a:t>
            </a:r>
          </a:p>
        </p:txBody>
      </p:sp>
      <p:sp>
        <p:nvSpPr>
          <p:cNvPr id="2002991038" name="TextBox 38"/>
          <p:cNvSpPr/>
          <p:nvPr/>
        </p:nvSpPr>
        <p:spPr bwMode="auto">
          <a:xfrm>
            <a:off x="1580515" y="4787265"/>
            <a:ext cx="3243580" cy="1099820"/>
          </a:xfrm>
          <a:prstGeom prst="rect">
            <a:avLst/>
          </a:prstGeom>
          <a:noFill/>
          <a:ln>
            <a:noFill/>
          </a:ln>
          <a:effectLst/>
        </p:spPr>
        <p:txBody>
          <a:bodyPr vert="horz" wrap="square" lIns="0" tIns="0" rIns="0" bIns="0" numCol="1" spcCol="215899" anchor="t"/>
          <a:lstStyle/>
          <a:p>
            <a:pPr algn="ctr">
              <a:lnSpc>
                <a:spcPts val="4480"/>
              </a:lnSpc>
              <a:defRPr sz="3000" b="1" cap="none">
                <a:solidFill>
                  <a:srgbClr val="000000"/>
                </a:solidFill>
                <a:latin typeface="Glacial Indifference"/>
                <a:ea typeface="Glacial Indifference"/>
                <a:cs typeface="Glacial Indifference"/>
              </a:defRPr>
            </a:pPr>
            <a:r>
              <a:t>Riwayat Penyakit dan Cedera</a:t>
            </a:r>
          </a:p>
        </p:txBody>
      </p:sp>
      <p:sp>
        <p:nvSpPr>
          <p:cNvPr id="963398970" name="TextBox 39"/>
          <p:cNvSpPr/>
          <p:nvPr/>
        </p:nvSpPr>
        <p:spPr bwMode="auto">
          <a:xfrm>
            <a:off x="5593080" y="4787265"/>
            <a:ext cx="3194050" cy="537845"/>
          </a:xfrm>
          <a:prstGeom prst="rect">
            <a:avLst/>
          </a:prstGeom>
          <a:noFill/>
          <a:ln>
            <a:noFill/>
          </a:ln>
          <a:effectLst/>
        </p:spPr>
        <p:txBody>
          <a:bodyPr vert="horz" wrap="square" lIns="0" tIns="0" rIns="0" bIns="0" numCol="1" spcCol="215899" anchor="t"/>
          <a:lstStyle/>
          <a:p>
            <a:pPr algn="ctr">
              <a:lnSpc>
                <a:spcPts val="4480"/>
              </a:lnSpc>
              <a:defRPr sz="3200" b="1" cap="none">
                <a:solidFill>
                  <a:srgbClr val="000000"/>
                </a:solidFill>
                <a:latin typeface="Glacial Indifference"/>
                <a:ea typeface="Glacial Indifference"/>
                <a:cs typeface="Glacial Indifference"/>
              </a:defRPr>
            </a:pPr>
            <a:r>
              <a:t>Keluhan Pasien</a:t>
            </a:r>
          </a:p>
        </p:txBody>
      </p:sp>
      <p:sp>
        <p:nvSpPr>
          <p:cNvPr id="66993734" name="TextBox 40"/>
          <p:cNvSpPr/>
          <p:nvPr/>
        </p:nvSpPr>
        <p:spPr bwMode="auto">
          <a:xfrm>
            <a:off x="9614535" y="4754245"/>
            <a:ext cx="3096895" cy="568960"/>
          </a:xfrm>
          <a:prstGeom prst="rect">
            <a:avLst/>
          </a:prstGeom>
          <a:noFill/>
          <a:ln>
            <a:noFill/>
          </a:ln>
          <a:effectLst/>
        </p:spPr>
        <p:txBody>
          <a:bodyPr vert="horz" wrap="square" lIns="0" tIns="0" rIns="0" bIns="0" numCol="1" spcCol="215899" anchor="t"/>
          <a:lstStyle/>
          <a:p>
            <a:pPr algn="ctr">
              <a:lnSpc>
                <a:spcPts val="4480"/>
              </a:lnSpc>
              <a:defRPr sz="3200" b="1" cap="none">
                <a:solidFill>
                  <a:srgbClr val="000000"/>
                </a:solidFill>
                <a:latin typeface="Glacial Indifference"/>
                <a:ea typeface="Glacial Indifference"/>
                <a:cs typeface="Glacial Indifference"/>
              </a:defRPr>
            </a:pPr>
            <a:r>
              <a:t>Pem. Fisik</a:t>
            </a:r>
          </a:p>
        </p:txBody>
      </p:sp>
      <p:sp>
        <p:nvSpPr>
          <p:cNvPr id="1706951903" name="TextBox 41"/>
          <p:cNvSpPr/>
          <p:nvPr/>
        </p:nvSpPr>
        <p:spPr bwMode="auto">
          <a:xfrm>
            <a:off x="13203555" y="4787265"/>
            <a:ext cx="3518535" cy="537845"/>
          </a:xfrm>
          <a:prstGeom prst="rect">
            <a:avLst/>
          </a:prstGeom>
          <a:noFill/>
          <a:ln>
            <a:noFill/>
          </a:ln>
          <a:effectLst/>
        </p:spPr>
        <p:txBody>
          <a:bodyPr vert="horz" wrap="square" lIns="0" tIns="0" rIns="0" bIns="0" numCol="1" spcCol="215899" anchor="t"/>
          <a:lstStyle/>
          <a:p>
            <a:pPr algn="ctr">
              <a:lnSpc>
                <a:spcPts val="4480"/>
              </a:lnSpc>
              <a:defRPr sz="3200" b="1" cap="none">
                <a:solidFill>
                  <a:srgbClr val="000000"/>
                </a:solidFill>
                <a:latin typeface="Glacial Indifference"/>
                <a:ea typeface="Glacial Indifference"/>
                <a:cs typeface="Glacial Indifference"/>
              </a:defRPr>
            </a:pPr>
            <a:r>
              <a:t>Pem. Penunjang</a:t>
            </a:r>
          </a:p>
        </p:txBody>
      </p:sp>
      <p:sp>
        <p:nvSpPr>
          <p:cNvPr id="708218026" name="TextBox 42"/>
          <p:cNvSpPr/>
          <p:nvPr/>
        </p:nvSpPr>
        <p:spPr bwMode="auto">
          <a:xfrm>
            <a:off x="1649730" y="6249035"/>
            <a:ext cx="3257550" cy="1590675"/>
          </a:xfrm>
          <a:prstGeom prst="rect">
            <a:avLst/>
          </a:prstGeom>
          <a:noFill/>
          <a:ln>
            <a:noFill/>
          </a:ln>
          <a:effectLst/>
        </p:spPr>
        <p:txBody>
          <a:bodyPr vert="horz" wrap="square" lIns="0" tIns="0" rIns="0" bIns="0" numCol="1" spcCol="215899" anchor="t"/>
          <a:lstStyle/>
          <a:p>
            <a:pPr algn="ctr">
              <a:lnSpc>
                <a:spcPts val="4200"/>
              </a:lnSpc>
              <a:defRPr/>
            </a:pPr>
            <a:r>
              <a:rPr sz="3000" cap="none">
                <a:solidFill>
                  <a:srgbClr val="000000"/>
                </a:solidFill>
                <a:latin typeface="Glacial Indifference"/>
                <a:ea typeface="Glacial Indifference"/>
                <a:cs typeface="Glacial Indifference"/>
              </a:rPr>
              <a:t>Untuk menentukan penyebab potensial fraktur</a:t>
            </a:r>
          </a:p>
        </p:txBody>
      </p:sp>
      <p:sp>
        <p:nvSpPr>
          <p:cNvPr id="1614496542" name="TextBox 43"/>
          <p:cNvSpPr/>
          <p:nvPr/>
        </p:nvSpPr>
        <p:spPr bwMode="auto">
          <a:xfrm>
            <a:off x="5516880" y="5466715"/>
            <a:ext cx="3346450" cy="2657475"/>
          </a:xfrm>
          <a:prstGeom prst="rect">
            <a:avLst/>
          </a:prstGeom>
          <a:noFill/>
          <a:ln>
            <a:noFill/>
          </a:ln>
          <a:effectLst/>
        </p:spPr>
        <p:txBody>
          <a:bodyPr vert="horz" wrap="square" lIns="0" tIns="0" rIns="0" bIns="0" numCol="1" spcCol="215899" anchor="t"/>
          <a:lstStyle/>
          <a:p>
            <a:pPr algn="ctr">
              <a:lnSpc>
                <a:spcPts val="4200"/>
              </a:lnSpc>
              <a:defRPr sz="1600" cap="none"/>
            </a:pPr>
            <a:r>
              <a:rPr sz="2800" cap="none">
                <a:solidFill>
                  <a:srgbClr val="000000"/>
                </a:solidFill>
                <a:latin typeface="Glacial Indifference"/>
                <a:ea typeface="Glacial Indifference"/>
                <a:cs typeface="Glacial Indifference"/>
              </a:rPr>
              <a:t>Pencatatan keluhan pasien seperti rasa sakit, bengkak, dan ketidakmampuan menggerakkan bahu</a:t>
            </a:r>
          </a:p>
        </p:txBody>
      </p:sp>
      <p:sp>
        <p:nvSpPr>
          <p:cNvPr id="68823685" name="TextBox 44"/>
          <p:cNvSpPr/>
          <p:nvPr/>
        </p:nvSpPr>
        <p:spPr bwMode="auto">
          <a:xfrm>
            <a:off x="9556115" y="5466715"/>
            <a:ext cx="3213100" cy="2667000"/>
          </a:xfrm>
          <a:prstGeom prst="rect">
            <a:avLst/>
          </a:prstGeom>
          <a:noFill/>
          <a:ln>
            <a:noFill/>
          </a:ln>
          <a:effectLst/>
        </p:spPr>
        <p:txBody>
          <a:bodyPr vert="horz" wrap="square" lIns="0" tIns="0" rIns="0" bIns="0" numCol="1" spcCol="215899" anchor="t"/>
          <a:lstStyle/>
          <a:p>
            <a:pPr algn="ctr">
              <a:lnSpc>
                <a:spcPts val="4200"/>
              </a:lnSpc>
              <a:defRPr sz="1600" cap="none"/>
            </a:pPr>
            <a:r>
              <a:rPr sz="2800" cap="none">
                <a:solidFill>
                  <a:srgbClr val="000000"/>
                </a:solidFill>
                <a:latin typeface="Glacial Indifference"/>
                <a:ea typeface="Glacial Indifference"/>
                <a:cs typeface="Glacial Indifference"/>
              </a:rPr>
              <a:t>Untuk menunjukkan tanda-tanda peradangan dan ketidakmampuan gerak</a:t>
            </a:r>
          </a:p>
        </p:txBody>
      </p:sp>
      <p:sp>
        <p:nvSpPr>
          <p:cNvPr id="1939857273" name="TextBox 45"/>
          <p:cNvSpPr/>
          <p:nvPr/>
        </p:nvSpPr>
        <p:spPr bwMode="auto">
          <a:xfrm>
            <a:off x="13462635" y="5542915"/>
            <a:ext cx="3000375" cy="2638425"/>
          </a:xfrm>
          <a:prstGeom prst="rect">
            <a:avLst/>
          </a:prstGeom>
          <a:noFill/>
          <a:ln>
            <a:noFill/>
          </a:ln>
          <a:effectLst/>
        </p:spPr>
        <p:txBody>
          <a:bodyPr vert="horz" wrap="square" lIns="0" tIns="0" rIns="0" bIns="0" numCol="1" spcCol="215899" anchor="t"/>
          <a:lstStyle/>
          <a:p>
            <a:pPr algn="ctr">
              <a:lnSpc>
                <a:spcPts val="3450"/>
              </a:lnSpc>
              <a:defRPr sz="1600" cap="none"/>
            </a:pPr>
            <a:r>
              <a:rPr sz="2800" cap="none">
                <a:solidFill>
                  <a:srgbClr val="000000"/>
                </a:solidFill>
                <a:latin typeface="Glacial Indifference"/>
                <a:ea typeface="Glacial Indifference"/>
                <a:cs typeface="Glacial Indifference"/>
              </a:rPr>
              <a:t>Untuk diagnosis pasti fraktur humerus dan menentukan derajat keparahan fraktur</a:t>
            </a:r>
          </a:p>
        </p:txBody>
      </p:sp>
      <p:sp>
        <p:nvSpPr>
          <p:cNvPr id="3900441" name="TextBox 46"/>
          <p:cNvSpPr/>
          <p:nvPr/>
        </p:nvSpPr>
        <p:spPr bwMode="auto">
          <a:xfrm>
            <a:off x="11430000" y="8963025"/>
            <a:ext cx="4752340" cy="523875"/>
          </a:xfrm>
          <a:prstGeom prst="rect">
            <a:avLst/>
          </a:prstGeom>
          <a:noFill/>
          <a:ln>
            <a:noFill/>
          </a:ln>
          <a:effectLst/>
        </p:spPr>
        <p:txBody>
          <a:bodyPr vert="horz" wrap="square" lIns="0" tIns="0" rIns="0" bIns="0" numCol="1" spcCol="215899" anchor="t"/>
          <a:lstStyle/>
          <a:p>
            <a:pPr algn="r">
              <a:lnSpc>
                <a:spcPts val="4200"/>
              </a:lnSpc>
              <a:defRPr sz="3000" b="1" cap="none">
                <a:solidFill>
                  <a:srgbClr val="000000"/>
                </a:solidFill>
                <a:latin typeface="Glacial Indifference"/>
                <a:ea typeface="Glacial Indifference"/>
                <a:cs typeface="Glacial Indifference"/>
              </a:defRPr>
            </a:pPr>
            <a:r>
              <a:t>FRAKTUR HUMERUS </a:t>
            </a:r>
          </a:p>
        </p:txBody>
      </p:sp>
      <p:sp>
        <p:nvSpPr>
          <p:cNvPr id="366854682" name="Freeform 47"/>
          <p:cNvSpPr/>
          <p:nvPr/>
        </p:nvSpPr>
        <p:spPr bwMode="auto">
          <a:xfrm>
            <a:off x="1250950" y="9157335"/>
            <a:ext cx="659130" cy="659130"/>
          </a:xfrm>
          <a:custGeom>
            <a:avLst/>
            <a:gdLst/>
            <a:ahLst/>
            <a:cxnLst/>
            <a:rect l="0" t="0" r="659130" b="659130"/>
            <a:pathLst>
              <a:path w="659130" h="659130" extrusionOk="0">
                <a:moveTo>
                  <a:pt x="0" y="0"/>
                </a:moveTo>
                <a:lnTo>
                  <a:pt x="659130" y="0"/>
                </a:lnTo>
                <a:lnTo>
                  <a:pt x="659130" y="659129"/>
                </a:lnTo>
                <a:lnTo>
                  <a:pt x="0" y="659129"/>
                </a:lnTo>
                <a:lnTo>
                  <a:pt x="0" y="0"/>
                </a:lnTo>
                <a:close/>
              </a:path>
            </a:pathLst>
          </a:custGeom>
          <a:blipFill>
            <a:blip r:embed="rId11"/>
            <a:stretch/>
          </a:blipFill>
          <a:ln>
            <a:noFill/>
          </a:ln>
          <a:effectLst/>
        </p:spPr>
      </p:sp>
      <p:sp>
        <p:nvSpPr>
          <p:cNvPr id="1650744287" name="Freeform 48"/>
          <p:cNvSpPr/>
          <p:nvPr/>
        </p:nvSpPr>
        <p:spPr bwMode="auto">
          <a:xfrm>
            <a:off x="0" y="0"/>
            <a:ext cx="5100320" cy="2209800"/>
          </a:xfrm>
          <a:custGeom>
            <a:avLst/>
            <a:gdLst/>
            <a:ahLst/>
            <a:cxnLst/>
            <a:rect l="0" t="0" r="5100320" b="2209800"/>
            <a:pathLst>
              <a:path w="5100320" h="2209800" extrusionOk="0">
                <a:moveTo>
                  <a:pt x="0" y="0"/>
                </a:moveTo>
                <a:lnTo>
                  <a:pt x="5100320" y="0"/>
                </a:lnTo>
                <a:lnTo>
                  <a:pt x="5100320" y="2209800"/>
                </a:lnTo>
                <a:lnTo>
                  <a:pt x="0" y="2209800"/>
                </a:lnTo>
                <a:lnTo>
                  <a:pt x="0" y="0"/>
                </a:lnTo>
                <a:close/>
              </a:path>
            </a:pathLst>
          </a:custGeom>
          <a:blipFill>
            <a:blip r:embed="rId12"/>
            <a:stretch/>
          </a:blipFill>
          <a:ln>
            <a:noFill/>
          </a:ln>
          <a:effectLst/>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PhAnim="0">
  <p:cSld name="Pendahuluan Askep 1">
    <p:bg>
      <p:bgPr>
        <a:solidFill>
          <a:srgbClr val="5DA295"/>
        </a:solidFill>
        <a:effectLst/>
      </p:bgPr>
    </p:bg>
    <p:spTree>
      <p:nvGrpSpPr>
        <p:cNvPr id="1" name=""/>
        <p:cNvGrpSpPr/>
        <p:nvPr/>
      </p:nvGrpSpPr>
      <p:grpSpPr bwMode="auto">
        <a:xfrm>
          <a:off x="0" y="0"/>
          <a:ext cx="0" cy="0"/>
          <a:chOff x="0" y="0"/>
          <a:chExt cx="0" cy="0"/>
        </a:xfrm>
      </p:grpSpPr>
      <p:grpSp>
        <p:nvGrpSpPr>
          <p:cNvPr id="214270038" name="Group 2"/>
          <p:cNvGrpSpPr/>
          <p:nvPr/>
        </p:nvGrpSpPr>
        <p:grpSpPr bwMode="auto">
          <a:xfrm>
            <a:off x="0" y="10073640"/>
            <a:ext cx="18288000" cy="213360"/>
            <a:chOff x="0" y="10073640"/>
            <a:chExt cx="18288000" cy="213360"/>
          </a:xfrm>
        </p:grpSpPr>
        <p:sp>
          <p:nvSpPr>
            <p:cNvPr id="4" name="Freeform 3"/>
            <p:cNvSpPr/>
            <p:nvPr/>
          </p:nvSpPr>
          <p:spPr bwMode="auto">
            <a:xfrm>
              <a:off x="0" y="1007364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E4E4E4"/>
            </a:solidFill>
            <a:ln>
              <a:noFill/>
            </a:ln>
            <a:effectLst/>
          </p:spPr>
        </p:sp>
        <p:sp>
          <p:nvSpPr>
            <p:cNvPr id="3" name="TextBox 4"/>
            <p:cNvSpPr/>
            <p:nvPr/>
          </p:nvSpPr>
          <p:spPr bwMode="auto">
            <a:xfrm>
              <a:off x="0" y="992886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79460554" name="Group 5"/>
          <p:cNvGrpSpPr/>
          <p:nvPr/>
        </p:nvGrpSpPr>
        <p:grpSpPr bwMode="auto">
          <a:xfrm>
            <a:off x="0" y="0"/>
            <a:ext cx="18288000" cy="213360"/>
            <a:chOff x="0" y="0"/>
            <a:chExt cx="18288000" cy="213360"/>
          </a:xfrm>
        </p:grpSpPr>
        <p:sp>
          <p:nvSpPr>
            <p:cNvPr id="7" name="Freeform 6"/>
            <p:cNvSpPr/>
            <p:nvPr/>
          </p:nvSpPr>
          <p:spPr bwMode="auto">
            <a:xfrm>
              <a:off x="0" y="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BFDDD2"/>
            </a:solidFill>
            <a:ln>
              <a:noFill/>
            </a:ln>
            <a:effectLst/>
          </p:spPr>
        </p:sp>
        <p:sp>
          <p:nvSpPr>
            <p:cNvPr id="6" name="TextBox 7"/>
            <p:cNvSpPr/>
            <p:nvPr/>
          </p:nvSpPr>
          <p:spPr bwMode="auto">
            <a:xfrm>
              <a:off x="0" y="-14478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1828755413" name="TextBox 8"/>
          <p:cNvSpPr/>
          <p:nvPr/>
        </p:nvSpPr>
        <p:spPr bwMode="auto">
          <a:xfrm>
            <a:off x="16563975" y="8834120"/>
            <a:ext cx="955040" cy="799465"/>
          </a:xfrm>
          <a:prstGeom prst="rect">
            <a:avLst/>
          </a:prstGeom>
          <a:noFill/>
          <a:ln>
            <a:noFill/>
          </a:ln>
          <a:effectLst/>
        </p:spPr>
        <p:txBody>
          <a:bodyPr vert="horz" wrap="square" lIns="0" tIns="0" rIns="0" bIns="0" numCol="1" spcCol="215899" anchor="t"/>
          <a:lstStyle/>
          <a:p>
            <a:pPr algn="r">
              <a:lnSpc>
                <a:spcPts val="6295"/>
              </a:lnSpc>
              <a:defRPr sz="4500" b="1" cap="none">
                <a:solidFill>
                  <a:srgbClr val="FFFFFF"/>
                </a:solidFill>
                <a:latin typeface="Glacial Indifference"/>
                <a:ea typeface="Glacial Indifference"/>
                <a:cs typeface="Glacial Indifference"/>
              </a:defRPr>
            </a:pPr>
            <a:r>
              <a:t>08</a:t>
            </a:r>
          </a:p>
        </p:txBody>
      </p:sp>
      <p:sp>
        <p:nvSpPr>
          <p:cNvPr id="245952168" name="AutoShape 9"/>
          <p:cNvSpPr/>
          <p:nvPr/>
        </p:nvSpPr>
        <p:spPr bwMode="auto">
          <a:xfrm>
            <a:off x="16563975" y="8877300"/>
            <a:ext cx="0" cy="762000"/>
          </a:xfrm>
          <a:prstGeom prst="line">
            <a:avLst/>
          </a:prstGeom>
          <a:noFill/>
          <a:ln w="95250" cap="flat" cmpd="sng" algn="ctr">
            <a:solidFill>
              <a:srgbClr val="BFDDD2"/>
            </a:solidFill>
            <a:prstDash val="solid"/>
            <a:headEnd type="none"/>
            <a:tailEnd type="none"/>
          </a:ln>
          <a:effectLst/>
        </p:spPr>
      </p:sp>
      <p:sp>
        <p:nvSpPr>
          <p:cNvPr id="1287736469" name="Freeform 10"/>
          <p:cNvSpPr/>
          <p:nvPr/>
        </p:nvSpPr>
        <p:spPr bwMode="auto">
          <a:xfrm>
            <a:off x="16315690" y="677545"/>
            <a:ext cx="1452245" cy="1457325"/>
          </a:xfrm>
          <a:custGeom>
            <a:avLst/>
            <a:gdLst/>
            <a:ahLst/>
            <a:cxnLst/>
            <a:rect l="0" t="0" r="1452245" b="1457325"/>
            <a:pathLst>
              <a:path w="1452245" h="1457325" extrusionOk="0">
                <a:moveTo>
                  <a:pt x="0" y="0"/>
                </a:moveTo>
                <a:lnTo>
                  <a:pt x="1452246" y="0"/>
                </a:lnTo>
                <a:lnTo>
                  <a:pt x="1452246" y="1457325"/>
                </a:lnTo>
                <a:lnTo>
                  <a:pt x="0" y="1457325"/>
                </a:lnTo>
                <a:lnTo>
                  <a:pt x="0" y="0"/>
                </a:lnTo>
                <a:close/>
              </a:path>
            </a:pathLst>
          </a:custGeom>
          <a:blipFill>
            <a:blip r:embed="rId3"/>
            <a:stretch/>
          </a:blipFill>
          <a:ln>
            <a:noFill/>
          </a:ln>
          <a:effectLst/>
        </p:spPr>
      </p:sp>
      <p:sp>
        <p:nvSpPr>
          <p:cNvPr id="260090825" name="Freeform 11"/>
          <p:cNvSpPr/>
          <p:nvPr/>
        </p:nvSpPr>
        <p:spPr bwMode="auto">
          <a:xfrm>
            <a:off x="15555595" y="2275205"/>
            <a:ext cx="713105" cy="713105"/>
          </a:xfrm>
          <a:custGeom>
            <a:avLst/>
            <a:gdLst/>
            <a:ahLst/>
            <a:cxnLst/>
            <a:rect l="0" t="0" r="713105" b="713105"/>
            <a:pathLst>
              <a:path w="713105" h="713105" extrusionOk="0">
                <a:moveTo>
                  <a:pt x="0" y="0"/>
                </a:moveTo>
                <a:lnTo>
                  <a:pt x="713105" y="0"/>
                </a:lnTo>
                <a:lnTo>
                  <a:pt x="713105" y="713105"/>
                </a:lnTo>
                <a:lnTo>
                  <a:pt x="0" y="713105"/>
                </a:lnTo>
                <a:lnTo>
                  <a:pt x="0" y="0"/>
                </a:lnTo>
                <a:close/>
              </a:path>
            </a:pathLst>
          </a:custGeom>
          <a:blipFill>
            <a:blip r:embed="rId4"/>
            <a:stretch/>
          </a:blipFill>
          <a:ln>
            <a:noFill/>
          </a:ln>
          <a:effectLst/>
        </p:spPr>
      </p:sp>
      <p:sp>
        <p:nvSpPr>
          <p:cNvPr id="669349536" name="Freeform 12"/>
          <p:cNvSpPr/>
          <p:nvPr/>
        </p:nvSpPr>
        <p:spPr bwMode="auto">
          <a:xfrm>
            <a:off x="-546100" y="6885305"/>
            <a:ext cx="3983990" cy="3984625"/>
          </a:xfrm>
          <a:custGeom>
            <a:avLst/>
            <a:gdLst/>
            <a:ahLst/>
            <a:cxnLst/>
            <a:rect l="0" t="0" r="3983990" b="3984625"/>
            <a:pathLst>
              <a:path w="3983990" h="3984625" extrusionOk="0">
                <a:moveTo>
                  <a:pt x="0" y="0"/>
                </a:moveTo>
                <a:lnTo>
                  <a:pt x="3983990" y="0"/>
                </a:lnTo>
                <a:lnTo>
                  <a:pt x="3983990" y="3984623"/>
                </a:lnTo>
                <a:lnTo>
                  <a:pt x="0" y="3984623"/>
                </a:lnTo>
                <a:lnTo>
                  <a:pt x="0" y="0"/>
                </a:lnTo>
                <a:close/>
              </a:path>
            </a:pathLst>
          </a:custGeom>
          <a:blipFill>
            <a:blip r:embed="rId5"/>
            <a:stretch/>
          </a:blipFill>
          <a:ln>
            <a:noFill/>
          </a:ln>
          <a:effectLst/>
        </p:spPr>
      </p:sp>
      <p:sp>
        <p:nvSpPr>
          <p:cNvPr id="811171844" name="Freeform 13"/>
          <p:cNvSpPr/>
          <p:nvPr/>
        </p:nvSpPr>
        <p:spPr bwMode="auto">
          <a:xfrm>
            <a:off x="2987040" y="7590790"/>
            <a:ext cx="1908810" cy="1546225"/>
          </a:xfrm>
          <a:custGeom>
            <a:avLst/>
            <a:gdLst/>
            <a:ahLst/>
            <a:cxnLst/>
            <a:rect l="0" t="0" r="1908810" b="1546225"/>
            <a:pathLst>
              <a:path w="1908810" h="1546225" extrusionOk="0">
                <a:moveTo>
                  <a:pt x="0" y="0"/>
                </a:moveTo>
                <a:lnTo>
                  <a:pt x="1908810" y="0"/>
                </a:lnTo>
                <a:lnTo>
                  <a:pt x="1908810" y="1546225"/>
                </a:lnTo>
                <a:lnTo>
                  <a:pt x="0" y="1546225"/>
                </a:lnTo>
                <a:lnTo>
                  <a:pt x="0" y="0"/>
                </a:lnTo>
                <a:close/>
              </a:path>
            </a:pathLst>
          </a:custGeom>
          <a:blipFill>
            <a:blip r:embed="rId6"/>
            <a:stretch/>
          </a:blipFill>
          <a:ln>
            <a:noFill/>
          </a:ln>
          <a:effectLst/>
        </p:spPr>
      </p:sp>
      <p:sp>
        <p:nvSpPr>
          <p:cNvPr id="1039068748" name="TextBox 14"/>
          <p:cNvSpPr/>
          <p:nvPr/>
        </p:nvSpPr>
        <p:spPr bwMode="auto">
          <a:xfrm>
            <a:off x="1028700" y="2185035"/>
            <a:ext cx="16230600" cy="1104265"/>
          </a:xfrm>
          <a:prstGeom prst="rect">
            <a:avLst/>
          </a:prstGeom>
          <a:noFill/>
          <a:ln>
            <a:noFill/>
          </a:ln>
          <a:effectLst/>
        </p:spPr>
        <p:txBody>
          <a:bodyPr vert="horz" wrap="square" lIns="0" tIns="0" rIns="0" bIns="0" numCol="1" spcCol="215899" anchor="t"/>
          <a:lstStyle/>
          <a:p>
            <a:pPr algn="ctr">
              <a:lnSpc>
                <a:spcPts val="8955"/>
              </a:lnSpc>
              <a:defRPr sz="6400" b="1" cap="none">
                <a:solidFill>
                  <a:srgbClr val="FFFFFF"/>
                </a:solidFill>
                <a:latin typeface="Glacial Indifference"/>
                <a:ea typeface="Glacial Indifference"/>
                <a:cs typeface="Glacial Indifference"/>
              </a:defRPr>
            </a:pPr>
            <a:r>
              <a:t>Pendahuluan Askep: Manajemen Nyeri</a:t>
            </a:r>
          </a:p>
        </p:txBody>
      </p:sp>
      <p:sp>
        <p:nvSpPr>
          <p:cNvPr id="1756128109" name="TextBox 15"/>
          <p:cNvSpPr/>
          <p:nvPr/>
        </p:nvSpPr>
        <p:spPr bwMode="auto">
          <a:xfrm>
            <a:off x="1028700" y="3660775"/>
            <a:ext cx="16230600" cy="4311650"/>
          </a:xfrm>
          <a:prstGeom prst="rect">
            <a:avLst/>
          </a:prstGeom>
          <a:noFill/>
          <a:ln>
            <a:noFill/>
          </a:ln>
          <a:effectLst/>
        </p:spPr>
        <p:txBody>
          <a:bodyPr vert="horz" wrap="square" lIns="0" tIns="0" rIns="0" bIns="0" numCol="1" spcCol="215899" anchor="t"/>
          <a:lstStyle/>
          <a:p>
            <a:pPr algn="ctr">
              <a:lnSpc>
                <a:spcPts val="4895"/>
              </a:lnSpc>
              <a:defRPr sz="3200" cap="none"/>
            </a:pPr>
            <a:r>
              <a:rPr cap="none">
                <a:solidFill>
                  <a:srgbClr val="FFFFFF"/>
                </a:solidFill>
                <a:latin typeface="Glacial Indifference"/>
                <a:ea typeface="Glacial Indifference"/>
                <a:cs typeface="Glacial Indifference"/>
              </a:rPr>
              <a:t>Manajemen nyeri pada fraktur humerus dapat dilakukan melalui pemberian obat-obatan analgesik untuk mengurangi rasa sakit. Selain itu, teknik non-farmakologis seperti menempatkan pasien dalam posisi yang nyaman dan menggunakan teknik relaksasi juga dapat membantu mengurangi ketidaknyamanan akibat fraktur humerus. Pemberian obat-obatan dan penerapan teknik non-farmakologis tersebut merupakan bagian penting dari asuhan keperawatan untuk memastikan kenyamanan pasien dan memfasilitasi proses pemulihan.</a:t>
            </a:r>
          </a:p>
        </p:txBody>
      </p:sp>
      <p:sp>
        <p:nvSpPr>
          <p:cNvPr id="1045945542" name="TextBox 16"/>
          <p:cNvSpPr/>
          <p:nvPr/>
        </p:nvSpPr>
        <p:spPr bwMode="auto">
          <a:xfrm>
            <a:off x="11430000" y="8963025"/>
            <a:ext cx="4752340" cy="523875"/>
          </a:xfrm>
          <a:prstGeom prst="rect">
            <a:avLst/>
          </a:prstGeom>
          <a:noFill/>
          <a:ln>
            <a:noFill/>
          </a:ln>
          <a:effectLst/>
        </p:spPr>
        <p:txBody>
          <a:bodyPr vert="horz" wrap="square" lIns="0" tIns="0" rIns="0" bIns="0" numCol="1" spcCol="215899" anchor="t"/>
          <a:lstStyle/>
          <a:p>
            <a:pPr algn="r">
              <a:lnSpc>
                <a:spcPts val="4200"/>
              </a:lnSpc>
              <a:defRPr sz="3000" b="1" cap="none">
                <a:solidFill>
                  <a:srgbClr val="FFFFFF"/>
                </a:solidFill>
                <a:latin typeface="Glacial Indifference"/>
                <a:ea typeface="Glacial Indifference"/>
                <a:cs typeface="Glacial Indifference"/>
              </a:defRPr>
            </a:pPr>
            <a:r>
              <a:t>FRAKTUR HUMERUS </a:t>
            </a:r>
          </a:p>
        </p:txBody>
      </p:sp>
      <p:sp>
        <p:nvSpPr>
          <p:cNvPr id="1194172572" name="Freeform 17"/>
          <p:cNvSpPr/>
          <p:nvPr/>
        </p:nvSpPr>
        <p:spPr bwMode="auto">
          <a:xfrm>
            <a:off x="0" y="0"/>
            <a:ext cx="5100320" cy="2209800"/>
          </a:xfrm>
          <a:custGeom>
            <a:avLst/>
            <a:gdLst/>
            <a:ahLst/>
            <a:cxnLst/>
            <a:rect l="0" t="0" r="5100320" b="2209800"/>
            <a:pathLst>
              <a:path w="5100320" h="2209800" extrusionOk="0">
                <a:moveTo>
                  <a:pt x="0" y="0"/>
                </a:moveTo>
                <a:lnTo>
                  <a:pt x="5100320" y="0"/>
                </a:lnTo>
                <a:lnTo>
                  <a:pt x="5100320" y="2209800"/>
                </a:lnTo>
                <a:lnTo>
                  <a:pt x="0" y="2209800"/>
                </a:lnTo>
                <a:lnTo>
                  <a:pt x="0" y="0"/>
                </a:lnTo>
                <a:close/>
              </a:path>
            </a:pathLst>
          </a:custGeom>
          <a:blipFill>
            <a:blip r:embed="rId7"/>
            <a:stretch/>
          </a:blipFill>
          <a:ln>
            <a:noFill/>
          </a:ln>
          <a:effectLst/>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PhAnim="0">
  <p:cSld name="Pendahuluan Askep 2">
    <p:spTree>
      <p:nvGrpSpPr>
        <p:cNvPr id="1" name=""/>
        <p:cNvGrpSpPr/>
        <p:nvPr/>
      </p:nvGrpSpPr>
      <p:grpSpPr bwMode="auto">
        <a:xfrm>
          <a:off x="0" y="0"/>
          <a:ext cx="0" cy="0"/>
          <a:chOff x="0" y="0"/>
          <a:chExt cx="0" cy="0"/>
        </a:xfrm>
      </p:grpSpPr>
      <p:sp>
        <p:nvSpPr>
          <p:cNvPr id="612493727" name="Freeform 2"/>
          <p:cNvSpPr/>
          <p:nvPr/>
        </p:nvSpPr>
        <p:spPr bwMode="auto">
          <a:xfrm>
            <a:off x="777240" y="8227695"/>
            <a:ext cx="3303905" cy="3304540"/>
          </a:xfrm>
          <a:custGeom>
            <a:avLst/>
            <a:gdLst/>
            <a:ahLst/>
            <a:cxnLst/>
            <a:rect l="0" t="0" r="3303905" b="3304540"/>
            <a:pathLst>
              <a:path w="3303905" h="3304540" extrusionOk="0">
                <a:moveTo>
                  <a:pt x="0" y="0"/>
                </a:moveTo>
                <a:lnTo>
                  <a:pt x="3303905" y="0"/>
                </a:lnTo>
                <a:lnTo>
                  <a:pt x="3303905" y="3304540"/>
                </a:lnTo>
                <a:lnTo>
                  <a:pt x="0" y="3304540"/>
                </a:lnTo>
                <a:lnTo>
                  <a:pt x="0" y="0"/>
                </a:lnTo>
                <a:close/>
              </a:path>
            </a:pathLst>
          </a:custGeom>
          <a:blipFill>
            <a:blip r:embed="rId3"/>
            <a:stretch/>
          </a:blipFill>
          <a:ln>
            <a:noFill/>
          </a:ln>
          <a:effectLst/>
        </p:spPr>
      </p:sp>
      <p:sp>
        <p:nvSpPr>
          <p:cNvPr id="771222259" name="Freeform 3"/>
          <p:cNvSpPr/>
          <p:nvPr/>
        </p:nvSpPr>
        <p:spPr bwMode="auto">
          <a:xfrm>
            <a:off x="-857250" y="6106795"/>
            <a:ext cx="3380105" cy="3380105"/>
          </a:xfrm>
          <a:custGeom>
            <a:avLst/>
            <a:gdLst/>
            <a:ahLst/>
            <a:cxnLst/>
            <a:rect l="0" t="0" r="3380105" b="3380105"/>
            <a:pathLst>
              <a:path w="3380105" h="3380105" extrusionOk="0">
                <a:moveTo>
                  <a:pt x="0" y="0"/>
                </a:moveTo>
                <a:lnTo>
                  <a:pt x="3380105" y="0"/>
                </a:lnTo>
                <a:lnTo>
                  <a:pt x="3380105" y="3380105"/>
                </a:lnTo>
                <a:lnTo>
                  <a:pt x="0" y="3380105"/>
                </a:lnTo>
                <a:lnTo>
                  <a:pt x="0" y="0"/>
                </a:lnTo>
                <a:close/>
              </a:path>
            </a:pathLst>
          </a:custGeom>
          <a:blipFill>
            <a:blip r:embed="rId4"/>
            <a:stretch/>
          </a:blipFill>
          <a:ln>
            <a:noFill/>
          </a:ln>
          <a:effectLst/>
        </p:spPr>
      </p:sp>
      <p:grpSp>
        <p:nvGrpSpPr>
          <p:cNvPr id="1237138698" name="Group 4"/>
          <p:cNvGrpSpPr/>
          <p:nvPr/>
        </p:nvGrpSpPr>
        <p:grpSpPr bwMode="auto">
          <a:xfrm>
            <a:off x="0" y="10073640"/>
            <a:ext cx="18288000" cy="213360"/>
            <a:chOff x="0" y="10073640"/>
            <a:chExt cx="18288000" cy="213360"/>
          </a:xfrm>
        </p:grpSpPr>
        <p:sp>
          <p:nvSpPr>
            <p:cNvPr id="6" name="Freeform 5"/>
            <p:cNvSpPr/>
            <p:nvPr/>
          </p:nvSpPr>
          <p:spPr bwMode="auto">
            <a:xfrm>
              <a:off x="0" y="1007364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5DA295"/>
            </a:solidFill>
            <a:ln>
              <a:noFill/>
            </a:ln>
            <a:effectLst/>
          </p:spPr>
        </p:sp>
        <p:sp>
          <p:nvSpPr>
            <p:cNvPr id="5" name="TextBox 6"/>
            <p:cNvSpPr/>
            <p:nvPr/>
          </p:nvSpPr>
          <p:spPr bwMode="auto">
            <a:xfrm>
              <a:off x="0" y="992886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1290389843" name="Freeform 7"/>
          <p:cNvSpPr/>
          <p:nvPr/>
        </p:nvSpPr>
        <p:spPr bwMode="auto">
          <a:xfrm flipV="1">
            <a:off x="14380845" y="-611504"/>
            <a:ext cx="4271010" cy="3459480"/>
          </a:xfrm>
          <a:custGeom>
            <a:avLst/>
            <a:gdLst/>
            <a:ahLst/>
            <a:cxnLst/>
            <a:rect l="0" t="0" r="4271010" b="3459480"/>
            <a:pathLst>
              <a:path w="4271010" h="3459480" extrusionOk="0">
                <a:moveTo>
                  <a:pt x="0" y="3459480"/>
                </a:moveTo>
                <a:lnTo>
                  <a:pt x="4271010" y="3459480"/>
                </a:lnTo>
                <a:lnTo>
                  <a:pt x="4271010" y="0"/>
                </a:lnTo>
                <a:lnTo>
                  <a:pt x="0" y="0"/>
                </a:lnTo>
                <a:lnTo>
                  <a:pt x="0" y="3459480"/>
                </a:lnTo>
                <a:close/>
              </a:path>
            </a:pathLst>
          </a:custGeom>
          <a:blipFill>
            <a:blip r:embed="rId5"/>
            <a:stretch/>
          </a:blipFill>
          <a:ln>
            <a:noFill/>
          </a:ln>
          <a:effectLst/>
        </p:spPr>
      </p:sp>
      <p:grpSp>
        <p:nvGrpSpPr>
          <p:cNvPr id="1651493796" name="Group 8"/>
          <p:cNvGrpSpPr/>
          <p:nvPr/>
        </p:nvGrpSpPr>
        <p:grpSpPr bwMode="auto">
          <a:xfrm>
            <a:off x="0" y="0"/>
            <a:ext cx="18288000" cy="213360"/>
            <a:chOff x="0" y="0"/>
            <a:chExt cx="18288000" cy="213360"/>
          </a:xfrm>
        </p:grpSpPr>
        <p:sp>
          <p:nvSpPr>
            <p:cNvPr id="10" name="Freeform 9"/>
            <p:cNvSpPr/>
            <p:nvPr/>
          </p:nvSpPr>
          <p:spPr bwMode="auto">
            <a:xfrm>
              <a:off x="0" y="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BFDDD2"/>
            </a:solidFill>
            <a:ln>
              <a:noFill/>
            </a:ln>
            <a:effectLst/>
          </p:spPr>
        </p:sp>
        <p:sp>
          <p:nvSpPr>
            <p:cNvPr id="9" name="TextBox 10"/>
            <p:cNvSpPr/>
            <p:nvPr/>
          </p:nvSpPr>
          <p:spPr bwMode="auto">
            <a:xfrm>
              <a:off x="0" y="-14478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593465330" name="TextBox 11"/>
          <p:cNvSpPr/>
          <p:nvPr/>
        </p:nvSpPr>
        <p:spPr bwMode="auto">
          <a:xfrm>
            <a:off x="16563975" y="8834120"/>
            <a:ext cx="955040" cy="799465"/>
          </a:xfrm>
          <a:prstGeom prst="rect">
            <a:avLst/>
          </a:prstGeom>
          <a:noFill/>
          <a:ln>
            <a:noFill/>
          </a:ln>
          <a:effectLst/>
        </p:spPr>
        <p:txBody>
          <a:bodyPr vert="horz" wrap="square" lIns="0" tIns="0" rIns="0" bIns="0" numCol="1" spcCol="215899" anchor="t"/>
          <a:lstStyle/>
          <a:p>
            <a:pPr algn="r">
              <a:lnSpc>
                <a:spcPts val="6295"/>
              </a:lnSpc>
              <a:defRPr sz="4500" b="1" cap="none">
                <a:solidFill>
                  <a:srgbClr val="000000"/>
                </a:solidFill>
                <a:latin typeface="Glacial Indifference"/>
                <a:ea typeface="Glacial Indifference"/>
                <a:cs typeface="Glacial Indifference"/>
              </a:defRPr>
            </a:pPr>
            <a:r>
              <a:t>09</a:t>
            </a:r>
          </a:p>
        </p:txBody>
      </p:sp>
      <p:sp>
        <p:nvSpPr>
          <p:cNvPr id="1179631474" name="AutoShape 12"/>
          <p:cNvSpPr/>
          <p:nvPr/>
        </p:nvSpPr>
        <p:spPr bwMode="auto">
          <a:xfrm>
            <a:off x="16563975" y="8877300"/>
            <a:ext cx="0" cy="762000"/>
          </a:xfrm>
          <a:prstGeom prst="line">
            <a:avLst/>
          </a:prstGeom>
          <a:noFill/>
          <a:ln w="95250" cap="flat" cmpd="sng" algn="ctr">
            <a:solidFill>
              <a:srgbClr val="5DA295"/>
            </a:solidFill>
            <a:prstDash val="solid"/>
            <a:headEnd type="none"/>
            <a:tailEnd type="none"/>
          </a:ln>
          <a:effectLst/>
        </p:spPr>
      </p:sp>
      <p:grpSp>
        <p:nvGrpSpPr>
          <p:cNvPr id="1188100066" name="Group 13"/>
          <p:cNvGrpSpPr/>
          <p:nvPr/>
        </p:nvGrpSpPr>
        <p:grpSpPr bwMode="auto">
          <a:xfrm>
            <a:off x="16368395" y="2629535"/>
            <a:ext cx="1150620" cy="1006474"/>
            <a:chOff x="16368395" y="2629535"/>
            <a:chExt cx="1150620" cy="1006474"/>
          </a:xfrm>
        </p:grpSpPr>
        <p:sp>
          <p:nvSpPr>
            <p:cNvPr id="15" name="Freeform 14"/>
            <p:cNvSpPr/>
            <p:nvPr/>
          </p:nvSpPr>
          <p:spPr bwMode="auto">
            <a:xfrm>
              <a:off x="16368395" y="2629535"/>
              <a:ext cx="1150620" cy="1006474"/>
            </a:xfrm>
            <a:custGeom>
              <a:avLst/>
              <a:gdLst/>
              <a:ahLst/>
              <a:cxnLst/>
              <a:rect l="0" t="0" r="1150620" b="1006475"/>
              <a:pathLst>
                <a:path w="1150620" h="1006475" extrusionOk="0">
                  <a:moveTo>
                    <a:pt x="575310" y="0"/>
                  </a:moveTo>
                  <a:lnTo>
                    <a:pt x="1150620" y="1006475"/>
                  </a:lnTo>
                  <a:lnTo>
                    <a:pt x="0" y="1006475"/>
                  </a:lnTo>
                  <a:lnTo>
                    <a:pt x="575310" y="0"/>
                  </a:lnTo>
                  <a:close/>
                </a:path>
              </a:pathLst>
            </a:custGeom>
            <a:solidFill>
              <a:srgbClr val="BFDDD2"/>
            </a:solidFill>
            <a:ln>
              <a:noFill/>
            </a:ln>
            <a:effectLst/>
          </p:spPr>
        </p:sp>
        <p:sp>
          <p:nvSpPr>
            <p:cNvPr id="14" name="TextBox 15"/>
            <p:cNvSpPr/>
            <p:nvPr/>
          </p:nvSpPr>
          <p:spPr bwMode="auto">
            <a:xfrm>
              <a:off x="16548100" y="3042920"/>
              <a:ext cx="791210" cy="521335"/>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2028499653" name="Group 16"/>
          <p:cNvGrpSpPr/>
          <p:nvPr/>
        </p:nvGrpSpPr>
        <p:grpSpPr bwMode="auto">
          <a:xfrm>
            <a:off x="2830830" y="3225165"/>
            <a:ext cx="5080000" cy="5246370"/>
            <a:chOff x="2830830" y="3225165"/>
            <a:chExt cx="5080000" cy="5246370"/>
          </a:xfrm>
        </p:grpSpPr>
        <p:sp>
          <p:nvSpPr>
            <p:cNvPr id="18" name="Freeform 17"/>
            <p:cNvSpPr/>
            <p:nvPr/>
          </p:nvSpPr>
          <p:spPr bwMode="auto">
            <a:xfrm>
              <a:off x="2890520" y="3284855"/>
              <a:ext cx="4960620" cy="5126990"/>
            </a:xfrm>
            <a:custGeom>
              <a:avLst/>
              <a:gdLst/>
              <a:ahLst/>
              <a:cxnLst/>
              <a:rect l="0" t="0" r="4960620" b="5126990"/>
              <a:pathLst>
                <a:path w="4960620" h="5126990" extrusionOk="0">
                  <a:moveTo>
                    <a:pt x="4960620" y="4281636"/>
                  </a:moveTo>
                  <a:cubicBezTo>
                    <a:pt x="4960620" y="4749019"/>
                    <a:pt x="4581613" y="5126990"/>
                    <a:pt x="4115221" y="5126990"/>
                  </a:cubicBezTo>
                  <a:lnTo>
                    <a:pt x="845399" y="5126990"/>
                  </a:lnTo>
                  <a:cubicBezTo>
                    <a:pt x="377991" y="5126990"/>
                    <a:pt x="0" y="4748003"/>
                    <a:pt x="0" y="4281636"/>
                  </a:cubicBezTo>
                  <a:lnTo>
                    <a:pt x="0" y="845354"/>
                  </a:lnTo>
                  <a:cubicBezTo>
                    <a:pt x="0" y="377971"/>
                    <a:pt x="379007" y="0"/>
                    <a:pt x="845399" y="0"/>
                  </a:cubicBezTo>
                  <a:lnTo>
                    <a:pt x="4115221" y="0"/>
                  </a:lnTo>
                  <a:cubicBezTo>
                    <a:pt x="4582629" y="0"/>
                    <a:pt x="4960620" y="378987"/>
                    <a:pt x="4960620" y="845354"/>
                  </a:cubicBezTo>
                  <a:lnTo>
                    <a:pt x="4960620" y="4281636"/>
                  </a:lnTo>
                  <a:close/>
                </a:path>
              </a:pathLst>
            </a:custGeom>
            <a:blipFill>
              <a:blip r:embed="rId6"/>
              <a:srcRect l="1616" r="1616"/>
              <a:stretch/>
            </a:blipFill>
            <a:ln>
              <a:noFill/>
            </a:ln>
            <a:effectLst/>
          </p:spPr>
        </p:sp>
        <p:sp>
          <p:nvSpPr>
            <p:cNvPr id="17" name="Freeform 18"/>
            <p:cNvSpPr/>
            <p:nvPr/>
          </p:nvSpPr>
          <p:spPr bwMode="auto">
            <a:xfrm>
              <a:off x="2830830" y="3225165"/>
              <a:ext cx="5080000" cy="5246370"/>
            </a:xfrm>
            <a:custGeom>
              <a:avLst/>
              <a:gdLst/>
              <a:ahLst/>
              <a:cxnLst/>
              <a:rect l="0" t="0" r="5080000" b="5246370"/>
              <a:pathLst>
                <a:path w="5080000" h="5246370" extrusionOk="0">
                  <a:moveTo>
                    <a:pt x="4174744" y="5246370"/>
                  </a:moveTo>
                  <a:lnTo>
                    <a:pt x="905256" y="5246370"/>
                  </a:lnTo>
                  <a:cubicBezTo>
                    <a:pt x="406400" y="5246370"/>
                    <a:pt x="0" y="4839990"/>
                    <a:pt x="0" y="4341158"/>
                  </a:cubicBezTo>
                  <a:lnTo>
                    <a:pt x="0" y="905212"/>
                  </a:lnTo>
                  <a:cubicBezTo>
                    <a:pt x="0" y="406380"/>
                    <a:pt x="406400" y="0"/>
                    <a:pt x="905256" y="0"/>
                  </a:cubicBezTo>
                  <a:lnTo>
                    <a:pt x="4174744" y="0"/>
                  </a:lnTo>
                  <a:cubicBezTo>
                    <a:pt x="4673600" y="0"/>
                    <a:pt x="5080000" y="406380"/>
                    <a:pt x="5080000" y="905212"/>
                  </a:cubicBezTo>
                  <a:lnTo>
                    <a:pt x="5080000" y="4340142"/>
                  </a:lnTo>
                  <a:cubicBezTo>
                    <a:pt x="5080000" y="4839990"/>
                    <a:pt x="4673600" y="5246370"/>
                    <a:pt x="4174744" y="5246370"/>
                  </a:cubicBezTo>
                  <a:close/>
                  <a:moveTo>
                    <a:pt x="905256" y="119882"/>
                  </a:moveTo>
                  <a:cubicBezTo>
                    <a:pt x="472440" y="119882"/>
                    <a:pt x="119888" y="472417"/>
                    <a:pt x="119888" y="905212"/>
                  </a:cubicBezTo>
                  <a:lnTo>
                    <a:pt x="119888" y="4340142"/>
                  </a:lnTo>
                  <a:cubicBezTo>
                    <a:pt x="119888" y="4772937"/>
                    <a:pt x="472440" y="5125472"/>
                    <a:pt x="905256" y="5125472"/>
                  </a:cubicBezTo>
                  <a:lnTo>
                    <a:pt x="4174744" y="5125472"/>
                  </a:lnTo>
                  <a:cubicBezTo>
                    <a:pt x="4607560" y="5125472"/>
                    <a:pt x="4960112" y="4772937"/>
                    <a:pt x="4960112" y="4340142"/>
                  </a:cubicBezTo>
                  <a:lnTo>
                    <a:pt x="4960112" y="905212"/>
                  </a:lnTo>
                  <a:cubicBezTo>
                    <a:pt x="4960112" y="472417"/>
                    <a:pt x="4607560" y="119882"/>
                    <a:pt x="4174744" y="119882"/>
                  </a:cubicBezTo>
                  <a:lnTo>
                    <a:pt x="905256" y="119882"/>
                  </a:lnTo>
                  <a:close/>
                </a:path>
              </a:pathLst>
            </a:custGeom>
            <a:solidFill>
              <a:srgbClr val="5DA295"/>
            </a:solidFill>
            <a:ln>
              <a:noFill/>
            </a:ln>
            <a:effectLst/>
          </p:spPr>
        </p:sp>
      </p:grpSp>
      <p:sp>
        <p:nvSpPr>
          <p:cNvPr id="1810737235" name="TextBox 19"/>
          <p:cNvSpPr/>
          <p:nvPr/>
        </p:nvSpPr>
        <p:spPr bwMode="auto">
          <a:xfrm>
            <a:off x="1344295" y="1484630"/>
            <a:ext cx="15599410" cy="1066800"/>
          </a:xfrm>
          <a:prstGeom prst="rect">
            <a:avLst/>
          </a:prstGeom>
          <a:noFill/>
          <a:ln>
            <a:noFill/>
          </a:ln>
          <a:effectLst/>
        </p:spPr>
        <p:txBody>
          <a:bodyPr vert="horz" wrap="square" lIns="0" tIns="0" rIns="0" bIns="0" numCol="1" spcCol="215899" anchor="t"/>
          <a:lstStyle/>
          <a:p>
            <a:pPr algn="ctr">
              <a:lnSpc>
                <a:spcPts val="8400"/>
              </a:lnSpc>
              <a:defRPr sz="6000" b="1" cap="none">
                <a:solidFill>
                  <a:srgbClr val="000000"/>
                </a:solidFill>
                <a:latin typeface="Glacial Indifference"/>
                <a:ea typeface="Glacial Indifference"/>
                <a:cs typeface="Glacial Indifference"/>
              </a:defRPr>
            </a:pPr>
            <a:r>
              <a:t>Pendahuluan Askep: Pemulihan Fungsi</a:t>
            </a:r>
          </a:p>
        </p:txBody>
      </p:sp>
      <p:sp>
        <p:nvSpPr>
          <p:cNvPr id="1204266243" name="TextBox 20"/>
          <p:cNvSpPr/>
          <p:nvPr/>
        </p:nvSpPr>
        <p:spPr bwMode="auto">
          <a:xfrm>
            <a:off x="9144000" y="3569335"/>
            <a:ext cx="8115300" cy="3019425"/>
          </a:xfrm>
          <a:prstGeom prst="rect">
            <a:avLst/>
          </a:prstGeom>
          <a:noFill/>
          <a:ln>
            <a:noFill/>
          </a:ln>
          <a:effectLst/>
        </p:spPr>
        <p:txBody>
          <a:bodyPr vert="horz" wrap="square" lIns="0" tIns="0" rIns="0" bIns="0" numCol="1" spcCol="215899" anchor="t"/>
          <a:lstStyle/>
          <a:p>
            <a:pPr algn="l">
              <a:lnSpc>
                <a:spcPts val="4755"/>
              </a:lnSpc>
              <a:defRPr sz="3200" cap="none"/>
            </a:pPr>
            <a:r>
              <a:rPr cap="none">
                <a:solidFill>
                  <a:srgbClr val="000000"/>
                </a:solidFill>
                <a:latin typeface="Glacial Indifference"/>
                <a:ea typeface="Glacial Indifference"/>
                <a:cs typeface="Glacial Indifference"/>
              </a:rPr>
              <a:t>Rehabilitasi dan pemulihan fungsi pada fraktur humerus melalui fisioterapi dan latihan terapi bertujuan untuk memulihkan fleksibilitas, kekuatan, dan rentang gerak lengan yang terkena dampak fraktur. </a:t>
            </a:r>
          </a:p>
        </p:txBody>
      </p:sp>
      <p:sp>
        <p:nvSpPr>
          <p:cNvPr id="16854848" name="TextBox 21"/>
          <p:cNvSpPr/>
          <p:nvPr/>
        </p:nvSpPr>
        <p:spPr bwMode="auto">
          <a:xfrm>
            <a:off x="11430000" y="8963025"/>
            <a:ext cx="4752340" cy="523875"/>
          </a:xfrm>
          <a:prstGeom prst="rect">
            <a:avLst/>
          </a:prstGeom>
          <a:noFill/>
          <a:ln>
            <a:noFill/>
          </a:ln>
          <a:effectLst/>
        </p:spPr>
        <p:txBody>
          <a:bodyPr vert="horz" wrap="square" lIns="0" tIns="0" rIns="0" bIns="0" numCol="1" spcCol="215899" anchor="t"/>
          <a:lstStyle/>
          <a:p>
            <a:pPr algn="r">
              <a:lnSpc>
                <a:spcPts val="4200"/>
              </a:lnSpc>
              <a:defRPr cap="none">
                <a:latin typeface="Glacial Indifference"/>
                <a:ea typeface="Glacial Indifference"/>
                <a:cs typeface="Glacial Indifference"/>
              </a:defRPr>
            </a:pPr>
            <a:r>
              <a:rPr sz="3000" b="1" cap="none">
                <a:solidFill>
                  <a:srgbClr val="000000"/>
                </a:solidFill>
              </a:rPr>
              <a:t>FRAKTUR HUMERUS</a:t>
            </a:r>
          </a:p>
        </p:txBody>
      </p:sp>
      <p:sp>
        <p:nvSpPr>
          <p:cNvPr id="1368560442" name="Freeform 22"/>
          <p:cNvSpPr/>
          <p:nvPr/>
        </p:nvSpPr>
        <p:spPr bwMode="auto">
          <a:xfrm>
            <a:off x="0" y="0"/>
            <a:ext cx="5100320" cy="2209800"/>
          </a:xfrm>
          <a:custGeom>
            <a:avLst/>
            <a:gdLst/>
            <a:ahLst/>
            <a:cxnLst/>
            <a:rect l="0" t="0" r="5100320" b="2209800"/>
            <a:pathLst>
              <a:path w="5100320" h="2209800" extrusionOk="0">
                <a:moveTo>
                  <a:pt x="0" y="0"/>
                </a:moveTo>
                <a:lnTo>
                  <a:pt x="5100320" y="0"/>
                </a:lnTo>
                <a:lnTo>
                  <a:pt x="5100320" y="2209800"/>
                </a:lnTo>
                <a:lnTo>
                  <a:pt x="0" y="2209800"/>
                </a:lnTo>
                <a:lnTo>
                  <a:pt x="0" y="0"/>
                </a:lnTo>
                <a:close/>
              </a:path>
            </a:pathLst>
          </a:custGeom>
          <a:blipFill>
            <a:blip r:embed="rId7"/>
            <a:stretch/>
          </a:blipFill>
          <a:ln>
            <a:noFill/>
          </a:ln>
          <a:effectLst/>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PhAnim="0">
  <p:cSld name="Pendahuluan Askep 3">
    <p:spTree>
      <p:nvGrpSpPr>
        <p:cNvPr id="1" name=""/>
        <p:cNvGrpSpPr/>
        <p:nvPr/>
      </p:nvGrpSpPr>
      <p:grpSpPr bwMode="auto">
        <a:xfrm>
          <a:off x="0" y="0"/>
          <a:ext cx="0" cy="0"/>
          <a:chOff x="0" y="0"/>
          <a:chExt cx="0" cy="0"/>
        </a:xfrm>
      </p:grpSpPr>
      <p:sp>
        <p:nvSpPr>
          <p:cNvPr id="1814348103" name="Freeform 2"/>
          <p:cNvSpPr/>
          <p:nvPr/>
        </p:nvSpPr>
        <p:spPr bwMode="auto">
          <a:xfrm>
            <a:off x="777240" y="8227695"/>
            <a:ext cx="3303905" cy="3304540"/>
          </a:xfrm>
          <a:custGeom>
            <a:avLst/>
            <a:gdLst/>
            <a:ahLst/>
            <a:cxnLst/>
            <a:rect l="0" t="0" r="3303905" b="3304540"/>
            <a:pathLst>
              <a:path w="3303905" h="3304540" extrusionOk="0">
                <a:moveTo>
                  <a:pt x="0" y="0"/>
                </a:moveTo>
                <a:lnTo>
                  <a:pt x="3303905" y="0"/>
                </a:lnTo>
                <a:lnTo>
                  <a:pt x="3303905" y="3304540"/>
                </a:lnTo>
                <a:lnTo>
                  <a:pt x="0" y="3304540"/>
                </a:lnTo>
                <a:lnTo>
                  <a:pt x="0" y="0"/>
                </a:lnTo>
                <a:close/>
              </a:path>
            </a:pathLst>
          </a:custGeom>
          <a:blipFill>
            <a:blip r:embed="rId3"/>
            <a:stretch/>
          </a:blipFill>
          <a:ln>
            <a:noFill/>
          </a:ln>
          <a:effectLst/>
        </p:spPr>
      </p:sp>
      <p:sp>
        <p:nvSpPr>
          <p:cNvPr id="1817988646" name="Freeform 3"/>
          <p:cNvSpPr/>
          <p:nvPr/>
        </p:nvSpPr>
        <p:spPr bwMode="auto">
          <a:xfrm>
            <a:off x="-857250" y="6106795"/>
            <a:ext cx="3380105" cy="3380105"/>
          </a:xfrm>
          <a:custGeom>
            <a:avLst/>
            <a:gdLst/>
            <a:ahLst/>
            <a:cxnLst/>
            <a:rect l="0" t="0" r="3380105" b="3380105"/>
            <a:pathLst>
              <a:path w="3380105" h="3380105" extrusionOk="0">
                <a:moveTo>
                  <a:pt x="0" y="0"/>
                </a:moveTo>
                <a:lnTo>
                  <a:pt x="3380105" y="0"/>
                </a:lnTo>
                <a:lnTo>
                  <a:pt x="3380105" y="3380105"/>
                </a:lnTo>
                <a:lnTo>
                  <a:pt x="0" y="3380105"/>
                </a:lnTo>
                <a:lnTo>
                  <a:pt x="0" y="0"/>
                </a:lnTo>
                <a:close/>
              </a:path>
            </a:pathLst>
          </a:custGeom>
          <a:blipFill>
            <a:blip r:embed="rId4"/>
            <a:stretch/>
          </a:blipFill>
          <a:ln>
            <a:noFill/>
          </a:ln>
          <a:effectLst/>
        </p:spPr>
      </p:sp>
      <p:grpSp>
        <p:nvGrpSpPr>
          <p:cNvPr id="600916202" name="Group 4"/>
          <p:cNvGrpSpPr/>
          <p:nvPr/>
        </p:nvGrpSpPr>
        <p:grpSpPr bwMode="auto">
          <a:xfrm>
            <a:off x="0" y="10073640"/>
            <a:ext cx="18288000" cy="213360"/>
            <a:chOff x="0" y="10073640"/>
            <a:chExt cx="18288000" cy="213360"/>
          </a:xfrm>
        </p:grpSpPr>
        <p:sp>
          <p:nvSpPr>
            <p:cNvPr id="6" name="Freeform 5"/>
            <p:cNvSpPr/>
            <p:nvPr/>
          </p:nvSpPr>
          <p:spPr bwMode="auto">
            <a:xfrm>
              <a:off x="0" y="1007364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5DA295"/>
            </a:solidFill>
            <a:ln>
              <a:noFill/>
            </a:ln>
            <a:effectLst/>
          </p:spPr>
        </p:sp>
        <p:sp>
          <p:nvSpPr>
            <p:cNvPr id="5" name="TextBox 6"/>
            <p:cNvSpPr/>
            <p:nvPr/>
          </p:nvSpPr>
          <p:spPr bwMode="auto">
            <a:xfrm>
              <a:off x="0" y="992886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423677598" name="Freeform 7"/>
          <p:cNvSpPr/>
          <p:nvPr/>
        </p:nvSpPr>
        <p:spPr bwMode="auto">
          <a:xfrm flipV="1">
            <a:off x="14380845" y="-611504"/>
            <a:ext cx="4271010" cy="3459480"/>
          </a:xfrm>
          <a:custGeom>
            <a:avLst/>
            <a:gdLst/>
            <a:ahLst/>
            <a:cxnLst/>
            <a:rect l="0" t="0" r="4271010" b="3459480"/>
            <a:pathLst>
              <a:path w="4271010" h="3459480" extrusionOk="0">
                <a:moveTo>
                  <a:pt x="0" y="3459480"/>
                </a:moveTo>
                <a:lnTo>
                  <a:pt x="4271010" y="3459480"/>
                </a:lnTo>
                <a:lnTo>
                  <a:pt x="4271010" y="0"/>
                </a:lnTo>
                <a:lnTo>
                  <a:pt x="0" y="0"/>
                </a:lnTo>
                <a:lnTo>
                  <a:pt x="0" y="3459480"/>
                </a:lnTo>
                <a:close/>
              </a:path>
            </a:pathLst>
          </a:custGeom>
          <a:blipFill>
            <a:blip r:embed="rId5"/>
            <a:stretch/>
          </a:blipFill>
          <a:ln>
            <a:noFill/>
          </a:ln>
          <a:effectLst/>
        </p:spPr>
      </p:sp>
      <p:grpSp>
        <p:nvGrpSpPr>
          <p:cNvPr id="385910566" name="Group 8"/>
          <p:cNvGrpSpPr/>
          <p:nvPr/>
        </p:nvGrpSpPr>
        <p:grpSpPr bwMode="auto">
          <a:xfrm>
            <a:off x="0" y="0"/>
            <a:ext cx="18288000" cy="213360"/>
            <a:chOff x="0" y="0"/>
            <a:chExt cx="18288000" cy="213360"/>
          </a:xfrm>
        </p:grpSpPr>
        <p:sp>
          <p:nvSpPr>
            <p:cNvPr id="10" name="Freeform 9"/>
            <p:cNvSpPr/>
            <p:nvPr/>
          </p:nvSpPr>
          <p:spPr bwMode="auto">
            <a:xfrm>
              <a:off x="0" y="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BFDDD2"/>
            </a:solidFill>
            <a:ln>
              <a:noFill/>
            </a:ln>
            <a:effectLst/>
          </p:spPr>
        </p:sp>
        <p:sp>
          <p:nvSpPr>
            <p:cNvPr id="9" name="TextBox 10"/>
            <p:cNvSpPr/>
            <p:nvPr/>
          </p:nvSpPr>
          <p:spPr bwMode="auto">
            <a:xfrm>
              <a:off x="0" y="-14478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1381469363" name="TextBox 11"/>
          <p:cNvSpPr/>
          <p:nvPr/>
        </p:nvSpPr>
        <p:spPr bwMode="auto">
          <a:xfrm>
            <a:off x="16563975" y="8834120"/>
            <a:ext cx="955040" cy="799465"/>
          </a:xfrm>
          <a:prstGeom prst="rect">
            <a:avLst/>
          </a:prstGeom>
          <a:noFill/>
          <a:ln>
            <a:noFill/>
          </a:ln>
          <a:effectLst/>
        </p:spPr>
        <p:txBody>
          <a:bodyPr vert="horz" wrap="square" lIns="0" tIns="0" rIns="0" bIns="0" numCol="1" spcCol="215899" anchor="t"/>
          <a:lstStyle/>
          <a:p>
            <a:pPr algn="r">
              <a:lnSpc>
                <a:spcPts val="6295"/>
              </a:lnSpc>
              <a:defRPr sz="4500" b="1" cap="none">
                <a:solidFill>
                  <a:srgbClr val="000000"/>
                </a:solidFill>
                <a:latin typeface="Glacial Indifference"/>
                <a:ea typeface="Glacial Indifference"/>
                <a:cs typeface="Glacial Indifference"/>
              </a:defRPr>
            </a:pPr>
            <a:r>
              <a:t>10</a:t>
            </a:r>
          </a:p>
        </p:txBody>
      </p:sp>
      <p:sp>
        <p:nvSpPr>
          <p:cNvPr id="166580243" name="AutoShape 12"/>
          <p:cNvSpPr/>
          <p:nvPr/>
        </p:nvSpPr>
        <p:spPr bwMode="auto">
          <a:xfrm>
            <a:off x="16563975" y="8877300"/>
            <a:ext cx="0" cy="762000"/>
          </a:xfrm>
          <a:prstGeom prst="line">
            <a:avLst/>
          </a:prstGeom>
          <a:noFill/>
          <a:ln w="95250" cap="flat" cmpd="sng" algn="ctr">
            <a:solidFill>
              <a:srgbClr val="5DA295"/>
            </a:solidFill>
            <a:prstDash val="solid"/>
            <a:headEnd type="none"/>
            <a:tailEnd type="none"/>
          </a:ln>
          <a:effectLst/>
        </p:spPr>
      </p:sp>
      <p:grpSp>
        <p:nvGrpSpPr>
          <p:cNvPr id="1110383167" name="Group 13"/>
          <p:cNvGrpSpPr/>
          <p:nvPr/>
        </p:nvGrpSpPr>
        <p:grpSpPr bwMode="auto">
          <a:xfrm>
            <a:off x="16368395" y="2629535"/>
            <a:ext cx="1150620" cy="1006474"/>
            <a:chOff x="16368395" y="2629535"/>
            <a:chExt cx="1150620" cy="1006474"/>
          </a:xfrm>
        </p:grpSpPr>
        <p:sp>
          <p:nvSpPr>
            <p:cNvPr id="15" name="Freeform 14"/>
            <p:cNvSpPr/>
            <p:nvPr/>
          </p:nvSpPr>
          <p:spPr bwMode="auto">
            <a:xfrm>
              <a:off x="16368395" y="2629535"/>
              <a:ext cx="1150620" cy="1006474"/>
            </a:xfrm>
            <a:custGeom>
              <a:avLst/>
              <a:gdLst/>
              <a:ahLst/>
              <a:cxnLst/>
              <a:rect l="0" t="0" r="1150620" b="1006475"/>
              <a:pathLst>
                <a:path w="1150620" h="1006475" extrusionOk="0">
                  <a:moveTo>
                    <a:pt x="575310" y="0"/>
                  </a:moveTo>
                  <a:lnTo>
                    <a:pt x="1150620" y="1006475"/>
                  </a:lnTo>
                  <a:lnTo>
                    <a:pt x="0" y="1006475"/>
                  </a:lnTo>
                  <a:lnTo>
                    <a:pt x="575310" y="0"/>
                  </a:lnTo>
                  <a:close/>
                </a:path>
              </a:pathLst>
            </a:custGeom>
            <a:solidFill>
              <a:srgbClr val="BFDDD2"/>
            </a:solidFill>
            <a:ln>
              <a:noFill/>
            </a:ln>
            <a:effectLst/>
          </p:spPr>
        </p:sp>
        <p:sp>
          <p:nvSpPr>
            <p:cNvPr id="14" name="TextBox 15"/>
            <p:cNvSpPr/>
            <p:nvPr/>
          </p:nvSpPr>
          <p:spPr bwMode="auto">
            <a:xfrm>
              <a:off x="16548100" y="3042920"/>
              <a:ext cx="791210" cy="521335"/>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1415893940" name="Group 16"/>
          <p:cNvGrpSpPr/>
          <p:nvPr/>
        </p:nvGrpSpPr>
        <p:grpSpPr bwMode="auto">
          <a:xfrm>
            <a:off x="2830830" y="3225165"/>
            <a:ext cx="5080000" cy="5246370"/>
            <a:chOff x="2830830" y="3225165"/>
            <a:chExt cx="5080000" cy="5246370"/>
          </a:xfrm>
        </p:grpSpPr>
        <p:sp>
          <p:nvSpPr>
            <p:cNvPr id="18" name="Freeform 17"/>
            <p:cNvSpPr/>
            <p:nvPr/>
          </p:nvSpPr>
          <p:spPr bwMode="auto">
            <a:xfrm>
              <a:off x="2890520" y="3284855"/>
              <a:ext cx="4960620" cy="5126990"/>
            </a:xfrm>
            <a:custGeom>
              <a:avLst/>
              <a:gdLst/>
              <a:ahLst/>
              <a:cxnLst/>
              <a:rect l="0" t="0" r="4960620" b="5126990"/>
              <a:pathLst>
                <a:path w="4960620" h="5126990" extrusionOk="0">
                  <a:moveTo>
                    <a:pt x="4960620" y="4281636"/>
                  </a:moveTo>
                  <a:cubicBezTo>
                    <a:pt x="4960620" y="4749019"/>
                    <a:pt x="4581613" y="5126990"/>
                    <a:pt x="4115221" y="5126990"/>
                  </a:cubicBezTo>
                  <a:lnTo>
                    <a:pt x="845399" y="5126990"/>
                  </a:lnTo>
                  <a:cubicBezTo>
                    <a:pt x="377991" y="5126990"/>
                    <a:pt x="0" y="4748003"/>
                    <a:pt x="0" y="4281636"/>
                  </a:cubicBezTo>
                  <a:lnTo>
                    <a:pt x="0" y="845354"/>
                  </a:lnTo>
                  <a:cubicBezTo>
                    <a:pt x="0" y="377971"/>
                    <a:pt x="379007" y="0"/>
                    <a:pt x="845399" y="0"/>
                  </a:cubicBezTo>
                  <a:lnTo>
                    <a:pt x="4115221" y="0"/>
                  </a:lnTo>
                  <a:cubicBezTo>
                    <a:pt x="4582629" y="0"/>
                    <a:pt x="4960620" y="378987"/>
                    <a:pt x="4960620" y="845354"/>
                  </a:cubicBezTo>
                  <a:lnTo>
                    <a:pt x="4960620" y="4281636"/>
                  </a:lnTo>
                  <a:close/>
                </a:path>
              </a:pathLst>
            </a:custGeom>
            <a:blipFill>
              <a:blip r:embed="rId6"/>
              <a:srcRect l="1616" r="1616"/>
              <a:stretch/>
            </a:blipFill>
            <a:ln>
              <a:noFill/>
            </a:ln>
            <a:effectLst/>
          </p:spPr>
        </p:sp>
        <p:sp>
          <p:nvSpPr>
            <p:cNvPr id="17" name="Freeform 18"/>
            <p:cNvSpPr/>
            <p:nvPr/>
          </p:nvSpPr>
          <p:spPr bwMode="auto">
            <a:xfrm>
              <a:off x="2830830" y="3225165"/>
              <a:ext cx="5080000" cy="5246370"/>
            </a:xfrm>
            <a:custGeom>
              <a:avLst/>
              <a:gdLst/>
              <a:ahLst/>
              <a:cxnLst/>
              <a:rect l="0" t="0" r="5080000" b="5246370"/>
              <a:pathLst>
                <a:path w="5080000" h="5246370" extrusionOk="0">
                  <a:moveTo>
                    <a:pt x="4174744" y="5246370"/>
                  </a:moveTo>
                  <a:lnTo>
                    <a:pt x="905256" y="5246370"/>
                  </a:lnTo>
                  <a:cubicBezTo>
                    <a:pt x="406400" y="5246370"/>
                    <a:pt x="0" y="4839990"/>
                    <a:pt x="0" y="4341158"/>
                  </a:cubicBezTo>
                  <a:lnTo>
                    <a:pt x="0" y="905212"/>
                  </a:lnTo>
                  <a:cubicBezTo>
                    <a:pt x="0" y="406380"/>
                    <a:pt x="406400" y="0"/>
                    <a:pt x="905256" y="0"/>
                  </a:cubicBezTo>
                  <a:lnTo>
                    <a:pt x="4174744" y="0"/>
                  </a:lnTo>
                  <a:cubicBezTo>
                    <a:pt x="4673600" y="0"/>
                    <a:pt x="5080000" y="406380"/>
                    <a:pt x="5080000" y="905212"/>
                  </a:cubicBezTo>
                  <a:lnTo>
                    <a:pt x="5080000" y="4340142"/>
                  </a:lnTo>
                  <a:cubicBezTo>
                    <a:pt x="5080000" y="4839990"/>
                    <a:pt x="4673600" y="5246370"/>
                    <a:pt x="4174744" y="5246370"/>
                  </a:cubicBezTo>
                  <a:close/>
                  <a:moveTo>
                    <a:pt x="905256" y="119882"/>
                  </a:moveTo>
                  <a:cubicBezTo>
                    <a:pt x="472440" y="119882"/>
                    <a:pt x="119888" y="472417"/>
                    <a:pt x="119888" y="905212"/>
                  </a:cubicBezTo>
                  <a:lnTo>
                    <a:pt x="119888" y="4340142"/>
                  </a:lnTo>
                  <a:cubicBezTo>
                    <a:pt x="119888" y="4772937"/>
                    <a:pt x="472440" y="5125472"/>
                    <a:pt x="905256" y="5125472"/>
                  </a:cubicBezTo>
                  <a:lnTo>
                    <a:pt x="4174744" y="5125472"/>
                  </a:lnTo>
                  <a:cubicBezTo>
                    <a:pt x="4607560" y="5125472"/>
                    <a:pt x="4960112" y="4772937"/>
                    <a:pt x="4960112" y="4340142"/>
                  </a:cubicBezTo>
                  <a:lnTo>
                    <a:pt x="4960112" y="905212"/>
                  </a:lnTo>
                  <a:cubicBezTo>
                    <a:pt x="4960112" y="472417"/>
                    <a:pt x="4607560" y="119882"/>
                    <a:pt x="4174744" y="119882"/>
                  </a:cubicBezTo>
                  <a:lnTo>
                    <a:pt x="905256" y="119882"/>
                  </a:lnTo>
                  <a:close/>
                </a:path>
              </a:pathLst>
            </a:custGeom>
            <a:solidFill>
              <a:srgbClr val="5DA295"/>
            </a:solidFill>
            <a:ln>
              <a:noFill/>
            </a:ln>
            <a:effectLst/>
          </p:spPr>
        </p:sp>
      </p:grpSp>
      <p:sp>
        <p:nvSpPr>
          <p:cNvPr id="1437877809" name="TextBox 19"/>
          <p:cNvSpPr/>
          <p:nvPr/>
        </p:nvSpPr>
        <p:spPr bwMode="auto">
          <a:xfrm>
            <a:off x="1344295" y="1484630"/>
            <a:ext cx="15599410" cy="1047750"/>
          </a:xfrm>
          <a:prstGeom prst="rect">
            <a:avLst/>
          </a:prstGeom>
          <a:noFill/>
          <a:ln>
            <a:noFill/>
          </a:ln>
          <a:effectLst/>
        </p:spPr>
        <p:txBody>
          <a:bodyPr vert="horz" wrap="square" lIns="0" tIns="0" rIns="0" bIns="0" numCol="1" spcCol="215899" anchor="t"/>
          <a:lstStyle/>
          <a:p>
            <a:pPr algn="ctr">
              <a:lnSpc>
                <a:spcPts val="8400"/>
              </a:lnSpc>
              <a:defRPr sz="6000" b="1" cap="none">
                <a:solidFill>
                  <a:srgbClr val="000000"/>
                </a:solidFill>
                <a:latin typeface="Glacial Indifference"/>
                <a:ea typeface="Glacial Indifference"/>
                <a:cs typeface="Glacial Indifference"/>
              </a:defRPr>
            </a:pPr>
            <a:r>
              <a:t>Pendahuluan Askep: Pemulihan Fungsi</a:t>
            </a:r>
          </a:p>
        </p:txBody>
      </p:sp>
      <p:sp>
        <p:nvSpPr>
          <p:cNvPr id="261042473" name="TextBox 20"/>
          <p:cNvSpPr/>
          <p:nvPr/>
        </p:nvSpPr>
        <p:spPr bwMode="auto">
          <a:xfrm>
            <a:off x="9144000" y="3616960"/>
            <a:ext cx="8115300" cy="4264660"/>
          </a:xfrm>
          <a:prstGeom prst="rect">
            <a:avLst/>
          </a:prstGeom>
          <a:noFill/>
          <a:ln>
            <a:noFill/>
          </a:ln>
          <a:effectLst/>
        </p:spPr>
        <p:txBody>
          <a:bodyPr vert="horz" wrap="square" lIns="0" tIns="0" rIns="0" bIns="0" numCol="1" spcCol="215899" anchor="t"/>
          <a:lstStyle/>
          <a:p>
            <a:pPr algn="l">
              <a:lnSpc>
                <a:spcPts val="4245"/>
              </a:lnSpc>
              <a:defRPr sz="3200" cap="none"/>
            </a:pPr>
            <a:r>
              <a:rPr cap="none">
                <a:solidFill>
                  <a:srgbClr val="000000"/>
                </a:solidFill>
                <a:latin typeface="Glacial Indifference"/>
                <a:ea typeface="Glacial Indifference"/>
                <a:cs typeface="Glacial Indifference"/>
              </a:rPr>
              <a:t>Fisioterapi membantu memperkuat otot-otot dan memulihkan fungsi lengan, sedangkan latihan terapi bertujuan untuk meningkatkan fleksibilitas dan rentang gerak. Tujuan dari kedua metode ini adalah memastikan pasien dapat kembali melakukan aktivitas sehari-hari dengan normal setelah fraktur humerus.</a:t>
            </a:r>
          </a:p>
        </p:txBody>
      </p:sp>
      <p:sp>
        <p:nvSpPr>
          <p:cNvPr id="459139570" name="TextBox 21"/>
          <p:cNvSpPr/>
          <p:nvPr/>
        </p:nvSpPr>
        <p:spPr bwMode="auto">
          <a:xfrm>
            <a:off x="11430000" y="8963025"/>
            <a:ext cx="4752340" cy="533400"/>
          </a:xfrm>
          <a:prstGeom prst="rect">
            <a:avLst/>
          </a:prstGeom>
          <a:noFill/>
          <a:ln>
            <a:noFill/>
          </a:ln>
          <a:effectLst/>
        </p:spPr>
        <p:txBody>
          <a:bodyPr vert="horz" wrap="square" lIns="0" tIns="0" rIns="0" bIns="0" numCol="1" spcCol="215899" anchor="t"/>
          <a:lstStyle/>
          <a:p>
            <a:pPr algn="r">
              <a:lnSpc>
                <a:spcPts val="4200"/>
              </a:lnSpc>
              <a:defRPr sz="3000" b="1" cap="none">
                <a:solidFill>
                  <a:srgbClr val="000000"/>
                </a:solidFill>
                <a:latin typeface="Glacial Indifference"/>
                <a:ea typeface="Glacial Indifference"/>
                <a:cs typeface="Glacial Indifference"/>
              </a:defRPr>
            </a:pPr>
            <a:r>
              <a:t>FRAKTUR HUMERUS</a:t>
            </a:r>
          </a:p>
        </p:txBody>
      </p:sp>
      <p:sp>
        <p:nvSpPr>
          <p:cNvPr id="375868722" name="Freeform 22"/>
          <p:cNvSpPr/>
          <p:nvPr/>
        </p:nvSpPr>
        <p:spPr bwMode="auto">
          <a:xfrm>
            <a:off x="0" y="0"/>
            <a:ext cx="5100320" cy="2209800"/>
          </a:xfrm>
          <a:custGeom>
            <a:avLst/>
            <a:gdLst/>
            <a:ahLst/>
            <a:cxnLst/>
            <a:rect l="0" t="0" r="5100320" b="2209800"/>
            <a:pathLst>
              <a:path w="5100320" h="2209800" extrusionOk="0">
                <a:moveTo>
                  <a:pt x="0" y="0"/>
                </a:moveTo>
                <a:lnTo>
                  <a:pt x="5100320" y="0"/>
                </a:lnTo>
                <a:lnTo>
                  <a:pt x="5100320" y="2209800"/>
                </a:lnTo>
                <a:lnTo>
                  <a:pt x="0" y="2209800"/>
                </a:lnTo>
                <a:lnTo>
                  <a:pt x="0" y="0"/>
                </a:lnTo>
                <a:close/>
              </a:path>
            </a:pathLst>
          </a:custGeom>
          <a:blipFill>
            <a:blip r:embed="rId7"/>
            <a:stretch/>
          </a:blipFill>
          <a:ln>
            <a:noFill/>
          </a:ln>
          <a:effectLst/>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PhAnim="0">
  <p:cSld name="Pendahuluan Askep 4">
    <p:bg>
      <p:bgPr>
        <a:solidFill>
          <a:srgbClr val="5DA295"/>
        </a:solidFill>
        <a:effectLst/>
      </p:bgPr>
    </p:bg>
    <p:spTree>
      <p:nvGrpSpPr>
        <p:cNvPr id="1" name=""/>
        <p:cNvGrpSpPr/>
        <p:nvPr/>
      </p:nvGrpSpPr>
      <p:grpSpPr bwMode="auto">
        <a:xfrm>
          <a:off x="0" y="0"/>
          <a:ext cx="0" cy="0"/>
          <a:chOff x="0" y="0"/>
          <a:chExt cx="0" cy="0"/>
        </a:xfrm>
      </p:grpSpPr>
      <p:grpSp>
        <p:nvGrpSpPr>
          <p:cNvPr id="1008164124" name="Group 2"/>
          <p:cNvGrpSpPr/>
          <p:nvPr/>
        </p:nvGrpSpPr>
        <p:grpSpPr bwMode="auto">
          <a:xfrm>
            <a:off x="0" y="10073640"/>
            <a:ext cx="18288000" cy="213360"/>
            <a:chOff x="0" y="10073640"/>
            <a:chExt cx="18288000" cy="213360"/>
          </a:xfrm>
        </p:grpSpPr>
        <p:sp>
          <p:nvSpPr>
            <p:cNvPr id="4" name="Freeform 3"/>
            <p:cNvSpPr/>
            <p:nvPr/>
          </p:nvSpPr>
          <p:spPr bwMode="auto">
            <a:xfrm>
              <a:off x="0" y="1007364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E4E4E4"/>
            </a:solidFill>
            <a:ln>
              <a:noFill/>
            </a:ln>
            <a:effectLst/>
          </p:spPr>
        </p:sp>
        <p:sp>
          <p:nvSpPr>
            <p:cNvPr id="3" name="TextBox 4"/>
            <p:cNvSpPr/>
            <p:nvPr/>
          </p:nvSpPr>
          <p:spPr bwMode="auto">
            <a:xfrm>
              <a:off x="0" y="992886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2037709846" name="Group 5"/>
          <p:cNvGrpSpPr/>
          <p:nvPr/>
        </p:nvGrpSpPr>
        <p:grpSpPr bwMode="auto">
          <a:xfrm>
            <a:off x="0" y="0"/>
            <a:ext cx="18288000" cy="213360"/>
            <a:chOff x="0" y="0"/>
            <a:chExt cx="18288000" cy="213360"/>
          </a:xfrm>
        </p:grpSpPr>
        <p:sp>
          <p:nvSpPr>
            <p:cNvPr id="7" name="Freeform 6"/>
            <p:cNvSpPr/>
            <p:nvPr/>
          </p:nvSpPr>
          <p:spPr bwMode="auto">
            <a:xfrm>
              <a:off x="0" y="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BFDDD2"/>
            </a:solidFill>
            <a:ln>
              <a:noFill/>
            </a:ln>
            <a:effectLst/>
          </p:spPr>
        </p:sp>
        <p:sp>
          <p:nvSpPr>
            <p:cNvPr id="6" name="TextBox 7"/>
            <p:cNvSpPr/>
            <p:nvPr/>
          </p:nvSpPr>
          <p:spPr bwMode="auto">
            <a:xfrm>
              <a:off x="0" y="-14478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2050244417" name="TextBox 8"/>
          <p:cNvSpPr/>
          <p:nvPr/>
        </p:nvSpPr>
        <p:spPr bwMode="auto">
          <a:xfrm>
            <a:off x="16563975" y="8834120"/>
            <a:ext cx="955040" cy="799465"/>
          </a:xfrm>
          <a:prstGeom prst="rect">
            <a:avLst/>
          </a:prstGeom>
          <a:noFill/>
          <a:ln>
            <a:noFill/>
          </a:ln>
          <a:effectLst/>
        </p:spPr>
        <p:txBody>
          <a:bodyPr vert="horz" wrap="square" lIns="0" tIns="0" rIns="0" bIns="0" numCol="1" spcCol="215899" anchor="t"/>
          <a:lstStyle/>
          <a:p>
            <a:pPr algn="r">
              <a:lnSpc>
                <a:spcPts val="6295"/>
              </a:lnSpc>
              <a:defRPr sz="4500" b="1" cap="none">
                <a:solidFill>
                  <a:srgbClr val="FFFFFF"/>
                </a:solidFill>
                <a:latin typeface="Glacial Indifference"/>
                <a:ea typeface="Glacial Indifference"/>
                <a:cs typeface="Glacial Indifference"/>
              </a:defRPr>
            </a:pPr>
            <a:r>
              <a:t>11</a:t>
            </a:r>
          </a:p>
        </p:txBody>
      </p:sp>
      <p:sp>
        <p:nvSpPr>
          <p:cNvPr id="428818725" name="AutoShape 9"/>
          <p:cNvSpPr/>
          <p:nvPr/>
        </p:nvSpPr>
        <p:spPr bwMode="auto">
          <a:xfrm>
            <a:off x="16563975" y="8877300"/>
            <a:ext cx="0" cy="762000"/>
          </a:xfrm>
          <a:prstGeom prst="line">
            <a:avLst/>
          </a:prstGeom>
          <a:noFill/>
          <a:ln w="95250" cap="flat" cmpd="sng" algn="ctr">
            <a:solidFill>
              <a:srgbClr val="BFDDD2"/>
            </a:solidFill>
            <a:prstDash val="solid"/>
            <a:headEnd type="none"/>
            <a:tailEnd type="none"/>
          </a:ln>
          <a:effectLst/>
        </p:spPr>
      </p:sp>
      <p:sp>
        <p:nvSpPr>
          <p:cNvPr id="2088025962" name="Freeform 10"/>
          <p:cNvSpPr/>
          <p:nvPr/>
        </p:nvSpPr>
        <p:spPr bwMode="auto">
          <a:xfrm>
            <a:off x="16315690" y="677545"/>
            <a:ext cx="1452245" cy="1457325"/>
          </a:xfrm>
          <a:custGeom>
            <a:avLst/>
            <a:gdLst/>
            <a:ahLst/>
            <a:cxnLst/>
            <a:rect l="0" t="0" r="1452245" b="1457325"/>
            <a:pathLst>
              <a:path w="1452245" h="1457325" extrusionOk="0">
                <a:moveTo>
                  <a:pt x="0" y="0"/>
                </a:moveTo>
                <a:lnTo>
                  <a:pt x="1452246" y="0"/>
                </a:lnTo>
                <a:lnTo>
                  <a:pt x="1452246" y="1457325"/>
                </a:lnTo>
                <a:lnTo>
                  <a:pt x="0" y="1457325"/>
                </a:lnTo>
                <a:lnTo>
                  <a:pt x="0" y="0"/>
                </a:lnTo>
                <a:close/>
              </a:path>
            </a:pathLst>
          </a:custGeom>
          <a:blipFill>
            <a:blip r:embed="rId3"/>
            <a:stretch/>
          </a:blipFill>
          <a:ln>
            <a:noFill/>
          </a:ln>
          <a:effectLst/>
        </p:spPr>
      </p:sp>
      <p:sp>
        <p:nvSpPr>
          <p:cNvPr id="712914849" name="Freeform 11"/>
          <p:cNvSpPr/>
          <p:nvPr/>
        </p:nvSpPr>
        <p:spPr bwMode="auto">
          <a:xfrm>
            <a:off x="15555595" y="2275205"/>
            <a:ext cx="713105" cy="713105"/>
          </a:xfrm>
          <a:custGeom>
            <a:avLst/>
            <a:gdLst/>
            <a:ahLst/>
            <a:cxnLst/>
            <a:rect l="0" t="0" r="713105" b="713105"/>
            <a:pathLst>
              <a:path w="713105" h="713105" extrusionOk="0">
                <a:moveTo>
                  <a:pt x="0" y="0"/>
                </a:moveTo>
                <a:lnTo>
                  <a:pt x="713105" y="0"/>
                </a:lnTo>
                <a:lnTo>
                  <a:pt x="713105" y="713105"/>
                </a:lnTo>
                <a:lnTo>
                  <a:pt x="0" y="713105"/>
                </a:lnTo>
                <a:lnTo>
                  <a:pt x="0" y="0"/>
                </a:lnTo>
                <a:close/>
              </a:path>
            </a:pathLst>
          </a:custGeom>
          <a:blipFill>
            <a:blip r:embed="rId4"/>
            <a:stretch/>
          </a:blipFill>
          <a:ln>
            <a:noFill/>
          </a:ln>
          <a:effectLst/>
        </p:spPr>
      </p:sp>
      <p:sp>
        <p:nvSpPr>
          <p:cNvPr id="1105154456" name="Freeform 12"/>
          <p:cNvSpPr/>
          <p:nvPr/>
        </p:nvSpPr>
        <p:spPr bwMode="auto">
          <a:xfrm>
            <a:off x="-546100" y="6885305"/>
            <a:ext cx="3983990" cy="3984625"/>
          </a:xfrm>
          <a:custGeom>
            <a:avLst/>
            <a:gdLst/>
            <a:ahLst/>
            <a:cxnLst/>
            <a:rect l="0" t="0" r="3983990" b="3984625"/>
            <a:pathLst>
              <a:path w="3983990" h="3984625" extrusionOk="0">
                <a:moveTo>
                  <a:pt x="0" y="0"/>
                </a:moveTo>
                <a:lnTo>
                  <a:pt x="3983990" y="0"/>
                </a:lnTo>
                <a:lnTo>
                  <a:pt x="3983990" y="3984623"/>
                </a:lnTo>
                <a:lnTo>
                  <a:pt x="0" y="3984623"/>
                </a:lnTo>
                <a:lnTo>
                  <a:pt x="0" y="0"/>
                </a:lnTo>
                <a:close/>
              </a:path>
            </a:pathLst>
          </a:custGeom>
          <a:blipFill>
            <a:blip r:embed="rId5"/>
            <a:stretch/>
          </a:blipFill>
          <a:ln>
            <a:noFill/>
          </a:ln>
          <a:effectLst/>
        </p:spPr>
      </p:sp>
      <p:sp>
        <p:nvSpPr>
          <p:cNvPr id="1943456510" name="Freeform 13"/>
          <p:cNvSpPr/>
          <p:nvPr/>
        </p:nvSpPr>
        <p:spPr bwMode="auto">
          <a:xfrm>
            <a:off x="2987040" y="7590790"/>
            <a:ext cx="1908810" cy="1546225"/>
          </a:xfrm>
          <a:custGeom>
            <a:avLst/>
            <a:gdLst/>
            <a:ahLst/>
            <a:cxnLst/>
            <a:rect l="0" t="0" r="1908810" b="1546225"/>
            <a:pathLst>
              <a:path w="1908810" h="1546225" extrusionOk="0">
                <a:moveTo>
                  <a:pt x="0" y="0"/>
                </a:moveTo>
                <a:lnTo>
                  <a:pt x="1908810" y="0"/>
                </a:lnTo>
                <a:lnTo>
                  <a:pt x="1908810" y="1546225"/>
                </a:lnTo>
                <a:lnTo>
                  <a:pt x="0" y="1546225"/>
                </a:lnTo>
                <a:lnTo>
                  <a:pt x="0" y="0"/>
                </a:lnTo>
                <a:close/>
              </a:path>
            </a:pathLst>
          </a:custGeom>
          <a:blipFill>
            <a:blip r:embed="rId6"/>
            <a:stretch/>
          </a:blipFill>
          <a:ln>
            <a:noFill/>
          </a:ln>
          <a:effectLst/>
        </p:spPr>
      </p:sp>
      <p:sp>
        <p:nvSpPr>
          <p:cNvPr id="712979409" name="TextBox 14"/>
          <p:cNvSpPr/>
          <p:nvPr/>
        </p:nvSpPr>
        <p:spPr bwMode="auto">
          <a:xfrm>
            <a:off x="1246505" y="2185035"/>
            <a:ext cx="15794990" cy="1137285"/>
          </a:xfrm>
          <a:prstGeom prst="rect">
            <a:avLst/>
          </a:prstGeom>
          <a:noFill/>
          <a:ln>
            <a:noFill/>
          </a:ln>
          <a:effectLst/>
        </p:spPr>
        <p:txBody>
          <a:bodyPr vert="horz" wrap="square" lIns="0" tIns="0" rIns="0" bIns="0" numCol="1" spcCol="215899" anchor="t"/>
          <a:lstStyle/>
          <a:p>
            <a:pPr algn="ctr">
              <a:lnSpc>
                <a:spcPts val="8955"/>
              </a:lnSpc>
              <a:defRPr sz="4800" b="1" cap="none">
                <a:solidFill>
                  <a:srgbClr val="FFFFFF"/>
                </a:solidFill>
                <a:latin typeface="Glacial Indifference"/>
                <a:ea typeface="Glacial Indifference"/>
                <a:cs typeface="Glacial Indifference"/>
              </a:defRPr>
            </a:pPr>
            <a:r>
              <a:t>Pendahuluan Askep: Dukungan Emosional</a:t>
            </a:r>
          </a:p>
        </p:txBody>
      </p:sp>
      <p:sp>
        <p:nvSpPr>
          <p:cNvPr id="1595997225" name="TextBox 15"/>
          <p:cNvSpPr/>
          <p:nvPr/>
        </p:nvSpPr>
        <p:spPr bwMode="auto">
          <a:xfrm>
            <a:off x="1028700" y="3660775"/>
            <a:ext cx="16230600" cy="4351655"/>
          </a:xfrm>
          <a:prstGeom prst="rect">
            <a:avLst/>
          </a:prstGeom>
          <a:noFill/>
          <a:ln>
            <a:noFill/>
          </a:ln>
          <a:effectLst/>
        </p:spPr>
        <p:txBody>
          <a:bodyPr vert="horz" wrap="square" lIns="0" tIns="0" rIns="0" bIns="0" numCol="1" spcCol="215899" anchor="t"/>
          <a:lstStyle/>
          <a:p>
            <a:pPr algn="ctr">
              <a:lnSpc>
                <a:spcPts val="4895"/>
              </a:lnSpc>
              <a:defRPr sz="3200" cap="none"/>
            </a:pPr>
            <a:r>
              <a:rPr cap="none">
                <a:solidFill>
                  <a:srgbClr val="FFFFFF"/>
                </a:solidFill>
                <a:latin typeface="Glacial Indifference"/>
                <a:ea typeface="Glacial Indifference"/>
                <a:cs typeface="Glacial Indifference"/>
              </a:rPr>
              <a:t>Dukungan emosional pada pasien dengan fraktur humerus melibatkan memberikan perhatian dan pemahaman terhadap kecemasan dan stres yang mungkin dirasakan pasien akibat kondisinya. Sementara itu, edukasi pasien tentang kondisi mereka, proses penyembuhan, dan cara merawat diri sendiri di rumah bertujuan untuk memberikan pemahaman yang jelas kepada pasien sehingga mereka dapat terlibat aktif dalam perawatan mereka dan memahami tindakan yang perlu dilakukan untuk mendukung pemulihan mereka.</a:t>
            </a:r>
          </a:p>
        </p:txBody>
      </p:sp>
      <p:sp>
        <p:nvSpPr>
          <p:cNvPr id="1268503852" name="TextBox 16"/>
          <p:cNvSpPr/>
          <p:nvPr/>
        </p:nvSpPr>
        <p:spPr bwMode="auto">
          <a:xfrm>
            <a:off x="11430000" y="8963025"/>
            <a:ext cx="4752340" cy="523875"/>
          </a:xfrm>
          <a:prstGeom prst="rect">
            <a:avLst/>
          </a:prstGeom>
          <a:noFill/>
          <a:ln>
            <a:noFill/>
          </a:ln>
          <a:effectLst/>
        </p:spPr>
        <p:txBody>
          <a:bodyPr vert="horz" wrap="square" lIns="0" tIns="0" rIns="0" bIns="0" numCol="1" spcCol="215899" anchor="t"/>
          <a:lstStyle/>
          <a:p>
            <a:pPr algn="r">
              <a:lnSpc>
                <a:spcPts val="4200"/>
              </a:lnSpc>
              <a:defRPr sz="3000" b="1" cap="none">
                <a:solidFill>
                  <a:srgbClr val="FFFFFF"/>
                </a:solidFill>
                <a:latin typeface="Glacial Indifference"/>
                <a:ea typeface="Glacial Indifference"/>
                <a:cs typeface="Glacial Indifference"/>
              </a:defRPr>
            </a:pPr>
            <a:r>
              <a:t>FRAKTUR HUMERUS </a:t>
            </a:r>
          </a:p>
        </p:txBody>
      </p:sp>
      <p:sp>
        <p:nvSpPr>
          <p:cNvPr id="2022174679" name="Freeform 17"/>
          <p:cNvSpPr/>
          <p:nvPr/>
        </p:nvSpPr>
        <p:spPr bwMode="auto">
          <a:xfrm>
            <a:off x="0" y="0"/>
            <a:ext cx="5100320" cy="2209800"/>
          </a:xfrm>
          <a:custGeom>
            <a:avLst/>
            <a:gdLst/>
            <a:ahLst/>
            <a:cxnLst/>
            <a:rect l="0" t="0" r="5100320" b="2209800"/>
            <a:pathLst>
              <a:path w="5100320" h="2209800" extrusionOk="0">
                <a:moveTo>
                  <a:pt x="0" y="0"/>
                </a:moveTo>
                <a:lnTo>
                  <a:pt x="5100320" y="0"/>
                </a:lnTo>
                <a:lnTo>
                  <a:pt x="5100320" y="2209800"/>
                </a:lnTo>
                <a:lnTo>
                  <a:pt x="0" y="2209800"/>
                </a:lnTo>
                <a:lnTo>
                  <a:pt x="0" y="0"/>
                </a:lnTo>
                <a:close/>
              </a:path>
            </a:pathLst>
          </a:custGeom>
          <a:blipFill>
            <a:blip r:embed="rId7"/>
            <a:stretch/>
          </a:blipFill>
          <a:ln>
            <a:noFill/>
          </a:ln>
          <a:effectLst/>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PhAnim="0">
  <p:cSld name="Pendahuluan Askep 5">
    <p:bg>
      <p:bgPr>
        <a:solidFill>
          <a:srgbClr val="5DA295"/>
        </a:solidFill>
        <a:effectLst/>
      </p:bgPr>
    </p:bg>
    <p:spTree>
      <p:nvGrpSpPr>
        <p:cNvPr id="1" name=""/>
        <p:cNvGrpSpPr/>
        <p:nvPr/>
      </p:nvGrpSpPr>
      <p:grpSpPr bwMode="auto">
        <a:xfrm>
          <a:off x="0" y="0"/>
          <a:ext cx="0" cy="0"/>
          <a:chOff x="0" y="0"/>
          <a:chExt cx="0" cy="0"/>
        </a:xfrm>
      </p:grpSpPr>
      <p:grpSp>
        <p:nvGrpSpPr>
          <p:cNvPr id="1527140336" name="Group 2"/>
          <p:cNvGrpSpPr/>
          <p:nvPr/>
        </p:nvGrpSpPr>
        <p:grpSpPr bwMode="auto">
          <a:xfrm>
            <a:off x="0" y="10073640"/>
            <a:ext cx="18288000" cy="213360"/>
            <a:chOff x="0" y="10073640"/>
            <a:chExt cx="18288000" cy="213360"/>
          </a:xfrm>
        </p:grpSpPr>
        <p:sp>
          <p:nvSpPr>
            <p:cNvPr id="4" name="Freeform 3"/>
            <p:cNvSpPr/>
            <p:nvPr/>
          </p:nvSpPr>
          <p:spPr bwMode="auto">
            <a:xfrm>
              <a:off x="0" y="1007364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E4E4E4"/>
            </a:solidFill>
            <a:ln>
              <a:noFill/>
            </a:ln>
            <a:effectLst/>
          </p:spPr>
        </p:sp>
        <p:sp>
          <p:nvSpPr>
            <p:cNvPr id="3" name="TextBox 4"/>
            <p:cNvSpPr/>
            <p:nvPr/>
          </p:nvSpPr>
          <p:spPr bwMode="auto">
            <a:xfrm>
              <a:off x="0" y="992886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468970898" name="Group 5"/>
          <p:cNvGrpSpPr/>
          <p:nvPr/>
        </p:nvGrpSpPr>
        <p:grpSpPr bwMode="auto">
          <a:xfrm>
            <a:off x="0" y="0"/>
            <a:ext cx="18288000" cy="213360"/>
            <a:chOff x="0" y="0"/>
            <a:chExt cx="18288000" cy="213360"/>
          </a:xfrm>
        </p:grpSpPr>
        <p:sp>
          <p:nvSpPr>
            <p:cNvPr id="7" name="Freeform 6"/>
            <p:cNvSpPr/>
            <p:nvPr/>
          </p:nvSpPr>
          <p:spPr bwMode="auto">
            <a:xfrm>
              <a:off x="0" y="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BFDDD2"/>
            </a:solidFill>
            <a:ln>
              <a:noFill/>
            </a:ln>
            <a:effectLst/>
          </p:spPr>
        </p:sp>
        <p:sp>
          <p:nvSpPr>
            <p:cNvPr id="6" name="TextBox 7"/>
            <p:cNvSpPr/>
            <p:nvPr/>
          </p:nvSpPr>
          <p:spPr bwMode="auto">
            <a:xfrm>
              <a:off x="0" y="-14478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612868774" name="TextBox 8"/>
          <p:cNvSpPr/>
          <p:nvPr/>
        </p:nvSpPr>
        <p:spPr bwMode="auto">
          <a:xfrm>
            <a:off x="16563975" y="8834120"/>
            <a:ext cx="955040" cy="799465"/>
          </a:xfrm>
          <a:prstGeom prst="rect">
            <a:avLst/>
          </a:prstGeom>
          <a:noFill/>
          <a:ln>
            <a:noFill/>
          </a:ln>
          <a:effectLst/>
        </p:spPr>
        <p:txBody>
          <a:bodyPr vert="horz" wrap="square" lIns="0" tIns="0" rIns="0" bIns="0" numCol="1" spcCol="215899" anchor="t"/>
          <a:lstStyle/>
          <a:p>
            <a:pPr algn="r">
              <a:lnSpc>
                <a:spcPts val="6295"/>
              </a:lnSpc>
              <a:defRPr sz="4500" b="1" cap="none">
                <a:solidFill>
                  <a:srgbClr val="FFFFFF"/>
                </a:solidFill>
                <a:latin typeface="Glacial Indifference"/>
                <a:ea typeface="Glacial Indifference"/>
                <a:cs typeface="Glacial Indifference"/>
              </a:defRPr>
            </a:pPr>
            <a:r>
              <a:t>12</a:t>
            </a:r>
          </a:p>
        </p:txBody>
      </p:sp>
      <p:sp>
        <p:nvSpPr>
          <p:cNvPr id="1694768689" name="AutoShape 9"/>
          <p:cNvSpPr/>
          <p:nvPr/>
        </p:nvSpPr>
        <p:spPr bwMode="auto">
          <a:xfrm>
            <a:off x="16563975" y="8877300"/>
            <a:ext cx="0" cy="762000"/>
          </a:xfrm>
          <a:prstGeom prst="line">
            <a:avLst/>
          </a:prstGeom>
          <a:noFill/>
          <a:ln w="95250" cap="flat" cmpd="sng" algn="ctr">
            <a:solidFill>
              <a:srgbClr val="BFDDD2"/>
            </a:solidFill>
            <a:prstDash val="solid"/>
            <a:headEnd type="none"/>
            <a:tailEnd type="none"/>
          </a:ln>
          <a:effectLst/>
        </p:spPr>
      </p:sp>
      <p:sp>
        <p:nvSpPr>
          <p:cNvPr id="1921662172" name="Freeform 10"/>
          <p:cNvSpPr/>
          <p:nvPr/>
        </p:nvSpPr>
        <p:spPr bwMode="auto">
          <a:xfrm>
            <a:off x="16315690" y="677545"/>
            <a:ext cx="1452245" cy="1457325"/>
          </a:xfrm>
          <a:custGeom>
            <a:avLst/>
            <a:gdLst/>
            <a:ahLst/>
            <a:cxnLst/>
            <a:rect l="0" t="0" r="1452245" b="1457325"/>
            <a:pathLst>
              <a:path w="1452245" h="1457325" extrusionOk="0">
                <a:moveTo>
                  <a:pt x="0" y="0"/>
                </a:moveTo>
                <a:lnTo>
                  <a:pt x="1452246" y="0"/>
                </a:lnTo>
                <a:lnTo>
                  <a:pt x="1452246" y="1457325"/>
                </a:lnTo>
                <a:lnTo>
                  <a:pt x="0" y="1457325"/>
                </a:lnTo>
                <a:lnTo>
                  <a:pt x="0" y="0"/>
                </a:lnTo>
                <a:close/>
              </a:path>
            </a:pathLst>
          </a:custGeom>
          <a:blipFill>
            <a:blip r:embed="rId3"/>
            <a:stretch/>
          </a:blipFill>
          <a:ln>
            <a:noFill/>
          </a:ln>
          <a:effectLst/>
        </p:spPr>
      </p:sp>
      <p:sp>
        <p:nvSpPr>
          <p:cNvPr id="651888749" name="Freeform 11"/>
          <p:cNvSpPr/>
          <p:nvPr/>
        </p:nvSpPr>
        <p:spPr bwMode="auto">
          <a:xfrm>
            <a:off x="15555595" y="2275205"/>
            <a:ext cx="713105" cy="713105"/>
          </a:xfrm>
          <a:custGeom>
            <a:avLst/>
            <a:gdLst/>
            <a:ahLst/>
            <a:cxnLst/>
            <a:rect l="0" t="0" r="713105" b="713105"/>
            <a:pathLst>
              <a:path w="713105" h="713105" extrusionOk="0">
                <a:moveTo>
                  <a:pt x="0" y="0"/>
                </a:moveTo>
                <a:lnTo>
                  <a:pt x="713105" y="0"/>
                </a:lnTo>
                <a:lnTo>
                  <a:pt x="713105" y="713105"/>
                </a:lnTo>
                <a:lnTo>
                  <a:pt x="0" y="713105"/>
                </a:lnTo>
                <a:lnTo>
                  <a:pt x="0" y="0"/>
                </a:lnTo>
                <a:close/>
              </a:path>
            </a:pathLst>
          </a:custGeom>
          <a:blipFill>
            <a:blip r:embed="rId4"/>
            <a:stretch/>
          </a:blipFill>
          <a:ln>
            <a:noFill/>
          </a:ln>
          <a:effectLst/>
        </p:spPr>
      </p:sp>
      <p:sp>
        <p:nvSpPr>
          <p:cNvPr id="836903006" name="Freeform 12"/>
          <p:cNvSpPr/>
          <p:nvPr/>
        </p:nvSpPr>
        <p:spPr bwMode="auto">
          <a:xfrm>
            <a:off x="-546100" y="6885305"/>
            <a:ext cx="3983990" cy="3984625"/>
          </a:xfrm>
          <a:custGeom>
            <a:avLst/>
            <a:gdLst/>
            <a:ahLst/>
            <a:cxnLst/>
            <a:rect l="0" t="0" r="3983990" b="3984625"/>
            <a:pathLst>
              <a:path w="3983990" h="3984625" extrusionOk="0">
                <a:moveTo>
                  <a:pt x="0" y="0"/>
                </a:moveTo>
                <a:lnTo>
                  <a:pt x="3983990" y="0"/>
                </a:lnTo>
                <a:lnTo>
                  <a:pt x="3983990" y="3984623"/>
                </a:lnTo>
                <a:lnTo>
                  <a:pt x="0" y="3984623"/>
                </a:lnTo>
                <a:lnTo>
                  <a:pt x="0" y="0"/>
                </a:lnTo>
                <a:close/>
              </a:path>
            </a:pathLst>
          </a:custGeom>
          <a:blipFill>
            <a:blip r:embed="rId5"/>
            <a:stretch/>
          </a:blipFill>
          <a:ln>
            <a:noFill/>
          </a:ln>
          <a:effectLst/>
        </p:spPr>
      </p:sp>
      <p:sp>
        <p:nvSpPr>
          <p:cNvPr id="1695352514" name="Freeform 13"/>
          <p:cNvSpPr/>
          <p:nvPr/>
        </p:nvSpPr>
        <p:spPr bwMode="auto">
          <a:xfrm>
            <a:off x="2987040" y="7590790"/>
            <a:ext cx="1908810" cy="1546225"/>
          </a:xfrm>
          <a:custGeom>
            <a:avLst/>
            <a:gdLst/>
            <a:ahLst/>
            <a:cxnLst/>
            <a:rect l="0" t="0" r="1908810" b="1546225"/>
            <a:pathLst>
              <a:path w="1908810" h="1546225" extrusionOk="0">
                <a:moveTo>
                  <a:pt x="0" y="0"/>
                </a:moveTo>
                <a:lnTo>
                  <a:pt x="1908810" y="0"/>
                </a:lnTo>
                <a:lnTo>
                  <a:pt x="1908810" y="1546225"/>
                </a:lnTo>
                <a:lnTo>
                  <a:pt x="0" y="1546225"/>
                </a:lnTo>
                <a:lnTo>
                  <a:pt x="0" y="0"/>
                </a:lnTo>
                <a:close/>
              </a:path>
            </a:pathLst>
          </a:custGeom>
          <a:blipFill>
            <a:blip r:embed="rId6"/>
            <a:stretch/>
          </a:blipFill>
          <a:ln>
            <a:noFill/>
          </a:ln>
          <a:effectLst/>
        </p:spPr>
      </p:sp>
      <p:sp>
        <p:nvSpPr>
          <p:cNvPr id="74497456" name="TextBox 14"/>
          <p:cNvSpPr/>
          <p:nvPr/>
        </p:nvSpPr>
        <p:spPr bwMode="auto">
          <a:xfrm>
            <a:off x="3068319" y="2238375"/>
            <a:ext cx="12151360" cy="2487930"/>
          </a:xfrm>
          <a:prstGeom prst="rect">
            <a:avLst/>
          </a:prstGeom>
          <a:noFill/>
          <a:ln>
            <a:noFill/>
          </a:ln>
          <a:effectLst/>
        </p:spPr>
        <p:txBody>
          <a:bodyPr vert="horz" wrap="square" lIns="0" tIns="0" rIns="0" bIns="0" numCol="1" spcCol="215899" anchor="t"/>
          <a:lstStyle/>
          <a:p>
            <a:pPr algn="ctr">
              <a:lnSpc>
                <a:spcPts val="9795"/>
              </a:lnSpc>
              <a:defRPr sz="7000" b="1" cap="none">
                <a:solidFill>
                  <a:srgbClr val="FFFFFF"/>
                </a:solidFill>
                <a:latin typeface="Glacial Indifference"/>
                <a:ea typeface="Glacial Indifference"/>
                <a:cs typeface="Glacial Indifference"/>
              </a:defRPr>
            </a:pPr>
            <a:r>
              <a:t>Pendahuluan Askep: Pencegahan Komplikasi</a:t>
            </a:r>
          </a:p>
        </p:txBody>
      </p:sp>
      <p:sp>
        <p:nvSpPr>
          <p:cNvPr id="297208248" name="TextBox 15"/>
          <p:cNvSpPr/>
          <p:nvPr/>
        </p:nvSpPr>
        <p:spPr bwMode="auto">
          <a:xfrm>
            <a:off x="2732405" y="4841875"/>
            <a:ext cx="12823190" cy="3108325"/>
          </a:xfrm>
          <a:prstGeom prst="rect">
            <a:avLst/>
          </a:prstGeom>
          <a:noFill/>
          <a:ln>
            <a:noFill/>
          </a:ln>
          <a:effectLst/>
        </p:spPr>
        <p:txBody>
          <a:bodyPr vert="horz" wrap="square" lIns="0" tIns="0" rIns="0" bIns="0" numCol="1" spcCol="215899" anchor="t"/>
          <a:lstStyle/>
          <a:p>
            <a:pPr algn="ctr">
              <a:lnSpc>
                <a:spcPts val="4895"/>
              </a:lnSpc>
              <a:defRPr sz="3200" cap="none"/>
            </a:pPr>
            <a:r>
              <a:rPr cap="none">
                <a:solidFill>
                  <a:srgbClr val="FFFFFF"/>
                </a:solidFill>
                <a:latin typeface="Glacial Indifference"/>
                <a:ea typeface="Glacial Indifference"/>
                <a:cs typeface="Glacial Indifference"/>
              </a:rPr>
              <a:t>Pencegahan komplikasi seperti infeksi, penyembuhan tulang yang buruk, dan osteoartritis pada fraktur humerus melibatkan perawatan luka yang baik untuk mencegah infeksi, pemantauan yang cermat terhadap proses penyembuhan tulang, dan rehabilitasi yang tepat untuk mencegah osteoartritis.</a:t>
            </a:r>
          </a:p>
        </p:txBody>
      </p:sp>
      <p:sp>
        <p:nvSpPr>
          <p:cNvPr id="1229522053" name="TextBox 16"/>
          <p:cNvSpPr/>
          <p:nvPr/>
        </p:nvSpPr>
        <p:spPr bwMode="auto">
          <a:xfrm>
            <a:off x="11430000" y="8963025"/>
            <a:ext cx="4752340" cy="533400"/>
          </a:xfrm>
          <a:prstGeom prst="rect">
            <a:avLst/>
          </a:prstGeom>
          <a:noFill/>
          <a:ln>
            <a:noFill/>
          </a:ln>
          <a:effectLst/>
        </p:spPr>
        <p:txBody>
          <a:bodyPr vert="horz" wrap="square" lIns="0" tIns="0" rIns="0" bIns="0" numCol="1" spcCol="215899" anchor="t"/>
          <a:lstStyle/>
          <a:p>
            <a:pPr algn="r">
              <a:lnSpc>
                <a:spcPts val="4200"/>
              </a:lnSpc>
              <a:defRPr/>
            </a:pPr>
            <a:r>
              <a:rPr sz="3000" b="1" cap="none">
                <a:solidFill>
                  <a:srgbClr val="FFFFFF"/>
                </a:solidFill>
                <a:latin typeface="Glacial Indifference"/>
                <a:ea typeface="Glacial Indifference"/>
                <a:cs typeface="Glacial Indifference"/>
              </a:rPr>
              <a:t>FRAKTUR HUMERUS</a:t>
            </a:r>
            <a:r>
              <a:rPr sz="3000" b="1" cap="none">
                <a:solidFill>
                  <a:srgbClr val="FFFFFF"/>
                </a:solidFill>
                <a:latin typeface="Glacial Indifference Bold"/>
                <a:ea typeface="Glacial Indifference Bold"/>
                <a:cs typeface="Glacial Indifference Bold"/>
              </a:rPr>
              <a:t> </a:t>
            </a:r>
          </a:p>
        </p:txBody>
      </p:sp>
      <p:sp>
        <p:nvSpPr>
          <p:cNvPr id="2027745044" name="Freeform 17"/>
          <p:cNvSpPr/>
          <p:nvPr/>
        </p:nvSpPr>
        <p:spPr bwMode="auto">
          <a:xfrm>
            <a:off x="0" y="0"/>
            <a:ext cx="5100320" cy="2209800"/>
          </a:xfrm>
          <a:custGeom>
            <a:avLst/>
            <a:gdLst/>
            <a:ahLst/>
            <a:cxnLst/>
            <a:rect l="0" t="0" r="5100320" b="2209800"/>
            <a:pathLst>
              <a:path w="5100320" h="2209800" extrusionOk="0">
                <a:moveTo>
                  <a:pt x="0" y="0"/>
                </a:moveTo>
                <a:lnTo>
                  <a:pt x="5100320" y="0"/>
                </a:lnTo>
                <a:lnTo>
                  <a:pt x="5100320" y="2209800"/>
                </a:lnTo>
                <a:lnTo>
                  <a:pt x="0" y="2209800"/>
                </a:lnTo>
                <a:lnTo>
                  <a:pt x="0" y="0"/>
                </a:lnTo>
                <a:close/>
              </a:path>
            </a:pathLst>
          </a:custGeom>
          <a:blipFill>
            <a:blip r:embed="rId7"/>
            <a:stretch/>
          </a:blipFill>
          <a:ln>
            <a:noFill/>
          </a:ln>
          <a:effectLst/>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PhAnim="0">
  <p:cSld name="Pendahuluan Askep 6">
    <p:spTree>
      <p:nvGrpSpPr>
        <p:cNvPr id="1" name=""/>
        <p:cNvGrpSpPr/>
        <p:nvPr/>
      </p:nvGrpSpPr>
      <p:grpSpPr bwMode="auto">
        <a:xfrm>
          <a:off x="0" y="0"/>
          <a:ext cx="0" cy="0"/>
          <a:chOff x="0" y="0"/>
          <a:chExt cx="0" cy="0"/>
        </a:xfrm>
      </p:grpSpPr>
      <p:grpSp>
        <p:nvGrpSpPr>
          <p:cNvPr id="493264174" name="Group 2"/>
          <p:cNvGrpSpPr/>
          <p:nvPr/>
        </p:nvGrpSpPr>
        <p:grpSpPr bwMode="auto">
          <a:xfrm>
            <a:off x="0" y="5422264"/>
            <a:ext cx="18288000" cy="4864735"/>
            <a:chOff x="0" y="5422264"/>
            <a:chExt cx="18288000" cy="4864735"/>
          </a:xfrm>
        </p:grpSpPr>
        <p:sp>
          <p:nvSpPr>
            <p:cNvPr id="4" name="Freeform 3"/>
            <p:cNvSpPr/>
            <p:nvPr/>
          </p:nvSpPr>
          <p:spPr bwMode="auto">
            <a:xfrm>
              <a:off x="0" y="5422264"/>
              <a:ext cx="18288000" cy="4864735"/>
            </a:xfrm>
            <a:custGeom>
              <a:avLst/>
              <a:gdLst/>
              <a:ahLst/>
              <a:cxnLst/>
              <a:rect l="0" t="0" r="18288000" b="4864735"/>
              <a:pathLst>
                <a:path w="18288000" h="4864735" extrusionOk="0">
                  <a:moveTo>
                    <a:pt x="0" y="0"/>
                  </a:moveTo>
                  <a:lnTo>
                    <a:pt x="18288000" y="0"/>
                  </a:lnTo>
                  <a:lnTo>
                    <a:pt x="18288000" y="4864735"/>
                  </a:lnTo>
                  <a:lnTo>
                    <a:pt x="0" y="4864735"/>
                  </a:lnTo>
                  <a:close/>
                </a:path>
              </a:pathLst>
            </a:custGeom>
            <a:solidFill>
              <a:srgbClr val="5DA295"/>
            </a:solidFill>
            <a:ln>
              <a:noFill/>
            </a:ln>
            <a:effectLst/>
          </p:spPr>
        </p:sp>
        <p:sp>
          <p:nvSpPr>
            <p:cNvPr id="3" name="TextBox 4"/>
            <p:cNvSpPr/>
            <p:nvPr/>
          </p:nvSpPr>
          <p:spPr bwMode="auto">
            <a:xfrm>
              <a:off x="0" y="5277485"/>
              <a:ext cx="18288000" cy="5009515"/>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1933580108" name="Group 5"/>
          <p:cNvGrpSpPr/>
          <p:nvPr/>
        </p:nvGrpSpPr>
        <p:grpSpPr bwMode="auto">
          <a:xfrm>
            <a:off x="0" y="0"/>
            <a:ext cx="18288000" cy="213360"/>
            <a:chOff x="0" y="0"/>
            <a:chExt cx="18288000" cy="213360"/>
          </a:xfrm>
        </p:grpSpPr>
        <p:sp>
          <p:nvSpPr>
            <p:cNvPr id="7" name="Freeform 6"/>
            <p:cNvSpPr/>
            <p:nvPr/>
          </p:nvSpPr>
          <p:spPr bwMode="auto">
            <a:xfrm>
              <a:off x="0" y="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BFDDD2"/>
            </a:solidFill>
            <a:ln>
              <a:noFill/>
            </a:ln>
            <a:effectLst/>
          </p:spPr>
        </p:sp>
        <p:sp>
          <p:nvSpPr>
            <p:cNvPr id="6" name="TextBox 7"/>
            <p:cNvSpPr/>
            <p:nvPr/>
          </p:nvSpPr>
          <p:spPr bwMode="auto">
            <a:xfrm>
              <a:off x="0" y="-14478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1573432557" name="TextBox 8"/>
          <p:cNvSpPr/>
          <p:nvPr/>
        </p:nvSpPr>
        <p:spPr bwMode="auto">
          <a:xfrm>
            <a:off x="16563975" y="8834120"/>
            <a:ext cx="955040" cy="799465"/>
          </a:xfrm>
          <a:prstGeom prst="rect">
            <a:avLst/>
          </a:prstGeom>
          <a:noFill/>
          <a:ln>
            <a:noFill/>
          </a:ln>
          <a:effectLst/>
        </p:spPr>
        <p:txBody>
          <a:bodyPr vert="horz" wrap="square" lIns="0" tIns="0" rIns="0" bIns="0" numCol="1" spcCol="215899" anchor="t"/>
          <a:lstStyle/>
          <a:p>
            <a:pPr algn="r">
              <a:lnSpc>
                <a:spcPts val="6295"/>
              </a:lnSpc>
              <a:defRPr sz="4500" b="1" cap="none">
                <a:solidFill>
                  <a:srgbClr val="000000"/>
                </a:solidFill>
                <a:latin typeface="Glacial Indifference"/>
                <a:ea typeface="Glacial Indifference"/>
                <a:cs typeface="Glacial Indifference"/>
              </a:defRPr>
            </a:pPr>
            <a:r>
              <a:t>13</a:t>
            </a:r>
          </a:p>
        </p:txBody>
      </p:sp>
      <p:sp>
        <p:nvSpPr>
          <p:cNvPr id="809772521" name="AutoShape 9"/>
          <p:cNvSpPr/>
          <p:nvPr/>
        </p:nvSpPr>
        <p:spPr bwMode="auto">
          <a:xfrm>
            <a:off x="16563975" y="8877300"/>
            <a:ext cx="0" cy="762000"/>
          </a:xfrm>
          <a:prstGeom prst="line">
            <a:avLst/>
          </a:prstGeom>
          <a:noFill/>
          <a:ln w="95250" cap="flat" cmpd="sng" algn="ctr">
            <a:solidFill>
              <a:srgbClr val="BFDDD2"/>
            </a:solidFill>
            <a:prstDash val="solid"/>
            <a:headEnd type="none"/>
            <a:tailEnd type="none"/>
          </a:ln>
          <a:effectLst/>
        </p:spPr>
      </p:sp>
      <p:grpSp>
        <p:nvGrpSpPr>
          <p:cNvPr id="1699754365" name="Group 10"/>
          <p:cNvGrpSpPr/>
          <p:nvPr/>
        </p:nvGrpSpPr>
        <p:grpSpPr bwMode="auto">
          <a:xfrm>
            <a:off x="6609715" y="2924810"/>
            <a:ext cx="5068570" cy="5514340"/>
            <a:chOff x="6609715" y="2924810"/>
            <a:chExt cx="5068570" cy="5514340"/>
          </a:xfrm>
        </p:grpSpPr>
        <p:sp>
          <p:nvSpPr>
            <p:cNvPr id="12" name="Freeform 11"/>
            <p:cNvSpPr/>
            <p:nvPr/>
          </p:nvSpPr>
          <p:spPr bwMode="auto">
            <a:xfrm>
              <a:off x="6609715" y="2924810"/>
              <a:ext cx="5068570" cy="5514340"/>
            </a:xfrm>
            <a:custGeom>
              <a:avLst/>
              <a:gdLst/>
              <a:ahLst/>
              <a:cxnLst/>
              <a:rect l="0" t="0" r="5068570" b="5514340"/>
              <a:pathLst>
                <a:path w="5068570" h="5514340" extrusionOk="0">
                  <a:moveTo>
                    <a:pt x="0" y="0"/>
                  </a:moveTo>
                  <a:lnTo>
                    <a:pt x="5068570" y="0"/>
                  </a:lnTo>
                  <a:lnTo>
                    <a:pt x="5068570" y="5514340"/>
                  </a:lnTo>
                  <a:lnTo>
                    <a:pt x="0" y="5514340"/>
                  </a:lnTo>
                  <a:close/>
                </a:path>
              </a:pathLst>
            </a:custGeom>
            <a:solidFill>
              <a:srgbClr val="E4E4E4"/>
            </a:solidFill>
            <a:ln>
              <a:noFill/>
            </a:ln>
            <a:effectLst/>
          </p:spPr>
        </p:sp>
        <p:sp>
          <p:nvSpPr>
            <p:cNvPr id="11" name="TextBox 12"/>
            <p:cNvSpPr/>
            <p:nvPr/>
          </p:nvSpPr>
          <p:spPr bwMode="auto">
            <a:xfrm>
              <a:off x="6609715" y="2780030"/>
              <a:ext cx="5068570" cy="565912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199049187" name="Group 13"/>
          <p:cNvGrpSpPr/>
          <p:nvPr/>
        </p:nvGrpSpPr>
        <p:grpSpPr bwMode="auto">
          <a:xfrm>
            <a:off x="1541145" y="2924810"/>
            <a:ext cx="5068570" cy="5514340"/>
            <a:chOff x="1541145" y="2924810"/>
            <a:chExt cx="5068570" cy="5514340"/>
          </a:xfrm>
        </p:grpSpPr>
        <p:sp>
          <p:nvSpPr>
            <p:cNvPr id="15" name="Freeform 14"/>
            <p:cNvSpPr/>
            <p:nvPr/>
          </p:nvSpPr>
          <p:spPr bwMode="auto">
            <a:xfrm>
              <a:off x="1541145" y="2924810"/>
              <a:ext cx="5068570" cy="5514340"/>
            </a:xfrm>
            <a:custGeom>
              <a:avLst/>
              <a:gdLst/>
              <a:ahLst/>
              <a:cxnLst/>
              <a:rect l="0" t="0" r="5068570" b="5514340"/>
              <a:pathLst>
                <a:path w="5068570" h="5514340" extrusionOk="0">
                  <a:moveTo>
                    <a:pt x="0" y="0"/>
                  </a:moveTo>
                  <a:lnTo>
                    <a:pt x="5068570" y="0"/>
                  </a:lnTo>
                  <a:lnTo>
                    <a:pt x="5068570" y="5514340"/>
                  </a:lnTo>
                  <a:lnTo>
                    <a:pt x="0" y="5514340"/>
                  </a:lnTo>
                  <a:close/>
                </a:path>
              </a:pathLst>
            </a:custGeom>
            <a:solidFill>
              <a:srgbClr val="BFDDD2"/>
            </a:solidFill>
            <a:ln>
              <a:noFill/>
            </a:ln>
            <a:effectLst/>
          </p:spPr>
        </p:sp>
        <p:sp>
          <p:nvSpPr>
            <p:cNvPr id="14" name="TextBox 15"/>
            <p:cNvSpPr/>
            <p:nvPr/>
          </p:nvSpPr>
          <p:spPr bwMode="auto">
            <a:xfrm>
              <a:off x="1541145" y="2780030"/>
              <a:ext cx="5068570" cy="565912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1860030175" name="Group 16"/>
          <p:cNvGrpSpPr/>
          <p:nvPr/>
        </p:nvGrpSpPr>
        <p:grpSpPr bwMode="auto">
          <a:xfrm>
            <a:off x="11678285" y="2924810"/>
            <a:ext cx="5068570" cy="5514340"/>
            <a:chOff x="11678285" y="2924810"/>
            <a:chExt cx="5068570" cy="5514340"/>
          </a:xfrm>
        </p:grpSpPr>
        <p:sp>
          <p:nvSpPr>
            <p:cNvPr id="18" name="Freeform 17"/>
            <p:cNvSpPr/>
            <p:nvPr/>
          </p:nvSpPr>
          <p:spPr bwMode="auto">
            <a:xfrm>
              <a:off x="11678285" y="2924810"/>
              <a:ext cx="5068570" cy="5514340"/>
            </a:xfrm>
            <a:custGeom>
              <a:avLst/>
              <a:gdLst/>
              <a:ahLst/>
              <a:cxnLst/>
              <a:rect l="0" t="0" r="5068570" b="5514340"/>
              <a:pathLst>
                <a:path w="5068570" h="5514340" extrusionOk="0">
                  <a:moveTo>
                    <a:pt x="0" y="0"/>
                  </a:moveTo>
                  <a:lnTo>
                    <a:pt x="5068570" y="0"/>
                  </a:lnTo>
                  <a:lnTo>
                    <a:pt x="5068570" y="5514340"/>
                  </a:lnTo>
                  <a:lnTo>
                    <a:pt x="0" y="5514340"/>
                  </a:lnTo>
                  <a:close/>
                </a:path>
              </a:pathLst>
            </a:custGeom>
            <a:solidFill>
              <a:srgbClr val="BFDDD2"/>
            </a:solidFill>
            <a:ln>
              <a:noFill/>
            </a:ln>
            <a:effectLst/>
          </p:spPr>
        </p:sp>
        <p:sp>
          <p:nvSpPr>
            <p:cNvPr id="17" name="TextBox 18"/>
            <p:cNvSpPr/>
            <p:nvPr/>
          </p:nvSpPr>
          <p:spPr bwMode="auto">
            <a:xfrm>
              <a:off x="11678285" y="2780030"/>
              <a:ext cx="5068570" cy="565912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1579421000" name="Freeform 19"/>
          <p:cNvSpPr/>
          <p:nvPr/>
        </p:nvSpPr>
        <p:spPr bwMode="auto">
          <a:xfrm>
            <a:off x="631825" y="8514080"/>
            <a:ext cx="909320" cy="908685"/>
          </a:xfrm>
          <a:custGeom>
            <a:avLst/>
            <a:gdLst/>
            <a:ahLst/>
            <a:cxnLst/>
            <a:rect l="0" t="0" r="909320" b="908685"/>
            <a:pathLst>
              <a:path w="909320" h="908685" extrusionOk="0">
                <a:moveTo>
                  <a:pt x="0" y="0"/>
                </a:moveTo>
                <a:lnTo>
                  <a:pt x="909320" y="0"/>
                </a:lnTo>
                <a:lnTo>
                  <a:pt x="909320" y="908685"/>
                </a:lnTo>
                <a:lnTo>
                  <a:pt x="0" y="908685"/>
                </a:lnTo>
                <a:lnTo>
                  <a:pt x="0" y="0"/>
                </a:lnTo>
                <a:close/>
              </a:path>
            </a:pathLst>
          </a:custGeom>
          <a:blipFill>
            <a:blip r:embed="rId3"/>
            <a:stretch/>
          </a:blipFill>
          <a:ln>
            <a:noFill/>
          </a:ln>
          <a:effectLst/>
        </p:spPr>
      </p:sp>
      <p:sp>
        <p:nvSpPr>
          <p:cNvPr id="1087703428" name="Freeform 20"/>
          <p:cNvSpPr/>
          <p:nvPr/>
        </p:nvSpPr>
        <p:spPr bwMode="auto">
          <a:xfrm>
            <a:off x="15689580" y="598170"/>
            <a:ext cx="3659505" cy="3659505"/>
          </a:xfrm>
          <a:custGeom>
            <a:avLst/>
            <a:gdLst/>
            <a:ahLst/>
            <a:cxnLst/>
            <a:rect l="0" t="0" r="3659505" b="3659505"/>
            <a:pathLst>
              <a:path w="3659505" h="3659505" extrusionOk="0">
                <a:moveTo>
                  <a:pt x="0" y="0"/>
                </a:moveTo>
                <a:lnTo>
                  <a:pt x="3659503" y="0"/>
                </a:lnTo>
                <a:lnTo>
                  <a:pt x="3659503" y="3659505"/>
                </a:lnTo>
                <a:lnTo>
                  <a:pt x="0" y="3659505"/>
                </a:lnTo>
                <a:lnTo>
                  <a:pt x="0" y="0"/>
                </a:lnTo>
                <a:close/>
              </a:path>
            </a:pathLst>
          </a:custGeom>
          <a:blipFill>
            <a:blip r:embed="rId4"/>
            <a:stretch/>
          </a:blipFill>
          <a:ln>
            <a:noFill/>
          </a:ln>
          <a:effectLst/>
        </p:spPr>
      </p:sp>
      <p:sp>
        <p:nvSpPr>
          <p:cNvPr id="613758934" name="Freeform 21"/>
          <p:cNvSpPr/>
          <p:nvPr/>
        </p:nvSpPr>
        <p:spPr bwMode="auto">
          <a:xfrm>
            <a:off x="1541145" y="9422765"/>
            <a:ext cx="2905760" cy="1659255"/>
          </a:xfrm>
          <a:custGeom>
            <a:avLst/>
            <a:gdLst/>
            <a:ahLst/>
            <a:cxnLst/>
            <a:rect l="0" t="0" r="2905760" b="1659255"/>
            <a:pathLst>
              <a:path w="2905760" h="1659255" extrusionOk="0">
                <a:moveTo>
                  <a:pt x="0" y="0"/>
                </a:moveTo>
                <a:lnTo>
                  <a:pt x="2905760" y="0"/>
                </a:lnTo>
                <a:lnTo>
                  <a:pt x="2905760" y="1659254"/>
                </a:lnTo>
                <a:lnTo>
                  <a:pt x="0" y="1659254"/>
                </a:lnTo>
                <a:lnTo>
                  <a:pt x="0" y="0"/>
                </a:lnTo>
                <a:close/>
              </a:path>
            </a:pathLst>
          </a:custGeom>
          <a:blipFill>
            <a:blip r:embed="rId5"/>
            <a:srcRect b="45825"/>
            <a:stretch/>
          </a:blipFill>
          <a:ln>
            <a:noFill/>
          </a:ln>
          <a:effectLst/>
        </p:spPr>
      </p:sp>
      <p:sp>
        <p:nvSpPr>
          <p:cNvPr id="1341673004" name="TextBox 22"/>
          <p:cNvSpPr/>
          <p:nvPr/>
        </p:nvSpPr>
        <p:spPr bwMode="auto">
          <a:xfrm>
            <a:off x="7124065" y="5469890"/>
            <a:ext cx="4047490" cy="2200275"/>
          </a:xfrm>
          <a:prstGeom prst="rect">
            <a:avLst/>
          </a:prstGeom>
          <a:noFill/>
          <a:ln>
            <a:noFill/>
          </a:ln>
          <a:effectLst/>
        </p:spPr>
        <p:txBody>
          <a:bodyPr vert="horz" wrap="square" lIns="0" tIns="0" rIns="0" bIns="0" numCol="1" spcCol="215899" anchor="t"/>
          <a:lstStyle/>
          <a:p>
            <a:pPr algn="ctr">
              <a:lnSpc>
                <a:spcPts val="3450"/>
              </a:lnSpc>
              <a:defRPr sz="1600" cap="none"/>
            </a:pPr>
            <a:r>
              <a:rPr sz="2800" cap="none">
                <a:solidFill>
                  <a:srgbClr val="000000"/>
                </a:solidFill>
                <a:latin typeface="Glacial Indifference"/>
                <a:ea typeface="Glacial Indifference"/>
                <a:cs typeface="Glacial Indifference"/>
              </a:rPr>
              <a:t>Melibatkan pemantauan ketat terhadap proses penyembuhan dan penyesuaian perawatan jika diperlukan.</a:t>
            </a:r>
          </a:p>
        </p:txBody>
      </p:sp>
      <p:sp>
        <p:nvSpPr>
          <p:cNvPr id="559080139" name="TextBox 23"/>
          <p:cNvSpPr/>
          <p:nvPr/>
        </p:nvSpPr>
        <p:spPr bwMode="auto">
          <a:xfrm>
            <a:off x="1541145" y="1518920"/>
            <a:ext cx="15205710" cy="959485"/>
          </a:xfrm>
          <a:prstGeom prst="rect">
            <a:avLst/>
          </a:prstGeom>
          <a:noFill/>
          <a:ln>
            <a:noFill/>
          </a:ln>
          <a:effectLst/>
        </p:spPr>
        <p:txBody>
          <a:bodyPr vert="horz" wrap="square" lIns="0" tIns="0" rIns="0" bIns="0" numCol="1" spcCol="215899" anchor="t"/>
          <a:lstStyle/>
          <a:p>
            <a:pPr algn="ctr">
              <a:lnSpc>
                <a:spcPts val="7555"/>
              </a:lnSpc>
              <a:defRPr sz="5400" b="1" cap="none">
                <a:solidFill>
                  <a:srgbClr val="000000"/>
                </a:solidFill>
                <a:latin typeface="Glacial Indifference"/>
                <a:ea typeface="Glacial Indifference"/>
                <a:cs typeface="Glacial Indifference"/>
              </a:defRPr>
            </a:pPr>
            <a:r>
              <a:t>Pendahuluan Askep: Pencegahan Komplikasi</a:t>
            </a:r>
          </a:p>
        </p:txBody>
      </p:sp>
      <p:sp>
        <p:nvSpPr>
          <p:cNvPr id="1249727387" name="TextBox 24"/>
          <p:cNvSpPr/>
          <p:nvPr/>
        </p:nvSpPr>
        <p:spPr bwMode="auto">
          <a:xfrm>
            <a:off x="2051685" y="4724399"/>
            <a:ext cx="4047490" cy="2238375"/>
          </a:xfrm>
          <a:prstGeom prst="rect">
            <a:avLst/>
          </a:prstGeom>
          <a:noFill/>
          <a:ln>
            <a:noFill/>
          </a:ln>
          <a:effectLst/>
        </p:spPr>
        <p:txBody>
          <a:bodyPr vert="horz" wrap="square" lIns="0" tIns="0" rIns="0" bIns="0" numCol="1" spcCol="215899" anchor="t"/>
          <a:lstStyle/>
          <a:p>
            <a:pPr algn="ctr">
              <a:lnSpc>
                <a:spcPts val="3575"/>
              </a:lnSpc>
              <a:defRPr sz="2800" cap="none"/>
            </a:pPr>
            <a:r>
              <a:rPr cap="none">
                <a:solidFill>
                  <a:srgbClr val="000000"/>
                </a:solidFill>
                <a:latin typeface="Glacial Indifference"/>
                <a:ea typeface="Glacial Indifference"/>
                <a:cs typeface="Glacial Indifference"/>
              </a:rPr>
              <a:t>Pencegahan infeksi melibatkan perawatan luka yang bersih dan pemantauan terhadap tanda-tanda infeksi.</a:t>
            </a:r>
          </a:p>
        </p:txBody>
      </p:sp>
      <p:sp>
        <p:nvSpPr>
          <p:cNvPr id="1963146436" name="TextBox 25"/>
          <p:cNvSpPr/>
          <p:nvPr/>
        </p:nvSpPr>
        <p:spPr bwMode="auto">
          <a:xfrm>
            <a:off x="3312795" y="3150870"/>
            <a:ext cx="1525270" cy="721995"/>
          </a:xfrm>
          <a:prstGeom prst="rect">
            <a:avLst/>
          </a:prstGeom>
          <a:noFill/>
          <a:ln>
            <a:noFill/>
          </a:ln>
          <a:effectLst/>
        </p:spPr>
        <p:txBody>
          <a:bodyPr vert="horz" wrap="square" lIns="0" tIns="0" rIns="0" bIns="0" numCol="1" spcCol="215899" anchor="t"/>
          <a:lstStyle/>
          <a:p>
            <a:pPr algn="ctr">
              <a:lnSpc>
                <a:spcPts val="5875"/>
              </a:lnSpc>
              <a:defRPr sz="4200" b="1" cap="none">
                <a:solidFill>
                  <a:srgbClr val="000000"/>
                </a:solidFill>
                <a:latin typeface="Glacial Indifference"/>
                <a:ea typeface="Glacial Indifference"/>
                <a:cs typeface="Glacial Indifference"/>
              </a:defRPr>
            </a:pPr>
            <a:r>
              <a:t>01.</a:t>
            </a:r>
          </a:p>
        </p:txBody>
      </p:sp>
      <p:sp>
        <p:nvSpPr>
          <p:cNvPr id="178011720" name="TextBox 26"/>
          <p:cNvSpPr/>
          <p:nvPr/>
        </p:nvSpPr>
        <p:spPr bwMode="auto">
          <a:xfrm>
            <a:off x="8385810" y="3150870"/>
            <a:ext cx="1516380" cy="721995"/>
          </a:xfrm>
          <a:prstGeom prst="rect">
            <a:avLst/>
          </a:prstGeom>
          <a:noFill/>
          <a:ln>
            <a:noFill/>
          </a:ln>
          <a:effectLst/>
        </p:spPr>
        <p:txBody>
          <a:bodyPr vert="horz" wrap="square" lIns="0" tIns="0" rIns="0" bIns="0" numCol="1" spcCol="215899" anchor="t"/>
          <a:lstStyle/>
          <a:p>
            <a:pPr algn="ctr">
              <a:lnSpc>
                <a:spcPts val="5875"/>
              </a:lnSpc>
              <a:defRPr sz="4200" b="1" cap="none">
                <a:solidFill>
                  <a:srgbClr val="000000"/>
                </a:solidFill>
                <a:latin typeface="Glacial Indifference"/>
                <a:ea typeface="Glacial Indifference"/>
                <a:cs typeface="Glacial Indifference"/>
              </a:defRPr>
            </a:pPr>
            <a:r>
              <a:t>02.</a:t>
            </a:r>
          </a:p>
        </p:txBody>
      </p:sp>
      <p:sp>
        <p:nvSpPr>
          <p:cNvPr id="892394365" name="TextBox 27"/>
          <p:cNvSpPr/>
          <p:nvPr/>
        </p:nvSpPr>
        <p:spPr bwMode="auto">
          <a:xfrm>
            <a:off x="13493115" y="3150870"/>
            <a:ext cx="1438910" cy="721995"/>
          </a:xfrm>
          <a:prstGeom prst="rect">
            <a:avLst/>
          </a:prstGeom>
          <a:noFill/>
          <a:ln>
            <a:noFill/>
          </a:ln>
          <a:effectLst/>
        </p:spPr>
        <p:txBody>
          <a:bodyPr vert="horz" wrap="square" lIns="0" tIns="0" rIns="0" bIns="0" numCol="1" spcCol="215899" anchor="t"/>
          <a:lstStyle/>
          <a:p>
            <a:pPr algn="ctr">
              <a:lnSpc>
                <a:spcPts val="5875"/>
              </a:lnSpc>
              <a:defRPr sz="4200" b="1" cap="none">
                <a:solidFill>
                  <a:srgbClr val="000000"/>
                </a:solidFill>
                <a:latin typeface="Glacial Indifference"/>
                <a:ea typeface="Glacial Indifference"/>
                <a:cs typeface="Glacial Indifference"/>
              </a:defRPr>
            </a:pPr>
            <a:r>
              <a:t>03.</a:t>
            </a:r>
          </a:p>
        </p:txBody>
      </p:sp>
      <p:sp>
        <p:nvSpPr>
          <p:cNvPr id="2019766236" name="TextBox 28"/>
          <p:cNvSpPr/>
          <p:nvPr/>
        </p:nvSpPr>
        <p:spPr bwMode="auto">
          <a:xfrm>
            <a:off x="11430000" y="8963025"/>
            <a:ext cx="4752340" cy="523875"/>
          </a:xfrm>
          <a:prstGeom prst="rect">
            <a:avLst/>
          </a:prstGeom>
          <a:noFill/>
          <a:ln>
            <a:noFill/>
          </a:ln>
          <a:effectLst/>
        </p:spPr>
        <p:txBody>
          <a:bodyPr vert="horz" wrap="square" lIns="0" tIns="0" rIns="0" bIns="0" numCol="1" spcCol="215899" anchor="t"/>
          <a:lstStyle/>
          <a:p>
            <a:pPr algn="r">
              <a:lnSpc>
                <a:spcPts val="4200"/>
              </a:lnSpc>
              <a:defRPr sz="3000" b="1" cap="none">
                <a:solidFill>
                  <a:srgbClr val="000000"/>
                </a:solidFill>
                <a:latin typeface="Glacial Indifference"/>
                <a:ea typeface="Glacial Indifference"/>
                <a:cs typeface="Glacial Indifference"/>
              </a:defRPr>
            </a:pPr>
            <a:r>
              <a:t>FRAKTUR HUMERUS</a:t>
            </a:r>
          </a:p>
        </p:txBody>
      </p:sp>
      <p:sp>
        <p:nvSpPr>
          <p:cNvPr id="823977091" name="TextBox 29"/>
          <p:cNvSpPr/>
          <p:nvPr/>
        </p:nvSpPr>
        <p:spPr bwMode="auto">
          <a:xfrm>
            <a:off x="12188825" y="4733925"/>
            <a:ext cx="4047490" cy="3514725"/>
          </a:xfrm>
          <a:prstGeom prst="rect">
            <a:avLst/>
          </a:prstGeom>
          <a:noFill/>
          <a:ln>
            <a:noFill/>
          </a:ln>
          <a:effectLst/>
        </p:spPr>
        <p:txBody>
          <a:bodyPr vert="horz" wrap="square" lIns="0" tIns="0" rIns="0" bIns="0" numCol="1" spcCol="215899" anchor="t"/>
          <a:lstStyle/>
          <a:p>
            <a:pPr algn="ctr">
              <a:lnSpc>
                <a:spcPts val="3450"/>
              </a:lnSpc>
              <a:defRPr sz="2800" cap="none"/>
            </a:pPr>
            <a:r>
              <a:rPr cap="none">
                <a:solidFill>
                  <a:srgbClr val="000000"/>
                </a:solidFill>
                <a:latin typeface="Glacial Indifference"/>
                <a:ea typeface="Glacial Indifference"/>
                <a:cs typeface="Glacial Indifference"/>
              </a:rPr>
              <a:t>Pencegahan osteoartritis melalui rehabilitasi yang tepat untuk memastikan fleksibilitas dan kekuatan otot-otot sekitar sendi tetap terjaga.</a:t>
            </a:r>
          </a:p>
        </p:txBody>
      </p:sp>
      <p:sp>
        <p:nvSpPr>
          <p:cNvPr id="701489929" name="TextBox 30"/>
          <p:cNvSpPr/>
          <p:nvPr/>
        </p:nvSpPr>
        <p:spPr bwMode="auto">
          <a:xfrm>
            <a:off x="2051685" y="4015740"/>
            <a:ext cx="4047490" cy="606425"/>
          </a:xfrm>
          <a:prstGeom prst="rect">
            <a:avLst/>
          </a:prstGeom>
          <a:noFill/>
          <a:ln>
            <a:noFill/>
          </a:ln>
          <a:effectLst/>
        </p:spPr>
        <p:txBody>
          <a:bodyPr vert="horz" wrap="square" lIns="0" tIns="0" rIns="0" bIns="0" numCol="1" spcCol="215899" anchor="t"/>
          <a:lstStyle/>
          <a:p>
            <a:pPr algn="ctr">
              <a:lnSpc>
                <a:spcPts val="4900"/>
              </a:lnSpc>
              <a:defRPr sz="3500" b="1" cap="none">
                <a:solidFill>
                  <a:srgbClr val="000000"/>
                </a:solidFill>
                <a:latin typeface="Glacial Indifference"/>
                <a:ea typeface="Glacial Indifference"/>
                <a:cs typeface="Glacial Indifference"/>
              </a:defRPr>
            </a:pPr>
            <a:r>
              <a:t>Infeksi</a:t>
            </a:r>
          </a:p>
        </p:txBody>
      </p:sp>
      <p:sp>
        <p:nvSpPr>
          <p:cNvPr id="1844106338" name="TextBox 31"/>
          <p:cNvSpPr/>
          <p:nvPr/>
        </p:nvSpPr>
        <p:spPr bwMode="auto">
          <a:xfrm>
            <a:off x="6858000" y="4015740"/>
            <a:ext cx="4572000" cy="1244600"/>
          </a:xfrm>
          <a:prstGeom prst="rect">
            <a:avLst/>
          </a:prstGeom>
          <a:noFill/>
          <a:ln>
            <a:noFill/>
          </a:ln>
          <a:effectLst/>
        </p:spPr>
        <p:txBody>
          <a:bodyPr vert="horz" wrap="square" lIns="0" tIns="0" rIns="0" bIns="0" numCol="1" spcCol="215899" anchor="t"/>
          <a:lstStyle/>
          <a:p>
            <a:pPr algn="ctr">
              <a:lnSpc>
                <a:spcPts val="4900"/>
              </a:lnSpc>
              <a:defRPr sz="3500" b="1" cap="none">
                <a:solidFill>
                  <a:srgbClr val="000000"/>
                </a:solidFill>
                <a:latin typeface="Glacial Indifference"/>
                <a:ea typeface="Glacial Indifference"/>
                <a:cs typeface="Glacial Indifference"/>
              </a:defRPr>
            </a:pPr>
            <a:r>
              <a:t>Penyembuhan Tulang yang Buruk</a:t>
            </a:r>
          </a:p>
        </p:txBody>
      </p:sp>
      <p:sp>
        <p:nvSpPr>
          <p:cNvPr id="233548924" name="TextBox 32"/>
          <p:cNvSpPr/>
          <p:nvPr/>
        </p:nvSpPr>
        <p:spPr bwMode="auto">
          <a:xfrm>
            <a:off x="12579985" y="4015740"/>
            <a:ext cx="3265170" cy="622300"/>
          </a:xfrm>
          <a:prstGeom prst="rect">
            <a:avLst/>
          </a:prstGeom>
          <a:noFill/>
          <a:ln>
            <a:noFill/>
          </a:ln>
          <a:effectLst/>
        </p:spPr>
        <p:txBody>
          <a:bodyPr vert="horz" wrap="square" lIns="0" tIns="0" rIns="0" bIns="0" numCol="1" spcCol="215899" anchor="t"/>
          <a:lstStyle/>
          <a:p>
            <a:pPr algn="ctr">
              <a:lnSpc>
                <a:spcPts val="4900"/>
              </a:lnSpc>
              <a:defRPr sz="3500" b="1" cap="none">
                <a:solidFill>
                  <a:srgbClr val="000000"/>
                </a:solidFill>
                <a:latin typeface="Glacial Indifference"/>
                <a:ea typeface="Glacial Indifference"/>
                <a:cs typeface="Glacial Indifference"/>
              </a:defRPr>
            </a:pPr>
            <a:r>
              <a:t>Osteoartritis</a:t>
            </a:r>
          </a:p>
        </p:txBody>
      </p:sp>
      <p:sp>
        <p:nvSpPr>
          <p:cNvPr id="1853653351" name="Freeform 33"/>
          <p:cNvSpPr/>
          <p:nvPr/>
        </p:nvSpPr>
        <p:spPr bwMode="auto">
          <a:xfrm>
            <a:off x="0" y="0"/>
            <a:ext cx="5100320" cy="2209800"/>
          </a:xfrm>
          <a:custGeom>
            <a:avLst/>
            <a:gdLst/>
            <a:ahLst/>
            <a:cxnLst/>
            <a:rect l="0" t="0" r="5100320" b="2209800"/>
            <a:pathLst>
              <a:path w="5100320" h="2209800" extrusionOk="0">
                <a:moveTo>
                  <a:pt x="0" y="0"/>
                </a:moveTo>
                <a:lnTo>
                  <a:pt x="5100320" y="0"/>
                </a:lnTo>
                <a:lnTo>
                  <a:pt x="5100320" y="2209800"/>
                </a:lnTo>
                <a:lnTo>
                  <a:pt x="0" y="2209800"/>
                </a:lnTo>
                <a:lnTo>
                  <a:pt x="0" y="0"/>
                </a:lnTo>
                <a:close/>
              </a:path>
            </a:pathLst>
          </a:custGeom>
          <a:blipFill>
            <a:blip r:embed="rId6"/>
            <a:stretch/>
          </a:blipFill>
          <a:ln>
            <a:noFill/>
          </a:ln>
          <a:effectLst/>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PhAnim="0">
  <p:cSld name="Konsep Dasar">
    <p:bg>
      <p:bgPr>
        <a:solidFill>
          <a:srgbClr val="5DA295"/>
        </a:solidFill>
        <a:effectLst/>
      </p:bgPr>
    </p:bg>
    <p:spTree>
      <p:nvGrpSpPr>
        <p:cNvPr id="1" name=""/>
        <p:cNvGrpSpPr/>
        <p:nvPr/>
      </p:nvGrpSpPr>
      <p:grpSpPr bwMode="auto">
        <a:xfrm>
          <a:off x="0" y="0"/>
          <a:ext cx="0" cy="0"/>
          <a:chOff x="0" y="0"/>
          <a:chExt cx="0" cy="0"/>
        </a:xfrm>
      </p:grpSpPr>
      <p:grpSp>
        <p:nvGrpSpPr>
          <p:cNvPr id="617404955" name="Group 2"/>
          <p:cNvGrpSpPr/>
          <p:nvPr/>
        </p:nvGrpSpPr>
        <p:grpSpPr bwMode="auto">
          <a:xfrm>
            <a:off x="0" y="10073640"/>
            <a:ext cx="18288000" cy="213360"/>
            <a:chOff x="0" y="10073640"/>
            <a:chExt cx="18288000" cy="213360"/>
          </a:xfrm>
        </p:grpSpPr>
        <p:sp>
          <p:nvSpPr>
            <p:cNvPr id="4" name="Freeform 3"/>
            <p:cNvSpPr/>
            <p:nvPr/>
          </p:nvSpPr>
          <p:spPr bwMode="auto">
            <a:xfrm>
              <a:off x="0" y="1007364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E4E4E4"/>
            </a:solidFill>
            <a:ln>
              <a:noFill/>
            </a:ln>
            <a:effectLst/>
          </p:spPr>
        </p:sp>
        <p:sp>
          <p:nvSpPr>
            <p:cNvPr id="3" name="TextBox 4"/>
            <p:cNvSpPr/>
            <p:nvPr/>
          </p:nvSpPr>
          <p:spPr bwMode="auto">
            <a:xfrm>
              <a:off x="0" y="992886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950765032" name="Group 5"/>
          <p:cNvGrpSpPr/>
          <p:nvPr/>
        </p:nvGrpSpPr>
        <p:grpSpPr bwMode="auto">
          <a:xfrm>
            <a:off x="0" y="0"/>
            <a:ext cx="18288000" cy="213360"/>
            <a:chOff x="0" y="0"/>
            <a:chExt cx="18288000" cy="213360"/>
          </a:xfrm>
        </p:grpSpPr>
        <p:sp>
          <p:nvSpPr>
            <p:cNvPr id="7" name="Freeform 6"/>
            <p:cNvSpPr/>
            <p:nvPr/>
          </p:nvSpPr>
          <p:spPr bwMode="auto">
            <a:xfrm>
              <a:off x="0" y="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BFDDD2"/>
            </a:solidFill>
            <a:ln>
              <a:noFill/>
            </a:ln>
            <a:effectLst/>
          </p:spPr>
        </p:sp>
        <p:sp>
          <p:nvSpPr>
            <p:cNvPr id="6" name="TextBox 7"/>
            <p:cNvSpPr/>
            <p:nvPr/>
          </p:nvSpPr>
          <p:spPr bwMode="auto">
            <a:xfrm>
              <a:off x="0" y="-14478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60860129" name="TextBox 8"/>
          <p:cNvSpPr/>
          <p:nvPr/>
        </p:nvSpPr>
        <p:spPr bwMode="auto">
          <a:xfrm>
            <a:off x="16563975" y="8834120"/>
            <a:ext cx="955040" cy="799465"/>
          </a:xfrm>
          <a:prstGeom prst="rect">
            <a:avLst/>
          </a:prstGeom>
          <a:noFill/>
          <a:ln>
            <a:noFill/>
          </a:ln>
          <a:effectLst/>
        </p:spPr>
        <p:txBody>
          <a:bodyPr vert="horz" wrap="square" lIns="0" tIns="0" rIns="0" bIns="0" numCol="1" spcCol="215899" anchor="t"/>
          <a:lstStyle/>
          <a:p>
            <a:pPr algn="r">
              <a:lnSpc>
                <a:spcPts val="6295"/>
              </a:lnSpc>
              <a:defRPr sz="4500" b="1" cap="none">
                <a:solidFill>
                  <a:srgbClr val="FFFFFF"/>
                </a:solidFill>
                <a:latin typeface="Glacial Indifference"/>
                <a:ea typeface="Glacial Indifference"/>
                <a:cs typeface="Glacial Indifference"/>
              </a:defRPr>
            </a:pPr>
            <a:r>
              <a:t>14</a:t>
            </a:r>
          </a:p>
        </p:txBody>
      </p:sp>
      <p:sp>
        <p:nvSpPr>
          <p:cNvPr id="578329244" name="AutoShape 9"/>
          <p:cNvSpPr/>
          <p:nvPr/>
        </p:nvSpPr>
        <p:spPr bwMode="auto">
          <a:xfrm>
            <a:off x="16563975" y="8877300"/>
            <a:ext cx="0" cy="762000"/>
          </a:xfrm>
          <a:prstGeom prst="line">
            <a:avLst/>
          </a:prstGeom>
          <a:noFill/>
          <a:ln w="95250" cap="flat" cmpd="sng" algn="ctr">
            <a:solidFill>
              <a:srgbClr val="BFDDD2"/>
            </a:solidFill>
            <a:prstDash val="solid"/>
            <a:headEnd type="none"/>
            <a:tailEnd type="none"/>
          </a:ln>
          <a:effectLst/>
        </p:spPr>
      </p:sp>
      <p:sp>
        <p:nvSpPr>
          <p:cNvPr id="828403967" name="Freeform 10"/>
          <p:cNvSpPr/>
          <p:nvPr/>
        </p:nvSpPr>
        <p:spPr bwMode="auto">
          <a:xfrm>
            <a:off x="16315690" y="677545"/>
            <a:ext cx="1452245" cy="1457325"/>
          </a:xfrm>
          <a:custGeom>
            <a:avLst/>
            <a:gdLst/>
            <a:ahLst/>
            <a:cxnLst/>
            <a:rect l="0" t="0" r="1452245" b="1457325"/>
            <a:pathLst>
              <a:path w="1452245" h="1457325" extrusionOk="0">
                <a:moveTo>
                  <a:pt x="0" y="0"/>
                </a:moveTo>
                <a:lnTo>
                  <a:pt x="1452246" y="0"/>
                </a:lnTo>
                <a:lnTo>
                  <a:pt x="1452246" y="1457325"/>
                </a:lnTo>
                <a:lnTo>
                  <a:pt x="0" y="1457325"/>
                </a:lnTo>
                <a:lnTo>
                  <a:pt x="0" y="0"/>
                </a:lnTo>
                <a:close/>
              </a:path>
            </a:pathLst>
          </a:custGeom>
          <a:blipFill>
            <a:blip r:embed="rId3"/>
            <a:stretch/>
          </a:blipFill>
          <a:ln>
            <a:noFill/>
          </a:ln>
          <a:effectLst/>
        </p:spPr>
      </p:sp>
      <p:sp>
        <p:nvSpPr>
          <p:cNvPr id="1506040743" name="Freeform 11"/>
          <p:cNvSpPr/>
          <p:nvPr/>
        </p:nvSpPr>
        <p:spPr bwMode="auto">
          <a:xfrm>
            <a:off x="15555595" y="2275205"/>
            <a:ext cx="713105" cy="713105"/>
          </a:xfrm>
          <a:custGeom>
            <a:avLst/>
            <a:gdLst/>
            <a:ahLst/>
            <a:cxnLst/>
            <a:rect l="0" t="0" r="713105" b="713105"/>
            <a:pathLst>
              <a:path w="713105" h="713105" extrusionOk="0">
                <a:moveTo>
                  <a:pt x="0" y="0"/>
                </a:moveTo>
                <a:lnTo>
                  <a:pt x="713105" y="0"/>
                </a:lnTo>
                <a:lnTo>
                  <a:pt x="713105" y="713105"/>
                </a:lnTo>
                <a:lnTo>
                  <a:pt x="0" y="713105"/>
                </a:lnTo>
                <a:lnTo>
                  <a:pt x="0" y="0"/>
                </a:lnTo>
                <a:close/>
              </a:path>
            </a:pathLst>
          </a:custGeom>
          <a:blipFill>
            <a:blip r:embed="rId4"/>
            <a:stretch/>
          </a:blipFill>
          <a:ln>
            <a:noFill/>
          </a:ln>
          <a:effectLst/>
        </p:spPr>
      </p:sp>
      <p:sp>
        <p:nvSpPr>
          <p:cNvPr id="1084753537" name="Freeform 12"/>
          <p:cNvSpPr/>
          <p:nvPr/>
        </p:nvSpPr>
        <p:spPr bwMode="auto">
          <a:xfrm>
            <a:off x="-546100" y="6885305"/>
            <a:ext cx="3983990" cy="3984625"/>
          </a:xfrm>
          <a:custGeom>
            <a:avLst/>
            <a:gdLst/>
            <a:ahLst/>
            <a:cxnLst/>
            <a:rect l="0" t="0" r="3983990" b="3984625"/>
            <a:pathLst>
              <a:path w="3983990" h="3984625" extrusionOk="0">
                <a:moveTo>
                  <a:pt x="0" y="0"/>
                </a:moveTo>
                <a:lnTo>
                  <a:pt x="3983990" y="0"/>
                </a:lnTo>
                <a:lnTo>
                  <a:pt x="3983990" y="3984623"/>
                </a:lnTo>
                <a:lnTo>
                  <a:pt x="0" y="3984623"/>
                </a:lnTo>
                <a:lnTo>
                  <a:pt x="0" y="0"/>
                </a:lnTo>
                <a:close/>
              </a:path>
            </a:pathLst>
          </a:custGeom>
          <a:blipFill>
            <a:blip r:embed="rId5"/>
            <a:stretch/>
          </a:blipFill>
          <a:ln>
            <a:noFill/>
          </a:ln>
          <a:effectLst/>
        </p:spPr>
      </p:sp>
      <p:sp>
        <p:nvSpPr>
          <p:cNvPr id="489785646" name="Freeform 13"/>
          <p:cNvSpPr/>
          <p:nvPr/>
        </p:nvSpPr>
        <p:spPr bwMode="auto">
          <a:xfrm>
            <a:off x="2987040" y="7590790"/>
            <a:ext cx="1908810" cy="1546225"/>
          </a:xfrm>
          <a:custGeom>
            <a:avLst/>
            <a:gdLst/>
            <a:ahLst/>
            <a:cxnLst/>
            <a:rect l="0" t="0" r="1908810" b="1546225"/>
            <a:pathLst>
              <a:path w="1908810" h="1546225" extrusionOk="0">
                <a:moveTo>
                  <a:pt x="0" y="0"/>
                </a:moveTo>
                <a:lnTo>
                  <a:pt x="1908810" y="0"/>
                </a:lnTo>
                <a:lnTo>
                  <a:pt x="1908810" y="1546225"/>
                </a:lnTo>
                <a:lnTo>
                  <a:pt x="0" y="1546225"/>
                </a:lnTo>
                <a:lnTo>
                  <a:pt x="0" y="0"/>
                </a:lnTo>
                <a:close/>
              </a:path>
            </a:pathLst>
          </a:custGeom>
          <a:blipFill>
            <a:blip r:embed="rId6"/>
            <a:stretch/>
          </a:blipFill>
          <a:ln>
            <a:noFill/>
          </a:ln>
          <a:effectLst/>
        </p:spPr>
      </p:sp>
      <p:sp>
        <p:nvSpPr>
          <p:cNvPr id="873451892" name="TextBox 14"/>
          <p:cNvSpPr/>
          <p:nvPr/>
        </p:nvSpPr>
        <p:spPr bwMode="auto">
          <a:xfrm>
            <a:off x="4745990" y="2181225"/>
            <a:ext cx="8796020" cy="1193800"/>
          </a:xfrm>
          <a:prstGeom prst="rect">
            <a:avLst/>
          </a:prstGeom>
          <a:noFill/>
          <a:ln>
            <a:noFill/>
          </a:ln>
          <a:effectLst/>
        </p:spPr>
        <p:txBody>
          <a:bodyPr vert="horz" wrap="square" lIns="0" tIns="0" rIns="0" bIns="0" numCol="1" spcCol="215899" anchor="t"/>
          <a:lstStyle/>
          <a:p>
            <a:pPr algn="ctr">
              <a:lnSpc>
                <a:spcPts val="9795"/>
              </a:lnSpc>
              <a:defRPr sz="7000" b="1" cap="none">
                <a:solidFill>
                  <a:srgbClr val="FFFFFF"/>
                </a:solidFill>
                <a:latin typeface="Glacial Indifference"/>
                <a:ea typeface="Glacial Indifference"/>
                <a:cs typeface="Glacial Indifference"/>
              </a:defRPr>
            </a:pPr>
            <a:r>
              <a:t>Konsep Dasar</a:t>
            </a:r>
          </a:p>
        </p:txBody>
      </p:sp>
      <p:sp>
        <p:nvSpPr>
          <p:cNvPr id="1731859356" name="TextBox 15"/>
          <p:cNvSpPr/>
          <p:nvPr/>
        </p:nvSpPr>
        <p:spPr bwMode="auto">
          <a:xfrm>
            <a:off x="1028700" y="3660775"/>
            <a:ext cx="16230600" cy="4311650"/>
          </a:xfrm>
          <a:prstGeom prst="rect">
            <a:avLst/>
          </a:prstGeom>
          <a:noFill/>
          <a:ln>
            <a:noFill/>
          </a:ln>
          <a:effectLst/>
        </p:spPr>
        <p:txBody>
          <a:bodyPr vert="horz" wrap="square" lIns="0" tIns="0" rIns="0" bIns="0" numCol="1" spcCol="215899" anchor="t"/>
          <a:lstStyle/>
          <a:p>
            <a:pPr algn="ctr">
              <a:lnSpc>
                <a:spcPts val="4895"/>
              </a:lnSpc>
              <a:defRPr sz="3200" cap="none"/>
            </a:pPr>
            <a:r>
              <a:rPr cap="none">
                <a:solidFill>
                  <a:srgbClr val="FFFFFF"/>
                </a:solidFill>
                <a:latin typeface="Glacial Indifference"/>
                <a:ea typeface="Glacial Indifference"/>
                <a:cs typeface="Glacial Indifference"/>
              </a:rPr>
              <a:t>Asuhan keperawatan adalah proses atau rangkaian kegiatan dalam praktek keperawatan yang langsung diberikan kepada klien pada berbagai tatanan pelayanan kesehatan. Asuhan keperawatan dilakukan berdasarkan kaidah-kaidah keperawatan sebagai suatu profesi yang didasarkan ilmu dan kiat keperawatan yang bersifat humanistic, dan berdasarkan kebutuhan objektif pasien untuk mengatasi masalah yang dihadapi pasien serta dilandasi kode etik dan etika keperawatan dalam lingkup wewenang serta tanggung jawab keperawatan.</a:t>
            </a:r>
          </a:p>
        </p:txBody>
      </p:sp>
      <p:sp>
        <p:nvSpPr>
          <p:cNvPr id="2119979176" name="TextBox 16"/>
          <p:cNvSpPr/>
          <p:nvPr/>
        </p:nvSpPr>
        <p:spPr bwMode="auto">
          <a:xfrm>
            <a:off x="11430000" y="8963025"/>
            <a:ext cx="4752340" cy="523875"/>
          </a:xfrm>
          <a:prstGeom prst="rect">
            <a:avLst/>
          </a:prstGeom>
          <a:noFill/>
          <a:ln>
            <a:noFill/>
          </a:ln>
          <a:effectLst/>
        </p:spPr>
        <p:txBody>
          <a:bodyPr vert="horz" wrap="square" lIns="0" tIns="0" rIns="0" bIns="0" numCol="1" spcCol="215899" anchor="t"/>
          <a:lstStyle/>
          <a:p>
            <a:pPr algn="r">
              <a:lnSpc>
                <a:spcPts val="4200"/>
              </a:lnSpc>
              <a:defRPr sz="3000" b="1" cap="none">
                <a:solidFill>
                  <a:srgbClr val="FFFFFF"/>
                </a:solidFill>
                <a:latin typeface="Glacial Indifference"/>
                <a:ea typeface="Glacial Indifference"/>
                <a:cs typeface="Glacial Indifference"/>
              </a:defRPr>
            </a:pPr>
            <a:r>
              <a:t>FRAKTUR HUMERUS </a:t>
            </a:r>
          </a:p>
        </p:txBody>
      </p:sp>
      <p:sp>
        <p:nvSpPr>
          <p:cNvPr id="155309481" name="Freeform 17"/>
          <p:cNvSpPr/>
          <p:nvPr/>
        </p:nvSpPr>
        <p:spPr bwMode="auto">
          <a:xfrm>
            <a:off x="0" y="0"/>
            <a:ext cx="5100320" cy="2209800"/>
          </a:xfrm>
          <a:custGeom>
            <a:avLst/>
            <a:gdLst/>
            <a:ahLst/>
            <a:cxnLst/>
            <a:rect l="0" t="0" r="5100320" b="2209800"/>
            <a:pathLst>
              <a:path w="5100320" h="2209800" extrusionOk="0">
                <a:moveTo>
                  <a:pt x="0" y="0"/>
                </a:moveTo>
                <a:lnTo>
                  <a:pt x="5100320" y="0"/>
                </a:lnTo>
                <a:lnTo>
                  <a:pt x="5100320" y="2209800"/>
                </a:lnTo>
                <a:lnTo>
                  <a:pt x="0" y="2209800"/>
                </a:lnTo>
                <a:lnTo>
                  <a:pt x="0" y="0"/>
                </a:lnTo>
                <a:close/>
              </a:path>
            </a:pathLst>
          </a:custGeom>
          <a:blipFill>
            <a:blip r:embed="rId7"/>
            <a:stretch/>
          </a:blipFill>
          <a:ln>
            <a:noFill/>
          </a:ln>
          <a:effectLst/>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PhAnim="0">
  <p:cSld name="Proses Keperawatan 1">
    <p:bg>
      <p:bgPr>
        <a:solidFill>
          <a:srgbClr val="5DA295"/>
        </a:solidFill>
        <a:effectLst/>
      </p:bgPr>
    </p:bg>
    <p:spTree>
      <p:nvGrpSpPr>
        <p:cNvPr id="1" name=""/>
        <p:cNvGrpSpPr/>
        <p:nvPr/>
      </p:nvGrpSpPr>
      <p:grpSpPr bwMode="auto">
        <a:xfrm>
          <a:off x="0" y="0"/>
          <a:ext cx="0" cy="0"/>
          <a:chOff x="0" y="0"/>
          <a:chExt cx="0" cy="0"/>
        </a:xfrm>
      </p:grpSpPr>
      <p:grpSp>
        <p:nvGrpSpPr>
          <p:cNvPr id="1395973767" name="Group 2"/>
          <p:cNvGrpSpPr/>
          <p:nvPr/>
        </p:nvGrpSpPr>
        <p:grpSpPr bwMode="auto">
          <a:xfrm>
            <a:off x="0" y="10073640"/>
            <a:ext cx="18288000" cy="213360"/>
            <a:chOff x="0" y="10073640"/>
            <a:chExt cx="18288000" cy="213360"/>
          </a:xfrm>
        </p:grpSpPr>
        <p:sp>
          <p:nvSpPr>
            <p:cNvPr id="4" name="Freeform 3"/>
            <p:cNvSpPr/>
            <p:nvPr/>
          </p:nvSpPr>
          <p:spPr bwMode="auto">
            <a:xfrm>
              <a:off x="0" y="1007364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E4E4E4"/>
            </a:solidFill>
            <a:ln>
              <a:noFill/>
            </a:ln>
            <a:effectLst/>
          </p:spPr>
        </p:sp>
        <p:sp>
          <p:nvSpPr>
            <p:cNvPr id="3" name="TextBox 4"/>
            <p:cNvSpPr/>
            <p:nvPr/>
          </p:nvSpPr>
          <p:spPr bwMode="auto">
            <a:xfrm>
              <a:off x="0" y="992886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1692167082" name="Group 5"/>
          <p:cNvGrpSpPr/>
          <p:nvPr/>
        </p:nvGrpSpPr>
        <p:grpSpPr bwMode="auto">
          <a:xfrm>
            <a:off x="0" y="0"/>
            <a:ext cx="18288000" cy="213360"/>
            <a:chOff x="0" y="0"/>
            <a:chExt cx="18288000" cy="213360"/>
          </a:xfrm>
        </p:grpSpPr>
        <p:sp>
          <p:nvSpPr>
            <p:cNvPr id="7" name="Freeform 6"/>
            <p:cNvSpPr/>
            <p:nvPr/>
          </p:nvSpPr>
          <p:spPr bwMode="auto">
            <a:xfrm>
              <a:off x="0" y="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BFDDD2"/>
            </a:solidFill>
            <a:ln>
              <a:noFill/>
            </a:ln>
            <a:effectLst/>
          </p:spPr>
        </p:sp>
        <p:sp>
          <p:nvSpPr>
            <p:cNvPr id="6" name="TextBox 7"/>
            <p:cNvSpPr/>
            <p:nvPr/>
          </p:nvSpPr>
          <p:spPr bwMode="auto">
            <a:xfrm>
              <a:off x="0" y="-14478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1104961432" name="TextBox 8"/>
          <p:cNvSpPr/>
          <p:nvPr/>
        </p:nvSpPr>
        <p:spPr bwMode="auto">
          <a:xfrm>
            <a:off x="16563975" y="8834120"/>
            <a:ext cx="955040" cy="799465"/>
          </a:xfrm>
          <a:prstGeom prst="rect">
            <a:avLst/>
          </a:prstGeom>
          <a:noFill/>
          <a:ln>
            <a:noFill/>
          </a:ln>
          <a:effectLst/>
        </p:spPr>
        <p:txBody>
          <a:bodyPr vert="horz" wrap="square" lIns="0" tIns="0" rIns="0" bIns="0" numCol="1" spcCol="215899" anchor="t"/>
          <a:lstStyle/>
          <a:p>
            <a:pPr algn="r">
              <a:lnSpc>
                <a:spcPts val="6295"/>
              </a:lnSpc>
              <a:defRPr sz="4500" b="1" cap="none">
                <a:solidFill>
                  <a:srgbClr val="FFFFFF"/>
                </a:solidFill>
                <a:latin typeface="Glacial Indifference"/>
                <a:ea typeface="Glacial Indifference"/>
                <a:cs typeface="Glacial Indifference"/>
              </a:defRPr>
            </a:pPr>
            <a:r>
              <a:t>15</a:t>
            </a:r>
          </a:p>
        </p:txBody>
      </p:sp>
      <p:sp>
        <p:nvSpPr>
          <p:cNvPr id="196647559" name="AutoShape 9"/>
          <p:cNvSpPr/>
          <p:nvPr/>
        </p:nvSpPr>
        <p:spPr bwMode="auto">
          <a:xfrm>
            <a:off x="16563975" y="8877300"/>
            <a:ext cx="0" cy="762000"/>
          </a:xfrm>
          <a:prstGeom prst="line">
            <a:avLst/>
          </a:prstGeom>
          <a:noFill/>
          <a:ln w="95250" cap="flat" cmpd="sng" algn="ctr">
            <a:solidFill>
              <a:srgbClr val="BFDDD2"/>
            </a:solidFill>
            <a:prstDash val="solid"/>
            <a:headEnd type="none"/>
            <a:tailEnd type="none"/>
          </a:ln>
          <a:effectLst/>
        </p:spPr>
      </p:sp>
      <p:sp>
        <p:nvSpPr>
          <p:cNvPr id="1818382703" name="Freeform 10"/>
          <p:cNvSpPr/>
          <p:nvPr/>
        </p:nvSpPr>
        <p:spPr bwMode="auto">
          <a:xfrm>
            <a:off x="16315690" y="677545"/>
            <a:ext cx="1452245" cy="1457325"/>
          </a:xfrm>
          <a:custGeom>
            <a:avLst/>
            <a:gdLst/>
            <a:ahLst/>
            <a:cxnLst/>
            <a:rect l="0" t="0" r="1452245" b="1457325"/>
            <a:pathLst>
              <a:path w="1452245" h="1457325" extrusionOk="0">
                <a:moveTo>
                  <a:pt x="0" y="0"/>
                </a:moveTo>
                <a:lnTo>
                  <a:pt x="1452246" y="0"/>
                </a:lnTo>
                <a:lnTo>
                  <a:pt x="1452246" y="1457325"/>
                </a:lnTo>
                <a:lnTo>
                  <a:pt x="0" y="1457325"/>
                </a:lnTo>
                <a:lnTo>
                  <a:pt x="0" y="0"/>
                </a:lnTo>
                <a:close/>
              </a:path>
            </a:pathLst>
          </a:custGeom>
          <a:blipFill>
            <a:blip r:embed="rId3"/>
            <a:stretch/>
          </a:blipFill>
          <a:ln>
            <a:noFill/>
          </a:ln>
          <a:effectLst/>
        </p:spPr>
      </p:sp>
      <p:sp>
        <p:nvSpPr>
          <p:cNvPr id="622690341" name="Freeform 11"/>
          <p:cNvSpPr/>
          <p:nvPr/>
        </p:nvSpPr>
        <p:spPr bwMode="auto">
          <a:xfrm>
            <a:off x="15555595" y="2275205"/>
            <a:ext cx="713105" cy="713105"/>
          </a:xfrm>
          <a:custGeom>
            <a:avLst/>
            <a:gdLst/>
            <a:ahLst/>
            <a:cxnLst/>
            <a:rect l="0" t="0" r="713105" b="713105"/>
            <a:pathLst>
              <a:path w="713105" h="713105" extrusionOk="0">
                <a:moveTo>
                  <a:pt x="0" y="0"/>
                </a:moveTo>
                <a:lnTo>
                  <a:pt x="713105" y="0"/>
                </a:lnTo>
                <a:lnTo>
                  <a:pt x="713105" y="713105"/>
                </a:lnTo>
                <a:lnTo>
                  <a:pt x="0" y="713105"/>
                </a:lnTo>
                <a:lnTo>
                  <a:pt x="0" y="0"/>
                </a:lnTo>
                <a:close/>
              </a:path>
            </a:pathLst>
          </a:custGeom>
          <a:blipFill>
            <a:blip r:embed="rId4"/>
            <a:stretch/>
          </a:blipFill>
          <a:ln>
            <a:noFill/>
          </a:ln>
          <a:effectLst/>
        </p:spPr>
      </p:sp>
      <p:sp>
        <p:nvSpPr>
          <p:cNvPr id="1162944457" name="Freeform 12"/>
          <p:cNvSpPr/>
          <p:nvPr/>
        </p:nvSpPr>
        <p:spPr bwMode="auto">
          <a:xfrm>
            <a:off x="-546100" y="6885305"/>
            <a:ext cx="3983990" cy="3984625"/>
          </a:xfrm>
          <a:custGeom>
            <a:avLst/>
            <a:gdLst/>
            <a:ahLst/>
            <a:cxnLst/>
            <a:rect l="0" t="0" r="3983990" b="3984625"/>
            <a:pathLst>
              <a:path w="3983990" h="3984625" extrusionOk="0">
                <a:moveTo>
                  <a:pt x="0" y="0"/>
                </a:moveTo>
                <a:lnTo>
                  <a:pt x="3983990" y="0"/>
                </a:lnTo>
                <a:lnTo>
                  <a:pt x="3983990" y="3984623"/>
                </a:lnTo>
                <a:lnTo>
                  <a:pt x="0" y="3984623"/>
                </a:lnTo>
                <a:lnTo>
                  <a:pt x="0" y="0"/>
                </a:lnTo>
                <a:close/>
              </a:path>
            </a:pathLst>
          </a:custGeom>
          <a:blipFill>
            <a:blip r:embed="rId5"/>
            <a:stretch/>
          </a:blipFill>
          <a:ln>
            <a:noFill/>
          </a:ln>
          <a:effectLst/>
        </p:spPr>
      </p:sp>
      <p:sp>
        <p:nvSpPr>
          <p:cNvPr id="870360669" name="Freeform 13"/>
          <p:cNvSpPr/>
          <p:nvPr/>
        </p:nvSpPr>
        <p:spPr bwMode="auto">
          <a:xfrm>
            <a:off x="2987040" y="7590790"/>
            <a:ext cx="1908810" cy="1546225"/>
          </a:xfrm>
          <a:custGeom>
            <a:avLst/>
            <a:gdLst/>
            <a:ahLst/>
            <a:cxnLst/>
            <a:rect l="0" t="0" r="1908810" b="1546225"/>
            <a:pathLst>
              <a:path w="1908810" h="1546225" extrusionOk="0">
                <a:moveTo>
                  <a:pt x="0" y="0"/>
                </a:moveTo>
                <a:lnTo>
                  <a:pt x="1908810" y="0"/>
                </a:lnTo>
                <a:lnTo>
                  <a:pt x="1908810" y="1546225"/>
                </a:lnTo>
                <a:lnTo>
                  <a:pt x="0" y="1546225"/>
                </a:lnTo>
                <a:lnTo>
                  <a:pt x="0" y="0"/>
                </a:lnTo>
                <a:close/>
              </a:path>
            </a:pathLst>
          </a:custGeom>
          <a:blipFill>
            <a:blip r:embed="rId6"/>
            <a:stretch/>
          </a:blipFill>
          <a:ln>
            <a:noFill/>
          </a:ln>
          <a:effectLst/>
        </p:spPr>
      </p:sp>
      <p:sp>
        <p:nvSpPr>
          <p:cNvPr id="1655238278" name="TextBox 14"/>
          <p:cNvSpPr/>
          <p:nvPr/>
        </p:nvSpPr>
        <p:spPr bwMode="auto">
          <a:xfrm>
            <a:off x="2895600" y="2800350"/>
            <a:ext cx="12420600" cy="1162050"/>
          </a:xfrm>
          <a:prstGeom prst="rect">
            <a:avLst/>
          </a:prstGeom>
          <a:noFill/>
          <a:ln>
            <a:noFill/>
          </a:ln>
          <a:effectLst/>
        </p:spPr>
        <p:txBody>
          <a:bodyPr vert="horz" wrap="square" lIns="0" tIns="0" rIns="0" bIns="0" numCol="1" spcCol="215899" anchor="t"/>
          <a:lstStyle/>
          <a:p>
            <a:pPr algn="ctr">
              <a:lnSpc>
                <a:spcPts val="9795"/>
              </a:lnSpc>
              <a:defRPr sz="7000" b="1" cap="none">
                <a:solidFill>
                  <a:srgbClr val="FFFFFF"/>
                </a:solidFill>
                <a:latin typeface="Glacial Indifference"/>
                <a:ea typeface="Glacial Indifference"/>
                <a:cs typeface="Glacial Indifference"/>
              </a:defRPr>
            </a:pPr>
            <a:r>
              <a:t>Proses Keperawatan</a:t>
            </a:r>
          </a:p>
        </p:txBody>
      </p:sp>
      <p:sp>
        <p:nvSpPr>
          <p:cNvPr id="894782424" name="TextBox 15"/>
          <p:cNvSpPr/>
          <p:nvPr/>
        </p:nvSpPr>
        <p:spPr bwMode="auto">
          <a:xfrm>
            <a:off x="2732405" y="4279900"/>
            <a:ext cx="12823190" cy="3073400"/>
          </a:xfrm>
          <a:prstGeom prst="rect">
            <a:avLst/>
          </a:prstGeom>
          <a:noFill/>
          <a:ln>
            <a:noFill/>
          </a:ln>
          <a:effectLst/>
        </p:spPr>
        <p:txBody>
          <a:bodyPr vert="horz" wrap="square" lIns="0" tIns="0" rIns="0" bIns="0" numCol="1" spcCol="215899" anchor="t"/>
          <a:lstStyle/>
          <a:p>
            <a:pPr algn="ctr">
              <a:lnSpc>
                <a:spcPts val="4895"/>
              </a:lnSpc>
              <a:defRPr sz="3200" cap="none"/>
            </a:pPr>
            <a:r>
              <a:rPr cap="none">
                <a:solidFill>
                  <a:srgbClr val="FFFFFF"/>
                </a:solidFill>
                <a:latin typeface="Glacial Indifference"/>
                <a:ea typeface="Glacial Indifference"/>
                <a:cs typeface="Glacial Indifference"/>
              </a:rPr>
              <a:t>Proses keperawatan pada fraktur humerus meliputi pengkajian, diagnosa medis, perencanaan, implementasi, dan evaluasi. Proses keperawatan pada fraktur humerus bertujuan untuk memastikan pemulihan yang optimal dan mencegah komplikasi yang mungkin terjadi.</a:t>
            </a:r>
          </a:p>
        </p:txBody>
      </p:sp>
      <p:sp>
        <p:nvSpPr>
          <p:cNvPr id="849470061" name="TextBox 16"/>
          <p:cNvSpPr/>
          <p:nvPr/>
        </p:nvSpPr>
        <p:spPr bwMode="auto">
          <a:xfrm>
            <a:off x="11430000" y="8963025"/>
            <a:ext cx="4752340" cy="523875"/>
          </a:xfrm>
          <a:prstGeom prst="rect">
            <a:avLst/>
          </a:prstGeom>
          <a:noFill/>
          <a:ln>
            <a:noFill/>
          </a:ln>
          <a:effectLst/>
        </p:spPr>
        <p:txBody>
          <a:bodyPr vert="horz" wrap="square" lIns="0" tIns="0" rIns="0" bIns="0" numCol="1" spcCol="215899" anchor="t"/>
          <a:lstStyle/>
          <a:p>
            <a:pPr algn="r">
              <a:lnSpc>
                <a:spcPts val="4200"/>
              </a:lnSpc>
              <a:defRPr sz="3000" b="1" cap="none">
                <a:solidFill>
                  <a:srgbClr val="FFFFFF"/>
                </a:solidFill>
                <a:latin typeface="Glacial Indifference"/>
                <a:ea typeface="Glacial Indifference"/>
                <a:cs typeface="Glacial Indifference"/>
              </a:defRPr>
            </a:pPr>
            <a:r>
              <a:t>FRAKTUR HUMERUS </a:t>
            </a:r>
          </a:p>
        </p:txBody>
      </p:sp>
      <p:sp>
        <p:nvSpPr>
          <p:cNvPr id="1044645863" name="Freeform 17"/>
          <p:cNvSpPr/>
          <p:nvPr/>
        </p:nvSpPr>
        <p:spPr bwMode="auto">
          <a:xfrm>
            <a:off x="0" y="0"/>
            <a:ext cx="5100320" cy="2209800"/>
          </a:xfrm>
          <a:custGeom>
            <a:avLst/>
            <a:gdLst/>
            <a:ahLst/>
            <a:cxnLst/>
            <a:rect l="0" t="0" r="5100320" b="2209800"/>
            <a:pathLst>
              <a:path w="5100320" h="2209800" extrusionOk="0">
                <a:moveTo>
                  <a:pt x="0" y="0"/>
                </a:moveTo>
                <a:lnTo>
                  <a:pt x="5100320" y="0"/>
                </a:lnTo>
                <a:lnTo>
                  <a:pt x="5100320" y="2209800"/>
                </a:lnTo>
                <a:lnTo>
                  <a:pt x="0" y="2209800"/>
                </a:lnTo>
                <a:lnTo>
                  <a:pt x="0" y="0"/>
                </a:lnTo>
                <a:close/>
              </a:path>
            </a:pathLst>
          </a:custGeom>
          <a:blipFill>
            <a:blip r:embed="rId7"/>
            <a:stretch/>
          </a:blipFill>
          <a:ln>
            <a:noFill/>
          </a:ln>
          <a:effectLst/>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MasterPhAnim="0">
  <p:cSld name="Proses Keperawatan 2">
    <p:spTree>
      <p:nvGrpSpPr>
        <p:cNvPr id="1" name=""/>
        <p:cNvGrpSpPr/>
        <p:nvPr/>
      </p:nvGrpSpPr>
      <p:grpSpPr bwMode="auto">
        <a:xfrm>
          <a:off x="0" y="0"/>
          <a:ext cx="0" cy="0"/>
          <a:chOff x="0" y="0"/>
          <a:chExt cx="0" cy="0"/>
        </a:xfrm>
      </p:grpSpPr>
      <p:grpSp>
        <p:nvGrpSpPr>
          <p:cNvPr id="1342891140" name="Group 2"/>
          <p:cNvGrpSpPr/>
          <p:nvPr/>
        </p:nvGrpSpPr>
        <p:grpSpPr bwMode="auto">
          <a:xfrm>
            <a:off x="0" y="0"/>
            <a:ext cx="18288000" cy="213360"/>
            <a:chOff x="0" y="0"/>
            <a:chExt cx="18288000" cy="213360"/>
          </a:xfrm>
        </p:grpSpPr>
        <p:sp>
          <p:nvSpPr>
            <p:cNvPr id="4" name="Freeform 3"/>
            <p:cNvSpPr/>
            <p:nvPr/>
          </p:nvSpPr>
          <p:spPr bwMode="auto">
            <a:xfrm>
              <a:off x="0" y="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BFDDD2"/>
            </a:solidFill>
            <a:ln>
              <a:noFill/>
            </a:ln>
            <a:effectLst/>
          </p:spPr>
        </p:sp>
        <p:sp>
          <p:nvSpPr>
            <p:cNvPr id="3" name="TextBox 4"/>
            <p:cNvSpPr/>
            <p:nvPr/>
          </p:nvSpPr>
          <p:spPr bwMode="auto">
            <a:xfrm>
              <a:off x="0" y="-14478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975934792" name="TextBox 5"/>
          <p:cNvSpPr/>
          <p:nvPr/>
        </p:nvSpPr>
        <p:spPr bwMode="auto">
          <a:xfrm>
            <a:off x="11430000" y="8963025"/>
            <a:ext cx="4752340" cy="533400"/>
          </a:xfrm>
          <a:prstGeom prst="rect">
            <a:avLst/>
          </a:prstGeom>
          <a:noFill/>
          <a:ln>
            <a:noFill/>
          </a:ln>
          <a:effectLst/>
        </p:spPr>
        <p:txBody>
          <a:bodyPr vert="horz" wrap="square" lIns="0" tIns="0" rIns="0" bIns="0" numCol="1" spcCol="215899" anchor="t"/>
          <a:lstStyle/>
          <a:p>
            <a:pPr algn="r">
              <a:lnSpc>
                <a:spcPts val="4200"/>
              </a:lnSpc>
              <a:defRPr sz="3000" b="1" cap="none">
                <a:solidFill>
                  <a:srgbClr val="000000"/>
                </a:solidFill>
                <a:latin typeface="Glacial Indifference"/>
                <a:ea typeface="Glacial Indifference"/>
                <a:cs typeface="Glacial Indifference"/>
              </a:defRPr>
            </a:pPr>
            <a:r>
              <a:t>FRAKTUR HUMERUS</a:t>
            </a:r>
          </a:p>
        </p:txBody>
      </p:sp>
      <p:sp>
        <p:nvSpPr>
          <p:cNvPr id="1403805211" name="Freeform 6"/>
          <p:cNvSpPr/>
          <p:nvPr/>
        </p:nvSpPr>
        <p:spPr bwMode="auto">
          <a:xfrm>
            <a:off x="3695700" y="8016240"/>
            <a:ext cx="3905250" cy="4114800"/>
          </a:xfrm>
          <a:custGeom>
            <a:avLst/>
            <a:gdLst/>
            <a:ahLst/>
            <a:cxnLst/>
            <a:rect l="0" t="0" r="3905250" b="4114800"/>
            <a:pathLst>
              <a:path w="3905250" h="4114800" extrusionOk="0">
                <a:moveTo>
                  <a:pt x="0" y="0"/>
                </a:moveTo>
                <a:lnTo>
                  <a:pt x="3905250" y="0"/>
                </a:lnTo>
                <a:lnTo>
                  <a:pt x="3905250" y="4114800"/>
                </a:lnTo>
                <a:lnTo>
                  <a:pt x="0" y="4114800"/>
                </a:lnTo>
                <a:lnTo>
                  <a:pt x="0" y="0"/>
                </a:lnTo>
                <a:close/>
              </a:path>
            </a:pathLst>
          </a:custGeom>
          <a:blipFill>
            <a:blip r:embed="rId3"/>
            <a:stretch/>
          </a:blipFill>
          <a:ln>
            <a:noFill/>
          </a:ln>
          <a:effectLst/>
        </p:spPr>
      </p:sp>
      <p:grpSp>
        <p:nvGrpSpPr>
          <p:cNvPr id="1133593887" name="Group 7"/>
          <p:cNvGrpSpPr/>
          <p:nvPr/>
        </p:nvGrpSpPr>
        <p:grpSpPr bwMode="auto">
          <a:xfrm>
            <a:off x="0" y="10073640"/>
            <a:ext cx="18288000" cy="213360"/>
            <a:chOff x="0" y="10073640"/>
            <a:chExt cx="18288000" cy="213360"/>
          </a:xfrm>
        </p:grpSpPr>
        <p:sp>
          <p:nvSpPr>
            <p:cNvPr id="9" name="Freeform 8"/>
            <p:cNvSpPr/>
            <p:nvPr/>
          </p:nvSpPr>
          <p:spPr bwMode="auto">
            <a:xfrm>
              <a:off x="0" y="1007364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5DA295"/>
            </a:solidFill>
            <a:ln>
              <a:noFill/>
            </a:ln>
            <a:effectLst/>
          </p:spPr>
        </p:sp>
        <p:sp>
          <p:nvSpPr>
            <p:cNvPr id="8" name="TextBox 9"/>
            <p:cNvSpPr/>
            <p:nvPr/>
          </p:nvSpPr>
          <p:spPr bwMode="auto">
            <a:xfrm>
              <a:off x="0" y="992886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2143834968" name="Group 10"/>
          <p:cNvGrpSpPr/>
          <p:nvPr/>
        </p:nvGrpSpPr>
        <p:grpSpPr bwMode="auto">
          <a:xfrm>
            <a:off x="7600950" y="2334260"/>
            <a:ext cx="10687050" cy="5618480"/>
            <a:chOff x="7600950" y="2334260"/>
            <a:chExt cx="10687050" cy="5618480"/>
          </a:xfrm>
        </p:grpSpPr>
        <p:sp>
          <p:nvSpPr>
            <p:cNvPr id="12" name="Freeform 11"/>
            <p:cNvSpPr/>
            <p:nvPr/>
          </p:nvSpPr>
          <p:spPr bwMode="auto">
            <a:xfrm>
              <a:off x="7600950" y="2334260"/>
              <a:ext cx="10687050" cy="5618480"/>
            </a:xfrm>
            <a:custGeom>
              <a:avLst/>
              <a:gdLst/>
              <a:ahLst/>
              <a:cxnLst/>
              <a:rect l="0" t="0" r="10687050" b="5618480"/>
              <a:pathLst>
                <a:path w="10687050" h="5618480" extrusionOk="0">
                  <a:moveTo>
                    <a:pt x="0" y="0"/>
                  </a:moveTo>
                  <a:lnTo>
                    <a:pt x="10687050" y="0"/>
                  </a:lnTo>
                  <a:lnTo>
                    <a:pt x="10687050" y="5618480"/>
                  </a:lnTo>
                  <a:lnTo>
                    <a:pt x="0" y="5618480"/>
                  </a:lnTo>
                  <a:close/>
                </a:path>
              </a:pathLst>
            </a:custGeom>
            <a:solidFill>
              <a:srgbClr val="BFDDD2"/>
            </a:solidFill>
            <a:ln>
              <a:noFill/>
            </a:ln>
            <a:effectLst/>
          </p:spPr>
        </p:sp>
        <p:sp>
          <p:nvSpPr>
            <p:cNvPr id="11" name="TextBox 12"/>
            <p:cNvSpPr/>
            <p:nvPr/>
          </p:nvSpPr>
          <p:spPr bwMode="auto">
            <a:xfrm>
              <a:off x="7600950" y="2189480"/>
              <a:ext cx="10687050" cy="576326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944222360" name="Freeform 13"/>
          <p:cNvSpPr/>
          <p:nvPr/>
        </p:nvSpPr>
        <p:spPr bwMode="auto">
          <a:xfrm>
            <a:off x="16182340" y="758190"/>
            <a:ext cx="3675380" cy="3675380"/>
          </a:xfrm>
          <a:custGeom>
            <a:avLst/>
            <a:gdLst/>
            <a:ahLst/>
            <a:cxnLst/>
            <a:rect l="0" t="0" r="3675380" b="3675380"/>
            <a:pathLst>
              <a:path w="3675380" h="3675380" extrusionOk="0">
                <a:moveTo>
                  <a:pt x="0" y="0"/>
                </a:moveTo>
                <a:lnTo>
                  <a:pt x="3675380" y="0"/>
                </a:lnTo>
                <a:lnTo>
                  <a:pt x="3675380" y="3675380"/>
                </a:lnTo>
                <a:lnTo>
                  <a:pt x="0" y="3675380"/>
                </a:lnTo>
                <a:lnTo>
                  <a:pt x="0" y="0"/>
                </a:lnTo>
                <a:close/>
              </a:path>
            </a:pathLst>
          </a:custGeom>
          <a:blipFill>
            <a:blip r:embed="rId4"/>
            <a:stretch/>
          </a:blipFill>
          <a:ln>
            <a:noFill/>
          </a:ln>
          <a:effectLst/>
        </p:spPr>
      </p:sp>
      <p:sp>
        <p:nvSpPr>
          <p:cNvPr id="967595587" name="Freeform 14"/>
          <p:cNvSpPr/>
          <p:nvPr/>
        </p:nvSpPr>
        <p:spPr bwMode="auto">
          <a:xfrm>
            <a:off x="2484755" y="6805295"/>
            <a:ext cx="1210945" cy="1210945"/>
          </a:xfrm>
          <a:custGeom>
            <a:avLst/>
            <a:gdLst/>
            <a:ahLst/>
            <a:cxnLst/>
            <a:rect l="0" t="0" r="1210945" b="1210945"/>
            <a:pathLst>
              <a:path w="1210945" h="1210945" extrusionOk="0">
                <a:moveTo>
                  <a:pt x="0" y="0"/>
                </a:moveTo>
                <a:lnTo>
                  <a:pt x="1210946" y="0"/>
                </a:lnTo>
                <a:lnTo>
                  <a:pt x="1210946" y="1210946"/>
                </a:lnTo>
                <a:lnTo>
                  <a:pt x="0" y="1210946"/>
                </a:lnTo>
                <a:lnTo>
                  <a:pt x="0" y="0"/>
                </a:lnTo>
                <a:close/>
              </a:path>
            </a:pathLst>
          </a:custGeom>
          <a:blipFill>
            <a:blip r:embed="rId5"/>
            <a:stretch/>
          </a:blipFill>
          <a:ln>
            <a:noFill/>
          </a:ln>
          <a:effectLst/>
        </p:spPr>
      </p:sp>
      <p:sp>
        <p:nvSpPr>
          <p:cNvPr id="1206132051" name="TextBox 15"/>
          <p:cNvSpPr/>
          <p:nvPr/>
        </p:nvSpPr>
        <p:spPr bwMode="auto">
          <a:xfrm>
            <a:off x="1497330" y="3028315"/>
            <a:ext cx="4949190" cy="2605404"/>
          </a:xfrm>
          <a:prstGeom prst="rect">
            <a:avLst/>
          </a:prstGeom>
          <a:noFill/>
          <a:ln>
            <a:noFill/>
          </a:ln>
          <a:effectLst/>
        </p:spPr>
        <p:txBody>
          <a:bodyPr vert="horz" wrap="square" lIns="0" tIns="0" rIns="0" bIns="0" numCol="1" spcCol="215899" anchor="t"/>
          <a:lstStyle/>
          <a:p>
            <a:pPr algn="l">
              <a:lnSpc>
                <a:spcPts val="6840"/>
              </a:lnSpc>
              <a:defRPr sz="5400" b="1" cap="none">
                <a:solidFill>
                  <a:srgbClr val="000000"/>
                </a:solidFill>
                <a:latin typeface="Glacial Indifference"/>
                <a:ea typeface="Glacial Indifference"/>
                <a:cs typeface="Glacial Indifference"/>
              </a:defRPr>
            </a:pPr>
            <a:r>
              <a:t>Proses Keperawatan: Pengkajian</a:t>
            </a:r>
          </a:p>
        </p:txBody>
      </p:sp>
      <p:sp>
        <p:nvSpPr>
          <p:cNvPr id="1183048859" name="TextBox 16"/>
          <p:cNvSpPr/>
          <p:nvPr/>
        </p:nvSpPr>
        <p:spPr bwMode="auto">
          <a:xfrm>
            <a:off x="16563975" y="8834120"/>
            <a:ext cx="955040" cy="799465"/>
          </a:xfrm>
          <a:prstGeom prst="rect">
            <a:avLst/>
          </a:prstGeom>
          <a:noFill/>
          <a:ln>
            <a:noFill/>
          </a:ln>
          <a:effectLst/>
        </p:spPr>
        <p:txBody>
          <a:bodyPr vert="horz" wrap="square" lIns="0" tIns="0" rIns="0" bIns="0" numCol="1" spcCol="215899" anchor="t"/>
          <a:lstStyle/>
          <a:p>
            <a:pPr algn="r">
              <a:lnSpc>
                <a:spcPts val="6295"/>
              </a:lnSpc>
              <a:defRPr sz="4500" b="1" cap="none">
                <a:solidFill>
                  <a:srgbClr val="000000"/>
                </a:solidFill>
                <a:latin typeface="Glacial Indifference"/>
                <a:ea typeface="Glacial Indifference"/>
                <a:cs typeface="Glacial Indifference"/>
              </a:defRPr>
            </a:pPr>
            <a:r>
              <a:t>16</a:t>
            </a:r>
          </a:p>
        </p:txBody>
      </p:sp>
      <p:sp>
        <p:nvSpPr>
          <p:cNvPr id="1377966810" name="TextBox 17"/>
          <p:cNvSpPr/>
          <p:nvPr/>
        </p:nvSpPr>
        <p:spPr bwMode="auto">
          <a:xfrm>
            <a:off x="8231505" y="3001009"/>
            <a:ext cx="8582660" cy="3704590"/>
          </a:xfrm>
          <a:prstGeom prst="rect">
            <a:avLst/>
          </a:prstGeom>
          <a:noFill/>
          <a:ln>
            <a:noFill/>
          </a:ln>
          <a:effectLst/>
        </p:spPr>
        <p:txBody>
          <a:bodyPr vert="horz" wrap="square" lIns="0" tIns="0" rIns="0" bIns="0" numCol="1" spcCol="215899" anchor="t"/>
          <a:lstStyle/>
          <a:p>
            <a:pPr algn="l">
              <a:lnSpc>
                <a:spcPts val="4900"/>
              </a:lnSpc>
              <a:defRPr sz="3200" cap="none">
                <a:latin typeface="Glacial Indifference"/>
                <a:ea typeface="Glacial Indifference"/>
                <a:cs typeface="Glacial Indifference"/>
              </a:defRPr>
            </a:pPr>
            <a:r>
              <a:rPr cap="none">
                <a:solidFill>
                  <a:srgbClr val="000000"/>
                </a:solidFill>
              </a:rPr>
              <a:t>Tanggal Pengkajian	: 11 Desember 2023</a:t>
            </a:r>
          </a:p>
          <a:p>
            <a:pPr algn="l">
              <a:lnSpc>
                <a:spcPts val="4900"/>
              </a:lnSpc>
              <a:defRPr sz="3200" cap="none">
                <a:latin typeface="Glacial Indifference"/>
                <a:ea typeface="Glacial Indifference"/>
                <a:cs typeface="Glacial Indifference"/>
              </a:defRPr>
            </a:pPr>
            <a:r>
              <a:rPr cap="none">
                <a:solidFill>
                  <a:srgbClr val="000000"/>
                </a:solidFill>
              </a:rPr>
              <a:t>Tanggal Masuk	: 8 Desember 2023</a:t>
            </a:r>
          </a:p>
          <a:p>
            <a:pPr algn="l">
              <a:lnSpc>
                <a:spcPts val="4900"/>
              </a:lnSpc>
              <a:defRPr sz="3200" cap="none">
                <a:latin typeface="Glacial Indifference"/>
                <a:ea typeface="Glacial Indifference"/>
                <a:cs typeface="Glacial Indifference"/>
              </a:defRPr>
            </a:pPr>
            <a:r>
              <a:rPr cap="none">
                <a:solidFill>
                  <a:srgbClr val="000000"/>
                </a:solidFill>
              </a:rPr>
              <a:t>Ruang/Kelas		: Cempaka Barat</a:t>
            </a:r>
          </a:p>
          <a:p>
            <a:pPr algn="l">
              <a:lnSpc>
                <a:spcPts val="4900"/>
              </a:lnSpc>
              <a:defRPr sz="3200" cap="none">
                <a:latin typeface="Glacial Indifference"/>
                <a:ea typeface="Glacial Indifference"/>
                <a:cs typeface="Glacial Indifference"/>
              </a:defRPr>
            </a:pPr>
            <a:r>
              <a:rPr cap="none">
                <a:solidFill>
                  <a:srgbClr val="000000"/>
                </a:solidFill>
              </a:rPr>
              <a:t>Diagnosa Medis	: Susp. Fraktur distal humerus dx. Susp. Fraktur proksimal humerus tertutup dx. CKR, Fraktur maxiliaris</a:t>
            </a:r>
            <a:br>
              <a:rPr/>
            </a:br>
            <a:endParaRPr cap="none">
              <a:solidFill>
                <a:srgbClr val="000000"/>
              </a:solidFill>
            </a:endParaRPr>
          </a:p>
          <a:p>
            <a:pPr algn="l">
              <a:lnSpc>
                <a:spcPts val="4900"/>
              </a:lnSpc>
              <a:defRPr sz="3200" cap="none">
                <a:latin typeface="Glacial Indifference"/>
                <a:ea typeface="Glacial Indifference"/>
                <a:cs typeface="Glacial Indifference"/>
              </a:defRPr>
            </a:pPr>
            <a:endParaRPr/>
          </a:p>
        </p:txBody>
      </p:sp>
      <p:sp>
        <p:nvSpPr>
          <p:cNvPr id="1714594388" name="AutoShape 18"/>
          <p:cNvSpPr/>
          <p:nvPr/>
        </p:nvSpPr>
        <p:spPr bwMode="auto">
          <a:xfrm>
            <a:off x="16563975" y="8877300"/>
            <a:ext cx="0" cy="762000"/>
          </a:xfrm>
          <a:prstGeom prst="line">
            <a:avLst/>
          </a:prstGeom>
          <a:noFill/>
          <a:ln w="95250" cap="flat" cmpd="sng" algn="ctr">
            <a:solidFill>
              <a:srgbClr val="5DA295"/>
            </a:solidFill>
            <a:prstDash val="solid"/>
            <a:headEnd type="none"/>
            <a:tailEnd type="none"/>
          </a:ln>
          <a:effectLst/>
        </p:spPr>
      </p:sp>
      <p:sp>
        <p:nvSpPr>
          <p:cNvPr id="1195541090" name="Freeform 19"/>
          <p:cNvSpPr/>
          <p:nvPr/>
        </p:nvSpPr>
        <p:spPr bwMode="auto">
          <a:xfrm>
            <a:off x="0" y="0"/>
            <a:ext cx="5100320" cy="2209800"/>
          </a:xfrm>
          <a:custGeom>
            <a:avLst/>
            <a:gdLst/>
            <a:ahLst/>
            <a:cxnLst/>
            <a:rect l="0" t="0" r="5100320" b="2209800"/>
            <a:pathLst>
              <a:path w="5100320" h="2209800" extrusionOk="0">
                <a:moveTo>
                  <a:pt x="0" y="0"/>
                </a:moveTo>
                <a:lnTo>
                  <a:pt x="5100320" y="0"/>
                </a:lnTo>
                <a:lnTo>
                  <a:pt x="5100320" y="2209800"/>
                </a:lnTo>
                <a:lnTo>
                  <a:pt x="0" y="2209800"/>
                </a:lnTo>
                <a:lnTo>
                  <a:pt x="0" y="0"/>
                </a:lnTo>
                <a:close/>
              </a:path>
            </a:pathLst>
          </a:custGeom>
          <a:blipFill>
            <a:blip r:embed="rId6"/>
            <a:stretch/>
          </a:blipFill>
          <a:ln>
            <a:noFill/>
          </a:ln>
          <a:effectLst/>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MasterPhAnim="0">
  <p:cSld name="Proses Keperawatan 3">
    <p:spTree>
      <p:nvGrpSpPr>
        <p:cNvPr id="1" name=""/>
        <p:cNvGrpSpPr/>
        <p:nvPr/>
      </p:nvGrpSpPr>
      <p:grpSpPr bwMode="auto">
        <a:xfrm>
          <a:off x="0" y="0"/>
          <a:ext cx="0" cy="0"/>
          <a:chOff x="0" y="0"/>
          <a:chExt cx="0" cy="0"/>
        </a:xfrm>
      </p:grpSpPr>
      <p:grpSp>
        <p:nvGrpSpPr>
          <p:cNvPr id="1789545143" name="Group 2"/>
          <p:cNvGrpSpPr/>
          <p:nvPr/>
        </p:nvGrpSpPr>
        <p:grpSpPr bwMode="auto">
          <a:xfrm>
            <a:off x="0" y="0"/>
            <a:ext cx="18288000" cy="213360"/>
            <a:chOff x="0" y="0"/>
            <a:chExt cx="18288000" cy="213360"/>
          </a:xfrm>
        </p:grpSpPr>
        <p:sp>
          <p:nvSpPr>
            <p:cNvPr id="4" name="Freeform 3"/>
            <p:cNvSpPr/>
            <p:nvPr/>
          </p:nvSpPr>
          <p:spPr bwMode="auto">
            <a:xfrm>
              <a:off x="0" y="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BFDDD2"/>
            </a:solidFill>
            <a:ln>
              <a:noFill/>
            </a:ln>
            <a:effectLst/>
          </p:spPr>
        </p:sp>
        <p:sp>
          <p:nvSpPr>
            <p:cNvPr id="3" name="TextBox 4"/>
            <p:cNvSpPr/>
            <p:nvPr/>
          </p:nvSpPr>
          <p:spPr bwMode="auto">
            <a:xfrm>
              <a:off x="0" y="-14478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462771351" name="TextBox 5"/>
          <p:cNvSpPr/>
          <p:nvPr/>
        </p:nvSpPr>
        <p:spPr bwMode="auto">
          <a:xfrm>
            <a:off x="11430000" y="8963025"/>
            <a:ext cx="4752340" cy="523875"/>
          </a:xfrm>
          <a:prstGeom prst="rect">
            <a:avLst/>
          </a:prstGeom>
          <a:noFill/>
          <a:ln>
            <a:noFill/>
          </a:ln>
          <a:effectLst/>
        </p:spPr>
        <p:txBody>
          <a:bodyPr vert="horz" wrap="square" lIns="0" tIns="0" rIns="0" bIns="0" numCol="1" spcCol="215899" anchor="t"/>
          <a:lstStyle/>
          <a:p>
            <a:pPr algn="r">
              <a:lnSpc>
                <a:spcPts val="4200"/>
              </a:lnSpc>
              <a:defRPr sz="3000" b="1" cap="none">
                <a:solidFill>
                  <a:srgbClr val="000000"/>
                </a:solidFill>
                <a:latin typeface="Glacial Indifference"/>
                <a:ea typeface="Glacial Indifference"/>
                <a:cs typeface="Glacial Indifference"/>
              </a:defRPr>
            </a:pPr>
            <a:r>
              <a:t>FRAKTUR HUMERUS</a:t>
            </a:r>
          </a:p>
        </p:txBody>
      </p:sp>
      <p:sp>
        <p:nvSpPr>
          <p:cNvPr id="875736931" name="Freeform 6"/>
          <p:cNvSpPr/>
          <p:nvPr/>
        </p:nvSpPr>
        <p:spPr bwMode="auto">
          <a:xfrm>
            <a:off x="3695700" y="8016240"/>
            <a:ext cx="3905250" cy="4114800"/>
          </a:xfrm>
          <a:custGeom>
            <a:avLst/>
            <a:gdLst/>
            <a:ahLst/>
            <a:cxnLst/>
            <a:rect l="0" t="0" r="3905250" b="4114800"/>
            <a:pathLst>
              <a:path w="3905250" h="4114800" extrusionOk="0">
                <a:moveTo>
                  <a:pt x="0" y="0"/>
                </a:moveTo>
                <a:lnTo>
                  <a:pt x="3905250" y="0"/>
                </a:lnTo>
                <a:lnTo>
                  <a:pt x="3905250" y="4114800"/>
                </a:lnTo>
                <a:lnTo>
                  <a:pt x="0" y="4114800"/>
                </a:lnTo>
                <a:lnTo>
                  <a:pt x="0" y="0"/>
                </a:lnTo>
                <a:close/>
              </a:path>
            </a:pathLst>
          </a:custGeom>
          <a:blipFill>
            <a:blip r:embed="rId3"/>
            <a:stretch/>
          </a:blipFill>
          <a:ln>
            <a:noFill/>
          </a:ln>
          <a:effectLst/>
        </p:spPr>
      </p:sp>
      <p:grpSp>
        <p:nvGrpSpPr>
          <p:cNvPr id="598806660" name="Group 7"/>
          <p:cNvGrpSpPr/>
          <p:nvPr/>
        </p:nvGrpSpPr>
        <p:grpSpPr bwMode="auto">
          <a:xfrm>
            <a:off x="0" y="10073640"/>
            <a:ext cx="18288000" cy="213360"/>
            <a:chOff x="0" y="10073640"/>
            <a:chExt cx="18288000" cy="213360"/>
          </a:xfrm>
        </p:grpSpPr>
        <p:sp>
          <p:nvSpPr>
            <p:cNvPr id="9" name="Freeform 8"/>
            <p:cNvSpPr/>
            <p:nvPr/>
          </p:nvSpPr>
          <p:spPr bwMode="auto">
            <a:xfrm>
              <a:off x="0" y="1007364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5DA295"/>
            </a:solidFill>
            <a:ln>
              <a:noFill/>
            </a:ln>
            <a:effectLst/>
          </p:spPr>
        </p:sp>
        <p:sp>
          <p:nvSpPr>
            <p:cNvPr id="8" name="TextBox 9"/>
            <p:cNvSpPr/>
            <p:nvPr/>
          </p:nvSpPr>
          <p:spPr bwMode="auto">
            <a:xfrm>
              <a:off x="0" y="992886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184175076" name="Group 10"/>
          <p:cNvGrpSpPr/>
          <p:nvPr/>
        </p:nvGrpSpPr>
        <p:grpSpPr bwMode="auto">
          <a:xfrm>
            <a:off x="7600950" y="2334260"/>
            <a:ext cx="10687050" cy="5618480"/>
            <a:chOff x="7600950" y="2334260"/>
            <a:chExt cx="10687050" cy="5618480"/>
          </a:xfrm>
        </p:grpSpPr>
        <p:sp>
          <p:nvSpPr>
            <p:cNvPr id="12" name="Freeform 11"/>
            <p:cNvSpPr/>
            <p:nvPr/>
          </p:nvSpPr>
          <p:spPr bwMode="auto">
            <a:xfrm>
              <a:off x="7600950" y="2334260"/>
              <a:ext cx="10687050" cy="5618480"/>
            </a:xfrm>
            <a:custGeom>
              <a:avLst/>
              <a:gdLst/>
              <a:ahLst/>
              <a:cxnLst/>
              <a:rect l="0" t="0" r="10687050" b="5618480"/>
              <a:pathLst>
                <a:path w="10687050" h="5618480" extrusionOk="0">
                  <a:moveTo>
                    <a:pt x="0" y="0"/>
                  </a:moveTo>
                  <a:lnTo>
                    <a:pt x="10687050" y="0"/>
                  </a:lnTo>
                  <a:lnTo>
                    <a:pt x="10687050" y="5618480"/>
                  </a:lnTo>
                  <a:lnTo>
                    <a:pt x="0" y="5618480"/>
                  </a:lnTo>
                  <a:close/>
                </a:path>
              </a:pathLst>
            </a:custGeom>
            <a:solidFill>
              <a:srgbClr val="BFDDD2"/>
            </a:solidFill>
            <a:ln>
              <a:noFill/>
            </a:ln>
            <a:effectLst/>
          </p:spPr>
        </p:sp>
        <p:sp>
          <p:nvSpPr>
            <p:cNvPr id="11" name="TextBox 12"/>
            <p:cNvSpPr/>
            <p:nvPr/>
          </p:nvSpPr>
          <p:spPr bwMode="auto">
            <a:xfrm>
              <a:off x="7600950" y="2189480"/>
              <a:ext cx="10687050" cy="576326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1350435848" name="Freeform 13"/>
          <p:cNvSpPr/>
          <p:nvPr/>
        </p:nvSpPr>
        <p:spPr bwMode="auto">
          <a:xfrm>
            <a:off x="16182340" y="758190"/>
            <a:ext cx="3675380" cy="3675380"/>
          </a:xfrm>
          <a:custGeom>
            <a:avLst/>
            <a:gdLst/>
            <a:ahLst/>
            <a:cxnLst/>
            <a:rect l="0" t="0" r="3675380" b="3675380"/>
            <a:pathLst>
              <a:path w="3675380" h="3675380" extrusionOk="0">
                <a:moveTo>
                  <a:pt x="0" y="0"/>
                </a:moveTo>
                <a:lnTo>
                  <a:pt x="3675380" y="0"/>
                </a:lnTo>
                <a:lnTo>
                  <a:pt x="3675380" y="3675380"/>
                </a:lnTo>
                <a:lnTo>
                  <a:pt x="0" y="3675380"/>
                </a:lnTo>
                <a:lnTo>
                  <a:pt x="0" y="0"/>
                </a:lnTo>
                <a:close/>
              </a:path>
            </a:pathLst>
          </a:custGeom>
          <a:blipFill>
            <a:blip r:embed="rId4"/>
            <a:stretch/>
          </a:blipFill>
          <a:ln>
            <a:noFill/>
          </a:ln>
          <a:effectLst/>
        </p:spPr>
      </p:sp>
      <p:sp>
        <p:nvSpPr>
          <p:cNvPr id="263960966" name="Freeform 14"/>
          <p:cNvSpPr/>
          <p:nvPr/>
        </p:nvSpPr>
        <p:spPr bwMode="auto">
          <a:xfrm>
            <a:off x="2484755" y="6805295"/>
            <a:ext cx="1210945" cy="1210945"/>
          </a:xfrm>
          <a:custGeom>
            <a:avLst/>
            <a:gdLst/>
            <a:ahLst/>
            <a:cxnLst/>
            <a:rect l="0" t="0" r="1210945" b="1210945"/>
            <a:pathLst>
              <a:path w="1210945" h="1210945" extrusionOk="0">
                <a:moveTo>
                  <a:pt x="0" y="0"/>
                </a:moveTo>
                <a:lnTo>
                  <a:pt x="1210946" y="0"/>
                </a:lnTo>
                <a:lnTo>
                  <a:pt x="1210946" y="1210946"/>
                </a:lnTo>
                <a:lnTo>
                  <a:pt x="0" y="1210946"/>
                </a:lnTo>
                <a:lnTo>
                  <a:pt x="0" y="0"/>
                </a:lnTo>
                <a:close/>
              </a:path>
            </a:pathLst>
          </a:custGeom>
          <a:blipFill>
            <a:blip r:embed="rId5"/>
            <a:stretch/>
          </a:blipFill>
          <a:ln>
            <a:noFill/>
          </a:ln>
          <a:effectLst/>
        </p:spPr>
      </p:sp>
      <p:sp>
        <p:nvSpPr>
          <p:cNvPr id="1919672256" name="TextBox 15"/>
          <p:cNvSpPr/>
          <p:nvPr/>
        </p:nvSpPr>
        <p:spPr bwMode="auto">
          <a:xfrm>
            <a:off x="1497330" y="3028315"/>
            <a:ext cx="4949190" cy="2605404"/>
          </a:xfrm>
          <a:prstGeom prst="rect">
            <a:avLst/>
          </a:prstGeom>
          <a:noFill/>
          <a:ln>
            <a:noFill/>
          </a:ln>
          <a:effectLst/>
        </p:spPr>
        <p:txBody>
          <a:bodyPr vert="horz" wrap="square" lIns="0" tIns="0" rIns="0" bIns="0" numCol="1" spcCol="215899" anchor="t"/>
          <a:lstStyle/>
          <a:p>
            <a:pPr algn="l">
              <a:lnSpc>
                <a:spcPts val="6840"/>
              </a:lnSpc>
              <a:defRPr sz="5400" b="1" cap="none">
                <a:solidFill>
                  <a:srgbClr val="000000"/>
                </a:solidFill>
                <a:latin typeface="Glacial Indifference"/>
                <a:ea typeface="Glacial Indifference"/>
                <a:cs typeface="Glacial Indifference"/>
              </a:defRPr>
            </a:pPr>
            <a:r>
              <a:t>Proses Keperawatan: Data dasar</a:t>
            </a:r>
          </a:p>
        </p:txBody>
      </p:sp>
      <p:sp>
        <p:nvSpPr>
          <p:cNvPr id="252586723" name="TextBox 16"/>
          <p:cNvSpPr/>
          <p:nvPr/>
        </p:nvSpPr>
        <p:spPr bwMode="auto">
          <a:xfrm>
            <a:off x="16563975" y="8834120"/>
            <a:ext cx="955040" cy="799465"/>
          </a:xfrm>
          <a:prstGeom prst="rect">
            <a:avLst/>
          </a:prstGeom>
          <a:noFill/>
          <a:ln>
            <a:noFill/>
          </a:ln>
          <a:effectLst/>
        </p:spPr>
        <p:txBody>
          <a:bodyPr vert="horz" wrap="square" lIns="0" tIns="0" rIns="0" bIns="0" numCol="1" spcCol="215899" anchor="t"/>
          <a:lstStyle/>
          <a:p>
            <a:pPr algn="r">
              <a:lnSpc>
                <a:spcPts val="6295"/>
              </a:lnSpc>
              <a:defRPr sz="4500" b="1" cap="none">
                <a:solidFill>
                  <a:srgbClr val="000000"/>
                </a:solidFill>
                <a:latin typeface="Glacial Indifference"/>
                <a:ea typeface="Glacial Indifference"/>
                <a:cs typeface="Glacial Indifference"/>
              </a:defRPr>
            </a:pPr>
            <a:r>
              <a:t>17</a:t>
            </a:r>
          </a:p>
        </p:txBody>
      </p:sp>
      <p:sp>
        <p:nvSpPr>
          <p:cNvPr id="623909923" name="TextBox 17"/>
          <p:cNvSpPr/>
          <p:nvPr/>
        </p:nvSpPr>
        <p:spPr bwMode="auto">
          <a:xfrm>
            <a:off x="8231505" y="3001009"/>
            <a:ext cx="8582660" cy="3733800"/>
          </a:xfrm>
          <a:prstGeom prst="rect">
            <a:avLst/>
          </a:prstGeom>
          <a:noFill/>
          <a:ln>
            <a:noFill/>
          </a:ln>
          <a:effectLst/>
        </p:spPr>
        <p:txBody>
          <a:bodyPr vert="horz" wrap="square" lIns="0" tIns="0" rIns="0" bIns="0" numCol="1" spcCol="215899" anchor="t"/>
          <a:lstStyle/>
          <a:p>
            <a:pPr algn="l">
              <a:lnSpc>
                <a:spcPts val="4900"/>
              </a:lnSpc>
              <a:defRPr sz="3200" cap="none"/>
            </a:pPr>
            <a:r>
              <a:rPr cap="none">
                <a:solidFill>
                  <a:srgbClr val="000000"/>
                </a:solidFill>
                <a:latin typeface="Glacial Indifference"/>
                <a:ea typeface="Glacial Indifference"/>
                <a:cs typeface="Glacial Indifference"/>
              </a:rPr>
              <a:t>Nama 			: Tn. H</a:t>
            </a:r>
          </a:p>
          <a:p>
            <a:pPr algn="l">
              <a:lnSpc>
                <a:spcPts val="4900"/>
              </a:lnSpc>
              <a:defRPr sz="3200" cap="none"/>
            </a:pPr>
            <a:r>
              <a:rPr cap="none">
                <a:solidFill>
                  <a:srgbClr val="000000"/>
                </a:solidFill>
                <a:latin typeface="Glacial Indifference"/>
                <a:ea typeface="Glacial Indifference"/>
                <a:cs typeface="Glacial Indifference"/>
              </a:rPr>
              <a:t>Datang dari 		: IGD</a:t>
            </a:r>
          </a:p>
          <a:p>
            <a:pPr algn="l">
              <a:lnSpc>
                <a:spcPts val="4900"/>
              </a:lnSpc>
              <a:defRPr sz="3200" cap="none"/>
            </a:pPr>
            <a:r>
              <a:rPr cap="none">
                <a:solidFill>
                  <a:srgbClr val="000000"/>
                </a:solidFill>
                <a:latin typeface="Glacial Indifference"/>
                <a:ea typeface="Glacial Indifference"/>
                <a:cs typeface="Glacial Indifference"/>
              </a:rPr>
              <a:t>Datang dengan 	: Brankar</a:t>
            </a:r>
          </a:p>
          <a:p>
            <a:pPr algn="l">
              <a:lnSpc>
                <a:spcPts val="4900"/>
              </a:lnSpc>
              <a:defRPr sz="3200" cap="none"/>
            </a:pPr>
            <a:r>
              <a:rPr cap="none">
                <a:solidFill>
                  <a:srgbClr val="000000"/>
                </a:solidFill>
                <a:latin typeface="Glacial Indifference"/>
                <a:ea typeface="Glacial Indifference"/>
                <a:cs typeface="Glacial Indifference"/>
              </a:rPr>
              <a:t>Alasan masuk 		: Pasien datang dari IGD jatuh dari tangga dengan keluhan nyeri akut di bagian lengan atas</a:t>
            </a:r>
          </a:p>
        </p:txBody>
      </p:sp>
      <p:sp>
        <p:nvSpPr>
          <p:cNvPr id="1804690866" name="AutoShape 18"/>
          <p:cNvSpPr/>
          <p:nvPr/>
        </p:nvSpPr>
        <p:spPr bwMode="auto">
          <a:xfrm>
            <a:off x="16563975" y="8877300"/>
            <a:ext cx="0" cy="762000"/>
          </a:xfrm>
          <a:prstGeom prst="line">
            <a:avLst/>
          </a:prstGeom>
          <a:noFill/>
          <a:ln w="95250" cap="flat" cmpd="sng" algn="ctr">
            <a:solidFill>
              <a:srgbClr val="5DA295"/>
            </a:solidFill>
            <a:prstDash val="solid"/>
            <a:headEnd type="none"/>
            <a:tailEnd type="none"/>
          </a:ln>
          <a:effectLst/>
        </p:spPr>
      </p:sp>
      <p:sp>
        <p:nvSpPr>
          <p:cNvPr id="1667835993" name="Freeform 19"/>
          <p:cNvSpPr/>
          <p:nvPr/>
        </p:nvSpPr>
        <p:spPr bwMode="auto">
          <a:xfrm>
            <a:off x="0" y="0"/>
            <a:ext cx="5100320" cy="2209800"/>
          </a:xfrm>
          <a:custGeom>
            <a:avLst/>
            <a:gdLst/>
            <a:ahLst/>
            <a:cxnLst/>
            <a:rect l="0" t="0" r="5100320" b="2209800"/>
            <a:pathLst>
              <a:path w="5100320" h="2209800" extrusionOk="0">
                <a:moveTo>
                  <a:pt x="0" y="0"/>
                </a:moveTo>
                <a:lnTo>
                  <a:pt x="5100320" y="0"/>
                </a:lnTo>
                <a:lnTo>
                  <a:pt x="5100320" y="2209800"/>
                </a:lnTo>
                <a:lnTo>
                  <a:pt x="0" y="2209800"/>
                </a:lnTo>
                <a:lnTo>
                  <a:pt x="0" y="0"/>
                </a:lnTo>
                <a:close/>
              </a:path>
            </a:pathLst>
          </a:custGeom>
          <a:blipFill>
            <a:blip r:embed="rId6"/>
            <a:stretch/>
          </a:blipFill>
          <a:ln>
            <a:noFill/>
          </a:ln>
          <a:effectLst/>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MasterPhAnim="0">
  <p:cSld name="Proses Keperawatan 4">
    <p:spTree>
      <p:nvGrpSpPr>
        <p:cNvPr id="1" name=""/>
        <p:cNvGrpSpPr/>
        <p:nvPr/>
      </p:nvGrpSpPr>
      <p:grpSpPr bwMode="auto">
        <a:xfrm>
          <a:off x="0" y="0"/>
          <a:ext cx="0" cy="0"/>
          <a:chOff x="0" y="0"/>
          <a:chExt cx="0" cy="0"/>
        </a:xfrm>
      </p:grpSpPr>
      <p:grpSp>
        <p:nvGrpSpPr>
          <p:cNvPr id="1806485521" name="Group 2"/>
          <p:cNvGrpSpPr/>
          <p:nvPr/>
        </p:nvGrpSpPr>
        <p:grpSpPr bwMode="auto">
          <a:xfrm>
            <a:off x="0" y="0"/>
            <a:ext cx="18288000" cy="213360"/>
            <a:chOff x="0" y="0"/>
            <a:chExt cx="18288000" cy="213360"/>
          </a:xfrm>
        </p:grpSpPr>
        <p:sp>
          <p:nvSpPr>
            <p:cNvPr id="4" name="Freeform 3"/>
            <p:cNvSpPr/>
            <p:nvPr/>
          </p:nvSpPr>
          <p:spPr bwMode="auto">
            <a:xfrm>
              <a:off x="0" y="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BFDDD2"/>
            </a:solidFill>
            <a:ln>
              <a:noFill/>
            </a:ln>
            <a:effectLst/>
          </p:spPr>
        </p:sp>
        <p:sp>
          <p:nvSpPr>
            <p:cNvPr id="3" name="TextBox 4"/>
            <p:cNvSpPr/>
            <p:nvPr/>
          </p:nvSpPr>
          <p:spPr bwMode="auto">
            <a:xfrm>
              <a:off x="0" y="-14478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1782697325" name="TextBox 5"/>
          <p:cNvSpPr/>
          <p:nvPr/>
        </p:nvSpPr>
        <p:spPr bwMode="auto">
          <a:xfrm>
            <a:off x="11430000" y="8963025"/>
            <a:ext cx="4752340" cy="533400"/>
          </a:xfrm>
          <a:prstGeom prst="rect">
            <a:avLst/>
          </a:prstGeom>
          <a:noFill/>
          <a:ln>
            <a:noFill/>
          </a:ln>
          <a:effectLst/>
        </p:spPr>
        <p:txBody>
          <a:bodyPr vert="horz" wrap="square" lIns="0" tIns="0" rIns="0" bIns="0" numCol="1" spcCol="215899" anchor="t"/>
          <a:lstStyle/>
          <a:p>
            <a:pPr algn="r">
              <a:lnSpc>
                <a:spcPts val="4200"/>
              </a:lnSpc>
              <a:defRPr sz="3000" b="1" cap="none">
                <a:solidFill>
                  <a:srgbClr val="000000"/>
                </a:solidFill>
                <a:latin typeface="Glacial Indifference"/>
                <a:ea typeface="Glacial Indifference"/>
                <a:cs typeface="Glacial Indifference"/>
              </a:defRPr>
            </a:pPr>
            <a:r>
              <a:t>FRAKTUR HUMERUS</a:t>
            </a:r>
          </a:p>
        </p:txBody>
      </p:sp>
      <p:sp>
        <p:nvSpPr>
          <p:cNvPr id="2028879140" name="Freeform 6"/>
          <p:cNvSpPr/>
          <p:nvPr/>
        </p:nvSpPr>
        <p:spPr bwMode="auto">
          <a:xfrm>
            <a:off x="3695700" y="8016240"/>
            <a:ext cx="3905250" cy="4114800"/>
          </a:xfrm>
          <a:custGeom>
            <a:avLst/>
            <a:gdLst/>
            <a:ahLst/>
            <a:cxnLst/>
            <a:rect l="0" t="0" r="3905250" b="4114800"/>
            <a:pathLst>
              <a:path w="3905250" h="4114800" extrusionOk="0">
                <a:moveTo>
                  <a:pt x="0" y="0"/>
                </a:moveTo>
                <a:lnTo>
                  <a:pt x="3905250" y="0"/>
                </a:lnTo>
                <a:lnTo>
                  <a:pt x="3905250" y="4114800"/>
                </a:lnTo>
                <a:lnTo>
                  <a:pt x="0" y="4114800"/>
                </a:lnTo>
                <a:lnTo>
                  <a:pt x="0" y="0"/>
                </a:lnTo>
                <a:close/>
              </a:path>
            </a:pathLst>
          </a:custGeom>
          <a:blipFill>
            <a:blip r:embed="rId3"/>
            <a:stretch/>
          </a:blipFill>
          <a:ln>
            <a:noFill/>
          </a:ln>
          <a:effectLst/>
        </p:spPr>
      </p:sp>
      <p:grpSp>
        <p:nvGrpSpPr>
          <p:cNvPr id="744324215" name="Group 7"/>
          <p:cNvGrpSpPr/>
          <p:nvPr/>
        </p:nvGrpSpPr>
        <p:grpSpPr bwMode="auto">
          <a:xfrm>
            <a:off x="0" y="10073640"/>
            <a:ext cx="18288000" cy="213360"/>
            <a:chOff x="0" y="10073640"/>
            <a:chExt cx="18288000" cy="213360"/>
          </a:xfrm>
        </p:grpSpPr>
        <p:sp>
          <p:nvSpPr>
            <p:cNvPr id="9" name="Freeform 8"/>
            <p:cNvSpPr/>
            <p:nvPr/>
          </p:nvSpPr>
          <p:spPr bwMode="auto">
            <a:xfrm>
              <a:off x="0" y="1007364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5DA295"/>
            </a:solidFill>
            <a:ln>
              <a:noFill/>
            </a:ln>
            <a:effectLst/>
          </p:spPr>
        </p:sp>
        <p:sp>
          <p:nvSpPr>
            <p:cNvPr id="8" name="TextBox 9"/>
            <p:cNvSpPr/>
            <p:nvPr/>
          </p:nvSpPr>
          <p:spPr bwMode="auto">
            <a:xfrm>
              <a:off x="0" y="992886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1940707592" name="Group 10"/>
          <p:cNvGrpSpPr/>
          <p:nvPr/>
        </p:nvGrpSpPr>
        <p:grpSpPr bwMode="auto">
          <a:xfrm>
            <a:off x="7600950" y="2334260"/>
            <a:ext cx="10687050" cy="5618480"/>
            <a:chOff x="7600950" y="2334260"/>
            <a:chExt cx="10687050" cy="5618480"/>
          </a:xfrm>
        </p:grpSpPr>
        <p:sp>
          <p:nvSpPr>
            <p:cNvPr id="12" name="Freeform 11"/>
            <p:cNvSpPr/>
            <p:nvPr/>
          </p:nvSpPr>
          <p:spPr bwMode="auto">
            <a:xfrm>
              <a:off x="7600950" y="2334260"/>
              <a:ext cx="10687050" cy="5618480"/>
            </a:xfrm>
            <a:custGeom>
              <a:avLst/>
              <a:gdLst/>
              <a:ahLst/>
              <a:cxnLst/>
              <a:rect l="0" t="0" r="10687050" b="5618480"/>
              <a:pathLst>
                <a:path w="10687050" h="5618480" extrusionOk="0">
                  <a:moveTo>
                    <a:pt x="0" y="0"/>
                  </a:moveTo>
                  <a:lnTo>
                    <a:pt x="10687050" y="0"/>
                  </a:lnTo>
                  <a:lnTo>
                    <a:pt x="10687050" y="5618480"/>
                  </a:lnTo>
                  <a:lnTo>
                    <a:pt x="0" y="5618480"/>
                  </a:lnTo>
                  <a:close/>
                </a:path>
              </a:pathLst>
            </a:custGeom>
            <a:solidFill>
              <a:srgbClr val="BFDDD2"/>
            </a:solidFill>
            <a:ln>
              <a:noFill/>
            </a:ln>
            <a:effectLst/>
          </p:spPr>
        </p:sp>
        <p:sp>
          <p:nvSpPr>
            <p:cNvPr id="11" name="TextBox 12"/>
            <p:cNvSpPr/>
            <p:nvPr/>
          </p:nvSpPr>
          <p:spPr bwMode="auto">
            <a:xfrm>
              <a:off x="7600950" y="2189480"/>
              <a:ext cx="10687050" cy="576326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1994484329" name="Freeform 13"/>
          <p:cNvSpPr/>
          <p:nvPr/>
        </p:nvSpPr>
        <p:spPr bwMode="auto">
          <a:xfrm>
            <a:off x="16182340" y="758190"/>
            <a:ext cx="3675380" cy="3675380"/>
          </a:xfrm>
          <a:custGeom>
            <a:avLst/>
            <a:gdLst/>
            <a:ahLst/>
            <a:cxnLst/>
            <a:rect l="0" t="0" r="3675380" b="3675380"/>
            <a:pathLst>
              <a:path w="3675380" h="3675380" extrusionOk="0">
                <a:moveTo>
                  <a:pt x="0" y="0"/>
                </a:moveTo>
                <a:lnTo>
                  <a:pt x="3675380" y="0"/>
                </a:lnTo>
                <a:lnTo>
                  <a:pt x="3675380" y="3675380"/>
                </a:lnTo>
                <a:lnTo>
                  <a:pt x="0" y="3675380"/>
                </a:lnTo>
                <a:lnTo>
                  <a:pt x="0" y="0"/>
                </a:lnTo>
                <a:close/>
              </a:path>
            </a:pathLst>
          </a:custGeom>
          <a:blipFill>
            <a:blip r:embed="rId4"/>
            <a:stretch/>
          </a:blipFill>
          <a:ln>
            <a:noFill/>
          </a:ln>
          <a:effectLst/>
        </p:spPr>
      </p:sp>
      <p:sp>
        <p:nvSpPr>
          <p:cNvPr id="1150429010" name="Freeform 14"/>
          <p:cNvSpPr/>
          <p:nvPr/>
        </p:nvSpPr>
        <p:spPr bwMode="auto">
          <a:xfrm>
            <a:off x="2484755" y="6805295"/>
            <a:ext cx="1210945" cy="1210945"/>
          </a:xfrm>
          <a:custGeom>
            <a:avLst/>
            <a:gdLst/>
            <a:ahLst/>
            <a:cxnLst/>
            <a:rect l="0" t="0" r="1210945" b="1210945"/>
            <a:pathLst>
              <a:path w="1210945" h="1210945" extrusionOk="0">
                <a:moveTo>
                  <a:pt x="0" y="0"/>
                </a:moveTo>
                <a:lnTo>
                  <a:pt x="1210946" y="0"/>
                </a:lnTo>
                <a:lnTo>
                  <a:pt x="1210946" y="1210946"/>
                </a:lnTo>
                <a:lnTo>
                  <a:pt x="0" y="1210946"/>
                </a:lnTo>
                <a:lnTo>
                  <a:pt x="0" y="0"/>
                </a:lnTo>
                <a:close/>
              </a:path>
            </a:pathLst>
          </a:custGeom>
          <a:blipFill>
            <a:blip r:embed="rId5"/>
            <a:stretch/>
          </a:blipFill>
          <a:ln>
            <a:noFill/>
          </a:ln>
          <a:effectLst/>
        </p:spPr>
      </p:sp>
      <p:sp>
        <p:nvSpPr>
          <p:cNvPr id="61262730" name="TextBox 15"/>
          <p:cNvSpPr/>
          <p:nvPr/>
        </p:nvSpPr>
        <p:spPr bwMode="auto">
          <a:xfrm>
            <a:off x="1497330" y="3028315"/>
            <a:ext cx="4949190" cy="3472180"/>
          </a:xfrm>
          <a:prstGeom prst="rect">
            <a:avLst/>
          </a:prstGeom>
          <a:noFill/>
          <a:ln>
            <a:noFill/>
          </a:ln>
          <a:effectLst/>
        </p:spPr>
        <p:txBody>
          <a:bodyPr vert="horz" wrap="square" lIns="0" tIns="0" rIns="0" bIns="0" numCol="1" spcCol="215899" anchor="t"/>
          <a:lstStyle/>
          <a:p>
            <a:pPr algn="l">
              <a:lnSpc>
                <a:spcPts val="6840"/>
              </a:lnSpc>
              <a:defRPr sz="5400" b="1" cap="none">
                <a:solidFill>
                  <a:srgbClr val="000000"/>
                </a:solidFill>
                <a:latin typeface="Glacial Indifference"/>
                <a:ea typeface="Glacial Indifference"/>
                <a:cs typeface="Glacial Indifference"/>
              </a:defRPr>
            </a:pPr>
            <a:r>
              <a:t>Proses Keperawatan: Riwayat kesehatan</a:t>
            </a:r>
          </a:p>
        </p:txBody>
      </p:sp>
      <p:sp>
        <p:nvSpPr>
          <p:cNvPr id="1042450314" name="TextBox 16"/>
          <p:cNvSpPr/>
          <p:nvPr/>
        </p:nvSpPr>
        <p:spPr bwMode="auto">
          <a:xfrm>
            <a:off x="16563975" y="8834120"/>
            <a:ext cx="955040" cy="799465"/>
          </a:xfrm>
          <a:prstGeom prst="rect">
            <a:avLst/>
          </a:prstGeom>
          <a:noFill/>
          <a:ln>
            <a:noFill/>
          </a:ln>
          <a:effectLst/>
        </p:spPr>
        <p:txBody>
          <a:bodyPr vert="horz" wrap="square" lIns="0" tIns="0" rIns="0" bIns="0" numCol="1" spcCol="215899" anchor="t"/>
          <a:lstStyle/>
          <a:p>
            <a:pPr algn="r">
              <a:lnSpc>
                <a:spcPts val="6295"/>
              </a:lnSpc>
              <a:defRPr sz="4500" b="1" cap="none">
                <a:solidFill>
                  <a:srgbClr val="000000"/>
                </a:solidFill>
                <a:latin typeface="Glacial Indifference"/>
                <a:ea typeface="Glacial Indifference"/>
                <a:cs typeface="Glacial Indifference"/>
              </a:defRPr>
            </a:pPr>
            <a:r>
              <a:t>18</a:t>
            </a:r>
          </a:p>
        </p:txBody>
      </p:sp>
      <p:sp>
        <p:nvSpPr>
          <p:cNvPr id="416945847" name="TextBox 17"/>
          <p:cNvSpPr/>
          <p:nvPr/>
        </p:nvSpPr>
        <p:spPr bwMode="auto">
          <a:xfrm>
            <a:off x="8231505" y="3001009"/>
            <a:ext cx="8582660" cy="2489200"/>
          </a:xfrm>
          <a:prstGeom prst="rect">
            <a:avLst/>
          </a:prstGeom>
          <a:noFill/>
          <a:ln>
            <a:noFill/>
          </a:ln>
          <a:effectLst/>
        </p:spPr>
        <p:txBody>
          <a:bodyPr vert="horz" wrap="square" lIns="0" tIns="0" rIns="0" bIns="0" numCol="1" spcCol="215899" anchor="t"/>
          <a:lstStyle/>
          <a:p>
            <a:pPr algn="l">
              <a:lnSpc>
                <a:spcPts val="4900"/>
              </a:lnSpc>
              <a:defRPr sz="3200" cap="none"/>
            </a:pPr>
            <a:r>
              <a:rPr cap="none">
                <a:solidFill>
                  <a:srgbClr val="000000"/>
                </a:solidFill>
                <a:latin typeface="Glacial Indifference"/>
                <a:ea typeface="Glacial Indifference"/>
                <a:cs typeface="Glacial Indifference"/>
              </a:rPr>
              <a:t>Pernah dirawat: Tidak</a:t>
            </a:r>
          </a:p>
          <a:p>
            <a:pPr algn="l">
              <a:lnSpc>
                <a:spcPts val="4900"/>
              </a:lnSpc>
              <a:defRPr sz="3200" cap="none"/>
            </a:pPr>
            <a:r>
              <a:rPr cap="none">
                <a:solidFill>
                  <a:srgbClr val="000000"/>
                </a:solidFill>
                <a:latin typeface="Glacial Indifference"/>
                <a:ea typeface="Glacial Indifference"/>
                <a:cs typeface="Glacial Indifference"/>
              </a:rPr>
              <a:t>Riwayat penyakit dalam keluarga: Tidak ada</a:t>
            </a:r>
          </a:p>
          <a:p>
            <a:pPr algn="l">
              <a:lnSpc>
                <a:spcPts val="4900"/>
              </a:lnSpc>
              <a:defRPr sz="3200" cap="none"/>
            </a:pPr>
            <a:r>
              <a:rPr cap="none">
                <a:solidFill>
                  <a:srgbClr val="000000"/>
                </a:solidFill>
                <a:latin typeface="Glacial Indifference"/>
                <a:ea typeface="Glacial Indifference"/>
                <a:cs typeface="Glacial Indifference"/>
              </a:rPr>
              <a:t>Riwayat alergi: Tidak ada</a:t>
            </a:r>
          </a:p>
          <a:p>
            <a:pPr algn="l">
              <a:lnSpc>
                <a:spcPts val="4900"/>
              </a:lnSpc>
              <a:defRPr sz="3200" cap="none"/>
            </a:pPr>
            <a:r>
              <a:rPr cap="none">
                <a:solidFill>
                  <a:srgbClr val="000000"/>
                </a:solidFill>
                <a:latin typeface="Glacial Indifference"/>
                <a:ea typeface="Glacial Indifference"/>
                <a:cs typeface="Glacial Indifference"/>
              </a:rPr>
              <a:t>Riwayat gawat darurat: Tidak</a:t>
            </a:r>
          </a:p>
        </p:txBody>
      </p:sp>
      <p:sp>
        <p:nvSpPr>
          <p:cNvPr id="1165870030" name="AutoShape 18"/>
          <p:cNvSpPr/>
          <p:nvPr/>
        </p:nvSpPr>
        <p:spPr bwMode="auto">
          <a:xfrm>
            <a:off x="16563975" y="8877300"/>
            <a:ext cx="0" cy="762000"/>
          </a:xfrm>
          <a:prstGeom prst="line">
            <a:avLst/>
          </a:prstGeom>
          <a:noFill/>
          <a:ln w="95250" cap="flat" cmpd="sng" algn="ctr">
            <a:solidFill>
              <a:srgbClr val="5DA295"/>
            </a:solidFill>
            <a:prstDash val="solid"/>
            <a:headEnd type="none"/>
            <a:tailEnd type="none"/>
          </a:ln>
          <a:effectLst/>
        </p:spPr>
      </p:sp>
      <p:sp>
        <p:nvSpPr>
          <p:cNvPr id="1829488648" name="Freeform 19"/>
          <p:cNvSpPr/>
          <p:nvPr/>
        </p:nvSpPr>
        <p:spPr bwMode="auto">
          <a:xfrm>
            <a:off x="0" y="0"/>
            <a:ext cx="5100320" cy="2209800"/>
          </a:xfrm>
          <a:custGeom>
            <a:avLst/>
            <a:gdLst/>
            <a:ahLst/>
            <a:cxnLst/>
            <a:rect l="0" t="0" r="5100320" b="2209800"/>
            <a:pathLst>
              <a:path w="5100320" h="2209800" extrusionOk="0">
                <a:moveTo>
                  <a:pt x="0" y="0"/>
                </a:moveTo>
                <a:lnTo>
                  <a:pt x="5100320" y="0"/>
                </a:lnTo>
                <a:lnTo>
                  <a:pt x="5100320" y="2209800"/>
                </a:lnTo>
                <a:lnTo>
                  <a:pt x="0" y="2209800"/>
                </a:lnTo>
                <a:lnTo>
                  <a:pt x="0" y="0"/>
                </a:lnTo>
                <a:close/>
              </a:path>
            </a:pathLst>
          </a:custGeom>
          <a:blipFill>
            <a:blip r:embed="rId6"/>
            <a:stretch/>
          </a:blipFill>
          <a:ln>
            <a:noFill/>
          </a:ln>
          <a:effectLst/>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PhAnim="0">
  <p:cSld name="Proses Keperawatan 5">
    <p:spTree>
      <p:nvGrpSpPr>
        <p:cNvPr id="1" name=""/>
        <p:cNvGrpSpPr/>
        <p:nvPr/>
      </p:nvGrpSpPr>
      <p:grpSpPr bwMode="auto">
        <a:xfrm>
          <a:off x="0" y="0"/>
          <a:ext cx="0" cy="0"/>
          <a:chOff x="0" y="0"/>
          <a:chExt cx="0" cy="0"/>
        </a:xfrm>
      </p:grpSpPr>
      <p:grpSp>
        <p:nvGrpSpPr>
          <p:cNvPr id="946660134" name="Group 2"/>
          <p:cNvGrpSpPr/>
          <p:nvPr/>
        </p:nvGrpSpPr>
        <p:grpSpPr bwMode="auto">
          <a:xfrm>
            <a:off x="0" y="0"/>
            <a:ext cx="18288000" cy="213360"/>
            <a:chOff x="0" y="0"/>
            <a:chExt cx="18288000" cy="213360"/>
          </a:xfrm>
        </p:grpSpPr>
        <p:sp>
          <p:nvSpPr>
            <p:cNvPr id="4" name="Freeform 3"/>
            <p:cNvSpPr/>
            <p:nvPr/>
          </p:nvSpPr>
          <p:spPr bwMode="auto">
            <a:xfrm>
              <a:off x="0" y="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BFDDD2"/>
            </a:solidFill>
            <a:ln>
              <a:noFill/>
            </a:ln>
            <a:effectLst/>
          </p:spPr>
        </p:sp>
        <p:sp>
          <p:nvSpPr>
            <p:cNvPr id="3" name="TextBox 4"/>
            <p:cNvSpPr/>
            <p:nvPr/>
          </p:nvSpPr>
          <p:spPr bwMode="auto">
            <a:xfrm>
              <a:off x="0" y="-14478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364090789" name="TextBox 5"/>
          <p:cNvSpPr/>
          <p:nvPr/>
        </p:nvSpPr>
        <p:spPr bwMode="auto">
          <a:xfrm>
            <a:off x="11430000" y="8963025"/>
            <a:ext cx="4752340" cy="523875"/>
          </a:xfrm>
          <a:prstGeom prst="rect">
            <a:avLst/>
          </a:prstGeom>
          <a:noFill/>
          <a:ln>
            <a:noFill/>
          </a:ln>
          <a:effectLst/>
        </p:spPr>
        <p:txBody>
          <a:bodyPr vert="horz" wrap="square" lIns="0" tIns="0" rIns="0" bIns="0" numCol="1" spcCol="215899" anchor="t"/>
          <a:lstStyle/>
          <a:p>
            <a:pPr algn="r">
              <a:lnSpc>
                <a:spcPts val="4200"/>
              </a:lnSpc>
              <a:defRPr sz="3000" b="1" cap="none">
                <a:solidFill>
                  <a:srgbClr val="000000"/>
                </a:solidFill>
                <a:latin typeface="Glacial Indifference"/>
                <a:ea typeface="Glacial Indifference"/>
                <a:cs typeface="Glacial Indifference"/>
              </a:defRPr>
            </a:pPr>
            <a:r>
              <a:t>FRAKTUR HUMERUS</a:t>
            </a:r>
          </a:p>
        </p:txBody>
      </p:sp>
      <p:sp>
        <p:nvSpPr>
          <p:cNvPr id="1947050181" name="Freeform 6"/>
          <p:cNvSpPr/>
          <p:nvPr/>
        </p:nvSpPr>
        <p:spPr bwMode="auto">
          <a:xfrm>
            <a:off x="3695700" y="8016240"/>
            <a:ext cx="3905250" cy="4114800"/>
          </a:xfrm>
          <a:custGeom>
            <a:avLst/>
            <a:gdLst/>
            <a:ahLst/>
            <a:cxnLst/>
            <a:rect l="0" t="0" r="3905250" b="4114800"/>
            <a:pathLst>
              <a:path w="3905250" h="4114800" extrusionOk="0">
                <a:moveTo>
                  <a:pt x="0" y="0"/>
                </a:moveTo>
                <a:lnTo>
                  <a:pt x="3905250" y="0"/>
                </a:lnTo>
                <a:lnTo>
                  <a:pt x="3905250" y="4114800"/>
                </a:lnTo>
                <a:lnTo>
                  <a:pt x="0" y="4114800"/>
                </a:lnTo>
                <a:lnTo>
                  <a:pt x="0" y="0"/>
                </a:lnTo>
                <a:close/>
              </a:path>
            </a:pathLst>
          </a:custGeom>
          <a:blipFill>
            <a:blip r:embed="rId3"/>
            <a:stretch/>
          </a:blipFill>
          <a:ln>
            <a:noFill/>
          </a:ln>
          <a:effectLst/>
        </p:spPr>
      </p:sp>
      <p:grpSp>
        <p:nvGrpSpPr>
          <p:cNvPr id="492961802" name="Group 7"/>
          <p:cNvGrpSpPr/>
          <p:nvPr/>
        </p:nvGrpSpPr>
        <p:grpSpPr bwMode="auto">
          <a:xfrm>
            <a:off x="0" y="10073640"/>
            <a:ext cx="18288000" cy="213360"/>
            <a:chOff x="0" y="10073640"/>
            <a:chExt cx="18288000" cy="213360"/>
          </a:xfrm>
        </p:grpSpPr>
        <p:sp>
          <p:nvSpPr>
            <p:cNvPr id="9" name="Freeform 8"/>
            <p:cNvSpPr/>
            <p:nvPr/>
          </p:nvSpPr>
          <p:spPr bwMode="auto">
            <a:xfrm>
              <a:off x="0" y="1007364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5DA295"/>
            </a:solidFill>
            <a:ln>
              <a:noFill/>
            </a:ln>
            <a:effectLst/>
          </p:spPr>
        </p:sp>
        <p:sp>
          <p:nvSpPr>
            <p:cNvPr id="8" name="TextBox 9"/>
            <p:cNvSpPr/>
            <p:nvPr/>
          </p:nvSpPr>
          <p:spPr bwMode="auto">
            <a:xfrm>
              <a:off x="0" y="992886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1077355093" name="Group 10"/>
          <p:cNvGrpSpPr/>
          <p:nvPr/>
        </p:nvGrpSpPr>
        <p:grpSpPr bwMode="auto">
          <a:xfrm>
            <a:off x="7600950" y="2334260"/>
            <a:ext cx="10687050" cy="5618480"/>
            <a:chOff x="7600950" y="2334260"/>
            <a:chExt cx="10687050" cy="5618480"/>
          </a:xfrm>
        </p:grpSpPr>
        <p:sp>
          <p:nvSpPr>
            <p:cNvPr id="12" name="Freeform 11"/>
            <p:cNvSpPr/>
            <p:nvPr/>
          </p:nvSpPr>
          <p:spPr bwMode="auto">
            <a:xfrm>
              <a:off x="7600950" y="2334260"/>
              <a:ext cx="10687050" cy="5618480"/>
            </a:xfrm>
            <a:custGeom>
              <a:avLst/>
              <a:gdLst/>
              <a:ahLst/>
              <a:cxnLst/>
              <a:rect l="0" t="0" r="10687050" b="5618480"/>
              <a:pathLst>
                <a:path w="10687050" h="5618480" extrusionOk="0">
                  <a:moveTo>
                    <a:pt x="0" y="0"/>
                  </a:moveTo>
                  <a:lnTo>
                    <a:pt x="10687050" y="0"/>
                  </a:lnTo>
                  <a:lnTo>
                    <a:pt x="10687050" y="5618480"/>
                  </a:lnTo>
                  <a:lnTo>
                    <a:pt x="0" y="5618480"/>
                  </a:lnTo>
                  <a:close/>
                </a:path>
              </a:pathLst>
            </a:custGeom>
            <a:solidFill>
              <a:srgbClr val="BFDDD2"/>
            </a:solidFill>
            <a:ln>
              <a:noFill/>
            </a:ln>
            <a:effectLst/>
          </p:spPr>
        </p:sp>
        <p:sp>
          <p:nvSpPr>
            <p:cNvPr id="11" name="TextBox 12"/>
            <p:cNvSpPr/>
            <p:nvPr/>
          </p:nvSpPr>
          <p:spPr bwMode="auto">
            <a:xfrm>
              <a:off x="7600950" y="2189480"/>
              <a:ext cx="10687050" cy="576326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62846873" name="Freeform 13"/>
          <p:cNvSpPr/>
          <p:nvPr/>
        </p:nvSpPr>
        <p:spPr bwMode="auto">
          <a:xfrm>
            <a:off x="16182340" y="758190"/>
            <a:ext cx="3675380" cy="3675380"/>
          </a:xfrm>
          <a:custGeom>
            <a:avLst/>
            <a:gdLst/>
            <a:ahLst/>
            <a:cxnLst/>
            <a:rect l="0" t="0" r="3675380" b="3675380"/>
            <a:pathLst>
              <a:path w="3675380" h="3675380" extrusionOk="0">
                <a:moveTo>
                  <a:pt x="0" y="0"/>
                </a:moveTo>
                <a:lnTo>
                  <a:pt x="3675380" y="0"/>
                </a:lnTo>
                <a:lnTo>
                  <a:pt x="3675380" y="3675380"/>
                </a:lnTo>
                <a:lnTo>
                  <a:pt x="0" y="3675380"/>
                </a:lnTo>
                <a:lnTo>
                  <a:pt x="0" y="0"/>
                </a:lnTo>
                <a:close/>
              </a:path>
            </a:pathLst>
          </a:custGeom>
          <a:blipFill>
            <a:blip r:embed="rId4"/>
            <a:stretch/>
          </a:blipFill>
          <a:ln>
            <a:noFill/>
          </a:ln>
          <a:effectLst/>
        </p:spPr>
      </p:sp>
      <p:sp>
        <p:nvSpPr>
          <p:cNvPr id="61582022" name="Freeform 14"/>
          <p:cNvSpPr/>
          <p:nvPr/>
        </p:nvSpPr>
        <p:spPr bwMode="auto">
          <a:xfrm>
            <a:off x="2484755" y="6805295"/>
            <a:ext cx="1210945" cy="1210945"/>
          </a:xfrm>
          <a:custGeom>
            <a:avLst/>
            <a:gdLst/>
            <a:ahLst/>
            <a:cxnLst/>
            <a:rect l="0" t="0" r="1210945" b="1210945"/>
            <a:pathLst>
              <a:path w="1210945" h="1210945" extrusionOk="0">
                <a:moveTo>
                  <a:pt x="0" y="0"/>
                </a:moveTo>
                <a:lnTo>
                  <a:pt x="1210946" y="0"/>
                </a:lnTo>
                <a:lnTo>
                  <a:pt x="1210946" y="1210946"/>
                </a:lnTo>
                <a:lnTo>
                  <a:pt x="0" y="1210946"/>
                </a:lnTo>
                <a:lnTo>
                  <a:pt x="0" y="0"/>
                </a:lnTo>
                <a:close/>
              </a:path>
            </a:pathLst>
          </a:custGeom>
          <a:blipFill>
            <a:blip r:embed="rId5"/>
            <a:stretch/>
          </a:blipFill>
          <a:ln>
            <a:noFill/>
          </a:ln>
          <a:effectLst/>
        </p:spPr>
      </p:sp>
      <p:sp>
        <p:nvSpPr>
          <p:cNvPr id="415887954" name="TextBox 15"/>
          <p:cNvSpPr/>
          <p:nvPr/>
        </p:nvSpPr>
        <p:spPr bwMode="auto">
          <a:xfrm>
            <a:off x="1497330" y="3028315"/>
            <a:ext cx="4949190" cy="3474720"/>
          </a:xfrm>
          <a:prstGeom prst="rect">
            <a:avLst/>
          </a:prstGeom>
          <a:noFill/>
          <a:ln>
            <a:noFill/>
          </a:ln>
          <a:effectLst/>
        </p:spPr>
        <p:txBody>
          <a:bodyPr vert="horz" wrap="square" lIns="0" tIns="0" rIns="0" bIns="0" numCol="1" spcCol="215899" anchor="t"/>
          <a:lstStyle/>
          <a:p>
            <a:pPr algn="l">
              <a:lnSpc>
                <a:spcPts val="6840"/>
              </a:lnSpc>
              <a:defRPr sz="5400" cap="none">
                <a:latin typeface="Glacial Indifference"/>
                <a:ea typeface="Glacial Indifference"/>
                <a:cs typeface="Glacial Indifference"/>
              </a:defRPr>
            </a:pPr>
            <a:r>
              <a:rPr b="1" cap="none">
                <a:solidFill>
                  <a:srgbClr val="000000"/>
                </a:solidFill>
              </a:rPr>
              <a:t>Proses Keperawatan: Riwayat psikososial</a:t>
            </a:r>
          </a:p>
        </p:txBody>
      </p:sp>
      <p:sp>
        <p:nvSpPr>
          <p:cNvPr id="1816933163" name="TextBox 16"/>
          <p:cNvSpPr/>
          <p:nvPr/>
        </p:nvSpPr>
        <p:spPr bwMode="auto">
          <a:xfrm>
            <a:off x="16563975" y="8834120"/>
            <a:ext cx="955040" cy="799465"/>
          </a:xfrm>
          <a:prstGeom prst="rect">
            <a:avLst/>
          </a:prstGeom>
          <a:noFill/>
          <a:ln>
            <a:noFill/>
          </a:ln>
          <a:effectLst/>
        </p:spPr>
        <p:txBody>
          <a:bodyPr vert="horz" wrap="square" lIns="0" tIns="0" rIns="0" bIns="0" numCol="1" spcCol="215899" anchor="t"/>
          <a:lstStyle/>
          <a:p>
            <a:pPr algn="r">
              <a:lnSpc>
                <a:spcPts val="6295"/>
              </a:lnSpc>
              <a:defRPr sz="4500" b="1" cap="none">
                <a:solidFill>
                  <a:srgbClr val="000000"/>
                </a:solidFill>
                <a:latin typeface="Glacial Indifference"/>
                <a:ea typeface="Glacial Indifference"/>
                <a:cs typeface="Glacial Indifference"/>
              </a:defRPr>
            </a:pPr>
            <a:r>
              <a:t>19</a:t>
            </a:r>
          </a:p>
        </p:txBody>
      </p:sp>
      <p:sp>
        <p:nvSpPr>
          <p:cNvPr id="1182524134" name="TextBox 17"/>
          <p:cNvSpPr/>
          <p:nvPr/>
        </p:nvSpPr>
        <p:spPr bwMode="auto">
          <a:xfrm>
            <a:off x="8458835" y="2635250"/>
            <a:ext cx="8582660" cy="4978400"/>
          </a:xfrm>
          <a:prstGeom prst="rect">
            <a:avLst/>
          </a:prstGeom>
          <a:noFill/>
          <a:ln>
            <a:noFill/>
          </a:ln>
          <a:effectLst/>
        </p:spPr>
        <p:txBody>
          <a:bodyPr vert="horz" wrap="square" lIns="0" tIns="0" rIns="0" bIns="0" numCol="1" spcCol="215899" anchor="t"/>
          <a:lstStyle/>
          <a:p>
            <a:pPr marL="539750" indent="-360045" algn="l">
              <a:lnSpc>
                <a:spcPts val="4900"/>
              </a:lnSpc>
              <a:buFont typeface="Arial"/>
              <a:buChar char="•"/>
              <a:defRPr sz="3200" cap="none"/>
            </a:pPr>
            <a:r>
              <a:rPr cap="none">
                <a:solidFill>
                  <a:srgbClr val="000000"/>
                </a:solidFill>
                <a:latin typeface="Glacial Indifference"/>
                <a:ea typeface="Glacial Indifference"/>
                <a:cs typeface="Glacial Indifference"/>
              </a:rPr>
              <a:t>Status psikologi: Tenang</a:t>
            </a:r>
          </a:p>
          <a:p>
            <a:pPr marL="539750" indent="-360045" algn="l">
              <a:lnSpc>
                <a:spcPts val="4900"/>
              </a:lnSpc>
              <a:buFont typeface="Arial"/>
              <a:buChar char="•"/>
              <a:defRPr sz="3200" cap="none"/>
            </a:pPr>
            <a:r>
              <a:rPr cap="none">
                <a:solidFill>
                  <a:srgbClr val="000000"/>
                </a:solidFill>
                <a:latin typeface="Glacial Indifference"/>
                <a:ea typeface="Glacial Indifference"/>
                <a:cs typeface="Glacial Indifference"/>
              </a:rPr>
              <a:t>Status mental: Sadar dan orientasi baik</a:t>
            </a:r>
          </a:p>
          <a:p>
            <a:pPr marL="539750" indent="-360045" algn="l">
              <a:lnSpc>
                <a:spcPts val="4900"/>
              </a:lnSpc>
              <a:buFont typeface="Arial"/>
              <a:buChar char="•"/>
              <a:defRPr sz="3200" cap="none"/>
            </a:pPr>
            <a:r>
              <a:rPr cap="none">
                <a:solidFill>
                  <a:srgbClr val="000000"/>
                </a:solidFill>
                <a:latin typeface="Glacial Indifference"/>
                <a:ea typeface="Glacial Indifference"/>
                <a:cs typeface="Glacial Indifference"/>
              </a:rPr>
              <a:t>Status sosial:</a:t>
            </a:r>
          </a:p>
          <a:p>
            <a:pPr marL="899795" indent="-360045" algn="l">
              <a:lnSpc>
                <a:spcPts val="4900"/>
              </a:lnSpc>
              <a:buFont typeface="Wingdings"/>
              <a:buChar char=""/>
              <a:defRPr sz="3200" cap="none"/>
            </a:pPr>
            <a:r>
              <a:rPr cap="none">
                <a:solidFill>
                  <a:srgbClr val="000000"/>
                </a:solidFill>
                <a:latin typeface="Glacial Indifference"/>
                <a:ea typeface="Glacial Indifference"/>
                <a:cs typeface="Glacial Indifference"/>
              </a:rPr>
              <a:t>Hubungan pasien dengan anggota keluarga: Baik</a:t>
            </a:r>
          </a:p>
          <a:p>
            <a:pPr marL="899795" indent="-360045" algn="l">
              <a:lnSpc>
                <a:spcPts val="4900"/>
              </a:lnSpc>
              <a:buFont typeface="Wingdings"/>
              <a:buChar char=""/>
              <a:defRPr sz="3200" cap="none"/>
            </a:pPr>
            <a:r>
              <a:rPr cap="none">
                <a:solidFill>
                  <a:srgbClr val="000000"/>
                </a:solidFill>
                <a:latin typeface="Glacial Indifference"/>
                <a:ea typeface="Glacial Indifference"/>
                <a:cs typeface="Glacial Indifference"/>
              </a:rPr>
              <a:t>Tempat tinggal: Rumah</a:t>
            </a:r>
          </a:p>
          <a:p>
            <a:pPr marL="539750" indent="-360045" algn="l">
              <a:lnSpc>
                <a:spcPts val="4900"/>
              </a:lnSpc>
              <a:buFont typeface="Arial"/>
              <a:buChar char="•"/>
              <a:defRPr sz="3200" cap="none"/>
            </a:pPr>
            <a:r>
              <a:rPr cap="none">
                <a:solidFill>
                  <a:srgbClr val="000000"/>
                </a:solidFill>
                <a:latin typeface="Glacial Indifference"/>
                <a:ea typeface="Glacial Indifference"/>
                <a:cs typeface="Glacial Indifference"/>
              </a:rPr>
              <a:t>Status spiritual:</a:t>
            </a:r>
          </a:p>
          <a:p>
            <a:pPr marL="899795" lvl="1" indent="-360045" algn="l">
              <a:lnSpc>
                <a:spcPts val="4900"/>
              </a:lnSpc>
              <a:buFont typeface="Wingdings"/>
              <a:buChar char=""/>
              <a:defRPr sz="3200" cap="none"/>
            </a:pPr>
            <a:r>
              <a:rPr cap="none">
                <a:solidFill>
                  <a:srgbClr val="000000"/>
                </a:solidFill>
                <a:latin typeface="Glacial Indifference"/>
                <a:ea typeface="Glacial Indifference"/>
                <a:cs typeface="Glacial Indifference"/>
              </a:rPr>
              <a:t>Beribadah sesuai keyakinan: Ya</a:t>
            </a:r>
          </a:p>
        </p:txBody>
      </p:sp>
      <p:sp>
        <p:nvSpPr>
          <p:cNvPr id="1669581137" name="AutoShape 18"/>
          <p:cNvSpPr/>
          <p:nvPr/>
        </p:nvSpPr>
        <p:spPr bwMode="auto">
          <a:xfrm>
            <a:off x="16563975" y="8877300"/>
            <a:ext cx="0" cy="762000"/>
          </a:xfrm>
          <a:prstGeom prst="line">
            <a:avLst/>
          </a:prstGeom>
          <a:noFill/>
          <a:ln w="95250" cap="flat" cmpd="sng" algn="ctr">
            <a:solidFill>
              <a:srgbClr val="5DA295"/>
            </a:solidFill>
            <a:prstDash val="solid"/>
            <a:headEnd type="none"/>
            <a:tailEnd type="none"/>
          </a:ln>
          <a:effectLst/>
        </p:spPr>
      </p:sp>
      <p:sp>
        <p:nvSpPr>
          <p:cNvPr id="1340934332" name="Freeform 19"/>
          <p:cNvSpPr/>
          <p:nvPr/>
        </p:nvSpPr>
        <p:spPr bwMode="auto">
          <a:xfrm>
            <a:off x="0" y="0"/>
            <a:ext cx="5100320" cy="2209800"/>
          </a:xfrm>
          <a:custGeom>
            <a:avLst/>
            <a:gdLst/>
            <a:ahLst/>
            <a:cxnLst/>
            <a:rect l="0" t="0" r="5100320" b="2209800"/>
            <a:pathLst>
              <a:path w="5100320" h="2209800" extrusionOk="0">
                <a:moveTo>
                  <a:pt x="0" y="0"/>
                </a:moveTo>
                <a:lnTo>
                  <a:pt x="5100320" y="0"/>
                </a:lnTo>
                <a:lnTo>
                  <a:pt x="5100320" y="2209800"/>
                </a:lnTo>
                <a:lnTo>
                  <a:pt x="0" y="2209800"/>
                </a:lnTo>
                <a:lnTo>
                  <a:pt x="0" y="0"/>
                </a:lnTo>
                <a:close/>
              </a:path>
            </a:pathLst>
          </a:custGeom>
          <a:blipFill>
            <a:blip r:embed="rId6"/>
            <a:stretch/>
          </a:blipFill>
          <a:ln>
            <a:noFill/>
          </a:ln>
          <a:effectLst/>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PhAnim="0">
  <p:cSld name="Proses Keperawatan 6">
    <p:spTree>
      <p:nvGrpSpPr>
        <p:cNvPr id="1" name=""/>
        <p:cNvGrpSpPr/>
        <p:nvPr/>
      </p:nvGrpSpPr>
      <p:grpSpPr bwMode="auto">
        <a:xfrm>
          <a:off x="0" y="0"/>
          <a:ext cx="0" cy="0"/>
          <a:chOff x="0" y="0"/>
          <a:chExt cx="0" cy="0"/>
        </a:xfrm>
      </p:grpSpPr>
      <p:grpSp>
        <p:nvGrpSpPr>
          <p:cNvPr id="522393657" name="Group 2"/>
          <p:cNvGrpSpPr/>
          <p:nvPr/>
        </p:nvGrpSpPr>
        <p:grpSpPr bwMode="auto">
          <a:xfrm>
            <a:off x="0" y="0"/>
            <a:ext cx="18288000" cy="213360"/>
            <a:chOff x="0" y="0"/>
            <a:chExt cx="18288000" cy="213360"/>
          </a:xfrm>
        </p:grpSpPr>
        <p:sp>
          <p:nvSpPr>
            <p:cNvPr id="4" name="Freeform 3"/>
            <p:cNvSpPr/>
            <p:nvPr/>
          </p:nvSpPr>
          <p:spPr bwMode="auto">
            <a:xfrm>
              <a:off x="0" y="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BFDDD2"/>
            </a:solidFill>
            <a:ln>
              <a:noFill/>
            </a:ln>
            <a:effectLst/>
          </p:spPr>
        </p:sp>
        <p:sp>
          <p:nvSpPr>
            <p:cNvPr id="3" name="TextBox 4"/>
            <p:cNvSpPr/>
            <p:nvPr/>
          </p:nvSpPr>
          <p:spPr bwMode="auto">
            <a:xfrm>
              <a:off x="0" y="-14478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1940009737" name="TextBox 5"/>
          <p:cNvSpPr/>
          <p:nvPr/>
        </p:nvSpPr>
        <p:spPr bwMode="auto">
          <a:xfrm>
            <a:off x="11430000" y="8963025"/>
            <a:ext cx="4752340" cy="523875"/>
          </a:xfrm>
          <a:prstGeom prst="rect">
            <a:avLst/>
          </a:prstGeom>
          <a:noFill/>
          <a:ln>
            <a:noFill/>
          </a:ln>
          <a:effectLst/>
        </p:spPr>
        <p:txBody>
          <a:bodyPr vert="horz" wrap="square" lIns="0" tIns="0" rIns="0" bIns="0" numCol="1" spcCol="215899" anchor="t"/>
          <a:lstStyle/>
          <a:p>
            <a:pPr algn="r">
              <a:lnSpc>
                <a:spcPts val="4200"/>
              </a:lnSpc>
              <a:defRPr sz="3000" b="1" cap="none">
                <a:solidFill>
                  <a:srgbClr val="000000"/>
                </a:solidFill>
                <a:latin typeface="Glacial Indifference"/>
                <a:ea typeface="Glacial Indifference"/>
                <a:cs typeface="Glacial Indifference"/>
              </a:defRPr>
            </a:pPr>
            <a:r>
              <a:t>FRAKTUR HUMERUS</a:t>
            </a:r>
          </a:p>
        </p:txBody>
      </p:sp>
      <p:sp>
        <p:nvSpPr>
          <p:cNvPr id="432801269" name="Freeform 6"/>
          <p:cNvSpPr/>
          <p:nvPr/>
        </p:nvSpPr>
        <p:spPr bwMode="auto">
          <a:xfrm>
            <a:off x="3695700" y="8016240"/>
            <a:ext cx="3905250" cy="4114800"/>
          </a:xfrm>
          <a:custGeom>
            <a:avLst/>
            <a:gdLst/>
            <a:ahLst/>
            <a:cxnLst/>
            <a:rect l="0" t="0" r="3905250" b="4114800"/>
            <a:pathLst>
              <a:path w="3905250" h="4114800" extrusionOk="0">
                <a:moveTo>
                  <a:pt x="0" y="0"/>
                </a:moveTo>
                <a:lnTo>
                  <a:pt x="3905250" y="0"/>
                </a:lnTo>
                <a:lnTo>
                  <a:pt x="3905250" y="4114800"/>
                </a:lnTo>
                <a:lnTo>
                  <a:pt x="0" y="4114800"/>
                </a:lnTo>
                <a:lnTo>
                  <a:pt x="0" y="0"/>
                </a:lnTo>
                <a:close/>
              </a:path>
            </a:pathLst>
          </a:custGeom>
          <a:blipFill>
            <a:blip r:embed="rId3"/>
            <a:stretch/>
          </a:blipFill>
          <a:ln>
            <a:noFill/>
          </a:ln>
          <a:effectLst/>
        </p:spPr>
      </p:sp>
      <p:grpSp>
        <p:nvGrpSpPr>
          <p:cNvPr id="609908661" name="Group 7"/>
          <p:cNvGrpSpPr/>
          <p:nvPr/>
        </p:nvGrpSpPr>
        <p:grpSpPr bwMode="auto">
          <a:xfrm>
            <a:off x="0" y="10073640"/>
            <a:ext cx="18288000" cy="213360"/>
            <a:chOff x="0" y="10073640"/>
            <a:chExt cx="18288000" cy="213360"/>
          </a:xfrm>
        </p:grpSpPr>
        <p:sp>
          <p:nvSpPr>
            <p:cNvPr id="9" name="Freeform 8"/>
            <p:cNvSpPr/>
            <p:nvPr/>
          </p:nvSpPr>
          <p:spPr bwMode="auto">
            <a:xfrm>
              <a:off x="0" y="1007364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5DA295"/>
            </a:solidFill>
            <a:ln>
              <a:noFill/>
            </a:ln>
            <a:effectLst/>
          </p:spPr>
        </p:sp>
        <p:sp>
          <p:nvSpPr>
            <p:cNvPr id="8" name="TextBox 9"/>
            <p:cNvSpPr/>
            <p:nvPr/>
          </p:nvSpPr>
          <p:spPr bwMode="auto">
            <a:xfrm>
              <a:off x="0" y="992886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470233118" name="Group 10"/>
          <p:cNvGrpSpPr/>
          <p:nvPr/>
        </p:nvGrpSpPr>
        <p:grpSpPr bwMode="auto">
          <a:xfrm>
            <a:off x="7600950" y="2334260"/>
            <a:ext cx="10687050" cy="5618480"/>
            <a:chOff x="7600950" y="2334260"/>
            <a:chExt cx="10687050" cy="5618480"/>
          </a:xfrm>
        </p:grpSpPr>
        <p:sp>
          <p:nvSpPr>
            <p:cNvPr id="12" name="Freeform 11"/>
            <p:cNvSpPr/>
            <p:nvPr/>
          </p:nvSpPr>
          <p:spPr bwMode="auto">
            <a:xfrm>
              <a:off x="7600950" y="2334260"/>
              <a:ext cx="10687050" cy="5618480"/>
            </a:xfrm>
            <a:custGeom>
              <a:avLst/>
              <a:gdLst/>
              <a:ahLst/>
              <a:cxnLst/>
              <a:rect l="0" t="0" r="10687050" b="5618480"/>
              <a:pathLst>
                <a:path w="10687050" h="5618480" extrusionOk="0">
                  <a:moveTo>
                    <a:pt x="0" y="0"/>
                  </a:moveTo>
                  <a:lnTo>
                    <a:pt x="10687050" y="0"/>
                  </a:lnTo>
                  <a:lnTo>
                    <a:pt x="10687050" y="5618480"/>
                  </a:lnTo>
                  <a:lnTo>
                    <a:pt x="0" y="5618480"/>
                  </a:lnTo>
                  <a:close/>
                </a:path>
              </a:pathLst>
            </a:custGeom>
            <a:solidFill>
              <a:srgbClr val="BFDDD2"/>
            </a:solidFill>
            <a:ln>
              <a:noFill/>
            </a:ln>
            <a:effectLst/>
          </p:spPr>
        </p:sp>
        <p:sp>
          <p:nvSpPr>
            <p:cNvPr id="11" name="TextBox 12"/>
            <p:cNvSpPr/>
            <p:nvPr/>
          </p:nvSpPr>
          <p:spPr bwMode="auto">
            <a:xfrm>
              <a:off x="7600950" y="2189480"/>
              <a:ext cx="10687050" cy="576326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943094958" name="Freeform 13"/>
          <p:cNvSpPr/>
          <p:nvPr/>
        </p:nvSpPr>
        <p:spPr bwMode="auto">
          <a:xfrm>
            <a:off x="16182340" y="758190"/>
            <a:ext cx="3675380" cy="3675380"/>
          </a:xfrm>
          <a:custGeom>
            <a:avLst/>
            <a:gdLst/>
            <a:ahLst/>
            <a:cxnLst/>
            <a:rect l="0" t="0" r="3675380" b="3675380"/>
            <a:pathLst>
              <a:path w="3675380" h="3675380" extrusionOk="0">
                <a:moveTo>
                  <a:pt x="0" y="0"/>
                </a:moveTo>
                <a:lnTo>
                  <a:pt x="3675380" y="0"/>
                </a:lnTo>
                <a:lnTo>
                  <a:pt x="3675380" y="3675380"/>
                </a:lnTo>
                <a:lnTo>
                  <a:pt x="0" y="3675380"/>
                </a:lnTo>
                <a:lnTo>
                  <a:pt x="0" y="0"/>
                </a:lnTo>
                <a:close/>
              </a:path>
            </a:pathLst>
          </a:custGeom>
          <a:blipFill>
            <a:blip r:embed="rId4"/>
            <a:stretch/>
          </a:blipFill>
          <a:ln>
            <a:noFill/>
          </a:ln>
          <a:effectLst/>
        </p:spPr>
      </p:sp>
      <p:sp>
        <p:nvSpPr>
          <p:cNvPr id="397118256" name="Freeform 14"/>
          <p:cNvSpPr/>
          <p:nvPr/>
        </p:nvSpPr>
        <p:spPr bwMode="auto">
          <a:xfrm>
            <a:off x="2484755" y="6805295"/>
            <a:ext cx="1210945" cy="1210945"/>
          </a:xfrm>
          <a:custGeom>
            <a:avLst/>
            <a:gdLst/>
            <a:ahLst/>
            <a:cxnLst/>
            <a:rect l="0" t="0" r="1210945" b="1210945"/>
            <a:pathLst>
              <a:path w="1210945" h="1210945" extrusionOk="0">
                <a:moveTo>
                  <a:pt x="0" y="0"/>
                </a:moveTo>
                <a:lnTo>
                  <a:pt x="1210946" y="0"/>
                </a:lnTo>
                <a:lnTo>
                  <a:pt x="1210946" y="1210946"/>
                </a:lnTo>
                <a:lnTo>
                  <a:pt x="0" y="1210946"/>
                </a:lnTo>
                <a:lnTo>
                  <a:pt x="0" y="0"/>
                </a:lnTo>
                <a:close/>
              </a:path>
            </a:pathLst>
          </a:custGeom>
          <a:blipFill>
            <a:blip r:embed="rId5"/>
            <a:stretch/>
          </a:blipFill>
          <a:ln>
            <a:noFill/>
          </a:ln>
          <a:effectLst/>
        </p:spPr>
      </p:sp>
      <p:sp>
        <p:nvSpPr>
          <p:cNvPr id="1276431414" name="TextBox 15"/>
          <p:cNvSpPr/>
          <p:nvPr/>
        </p:nvSpPr>
        <p:spPr bwMode="auto">
          <a:xfrm>
            <a:off x="1497330" y="3028315"/>
            <a:ext cx="4949190" cy="3472180"/>
          </a:xfrm>
          <a:prstGeom prst="rect">
            <a:avLst/>
          </a:prstGeom>
          <a:noFill/>
          <a:ln>
            <a:noFill/>
          </a:ln>
          <a:effectLst/>
        </p:spPr>
        <p:txBody>
          <a:bodyPr vert="horz" wrap="square" lIns="0" tIns="0" rIns="0" bIns="0" numCol="1" spcCol="215899" anchor="t"/>
          <a:lstStyle/>
          <a:p>
            <a:pPr algn="l">
              <a:lnSpc>
                <a:spcPts val="6840"/>
              </a:lnSpc>
              <a:defRPr sz="5400" b="1" cap="none">
                <a:solidFill>
                  <a:srgbClr val="000000"/>
                </a:solidFill>
                <a:latin typeface="Glacial Indifference"/>
                <a:ea typeface="Glacial Indifference"/>
                <a:cs typeface="Glacial Indifference"/>
              </a:defRPr>
            </a:pPr>
            <a:r>
              <a:t>Proses Keperawatan: Pemeriksaan fisik</a:t>
            </a:r>
          </a:p>
        </p:txBody>
      </p:sp>
      <p:sp>
        <p:nvSpPr>
          <p:cNvPr id="1676337527" name="TextBox 16"/>
          <p:cNvSpPr/>
          <p:nvPr/>
        </p:nvSpPr>
        <p:spPr bwMode="auto">
          <a:xfrm>
            <a:off x="16563975" y="8834120"/>
            <a:ext cx="955040" cy="799465"/>
          </a:xfrm>
          <a:prstGeom prst="rect">
            <a:avLst/>
          </a:prstGeom>
          <a:noFill/>
          <a:ln>
            <a:noFill/>
          </a:ln>
          <a:effectLst/>
        </p:spPr>
        <p:txBody>
          <a:bodyPr vert="horz" wrap="square" lIns="0" tIns="0" rIns="0" bIns="0" numCol="1" spcCol="215899" anchor="t"/>
          <a:lstStyle/>
          <a:p>
            <a:pPr algn="r">
              <a:lnSpc>
                <a:spcPts val="6295"/>
              </a:lnSpc>
              <a:defRPr sz="4500" b="1" cap="none">
                <a:solidFill>
                  <a:srgbClr val="000000"/>
                </a:solidFill>
                <a:latin typeface="Glacial Indifference"/>
                <a:ea typeface="Glacial Indifference"/>
                <a:cs typeface="Glacial Indifference"/>
              </a:defRPr>
            </a:pPr>
            <a:r>
              <a:t>20</a:t>
            </a:r>
          </a:p>
        </p:txBody>
      </p:sp>
      <p:sp>
        <p:nvSpPr>
          <p:cNvPr id="760186765" name="TextBox 17"/>
          <p:cNvSpPr/>
          <p:nvPr/>
        </p:nvSpPr>
        <p:spPr bwMode="auto">
          <a:xfrm>
            <a:off x="8231505" y="3001009"/>
            <a:ext cx="8582660" cy="3733800"/>
          </a:xfrm>
          <a:prstGeom prst="rect">
            <a:avLst/>
          </a:prstGeom>
          <a:noFill/>
          <a:ln>
            <a:noFill/>
          </a:ln>
          <a:effectLst/>
        </p:spPr>
        <p:txBody>
          <a:bodyPr vert="horz" wrap="square" lIns="0" tIns="0" rIns="0" bIns="0" numCol="1" spcCol="215899" anchor="t"/>
          <a:lstStyle/>
          <a:p>
            <a:pPr algn="l">
              <a:lnSpc>
                <a:spcPts val="4900"/>
              </a:lnSpc>
              <a:defRPr sz="3200" cap="none"/>
            </a:pPr>
            <a:r>
              <a:rPr cap="none">
                <a:solidFill>
                  <a:srgbClr val="000000"/>
                </a:solidFill>
                <a:latin typeface="Glacial Indifference"/>
                <a:ea typeface="Glacial Indifference"/>
                <a:cs typeface="Glacial Indifference"/>
              </a:rPr>
              <a:t>Tingkat kesadaran kualitatif: Compos mentis</a:t>
            </a:r>
          </a:p>
          <a:p>
            <a:pPr algn="l">
              <a:lnSpc>
                <a:spcPts val="4900"/>
              </a:lnSpc>
              <a:defRPr sz="3200" cap="none"/>
            </a:pPr>
            <a:r>
              <a:rPr cap="none">
                <a:solidFill>
                  <a:srgbClr val="000000"/>
                </a:solidFill>
                <a:latin typeface="Glacial Indifference"/>
                <a:ea typeface="Glacial Indifference"/>
                <a:cs typeface="Glacial Indifference"/>
              </a:rPr>
              <a:t>Tekanan darah: 129/74 mmHg</a:t>
            </a:r>
          </a:p>
          <a:p>
            <a:pPr algn="l">
              <a:lnSpc>
                <a:spcPts val="4900"/>
              </a:lnSpc>
              <a:defRPr sz="3200" cap="none"/>
            </a:pPr>
            <a:r>
              <a:rPr cap="none">
                <a:solidFill>
                  <a:srgbClr val="000000"/>
                </a:solidFill>
                <a:latin typeface="Glacial Indifference"/>
                <a:ea typeface="Glacial Indifference"/>
                <a:cs typeface="Glacial Indifference"/>
              </a:rPr>
              <a:t>Nadi: 93 kali/menit</a:t>
            </a:r>
          </a:p>
          <a:p>
            <a:pPr algn="l">
              <a:lnSpc>
                <a:spcPts val="4900"/>
              </a:lnSpc>
              <a:defRPr sz="3200" cap="none"/>
            </a:pPr>
            <a:r>
              <a:rPr cap="none">
                <a:solidFill>
                  <a:srgbClr val="000000"/>
                </a:solidFill>
                <a:latin typeface="Glacial Indifference"/>
                <a:ea typeface="Glacial Indifference"/>
                <a:cs typeface="Glacial Indifference"/>
              </a:rPr>
              <a:t>Pernapasan: 20 kali/menit</a:t>
            </a:r>
          </a:p>
          <a:p>
            <a:pPr algn="l">
              <a:lnSpc>
                <a:spcPts val="4900"/>
              </a:lnSpc>
              <a:defRPr sz="3200" cap="none"/>
            </a:pPr>
            <a:r>
              <a:rPr cap="none">
                <a:solidFill>
                  <a:srgbClr val="000000"/>
                </a:solidFill>
                <a:latin typeface="Glacial Indifference"/>
                <a:ea typeface="Glacial Indifference"/>
                <a:cs typeface="Glacial Indifference"/>
              </a:rPr>
              <a:t>Suhu: 36.9°C</a:t>
            </a:r>
          </a:p>
          <a:p>
            <a:pPr algn="l">
              <a:lnSpc>
                <a:spcPts val="4900"/>
              </a:lnSpc>
              <a:defRPr sz="3200" cap="none"/>
            </a:pPr>
            <a:r>
              <a:rPr cap="none">
                <a:solidFill>
                  <a:srgbClr val="000000"/>
                </a:solidFill>
                <a:latin typeface="Glacial Indifference"/>
                <a:ea typeface="Glacial Indifference"/>
                <a:cs typeface="Glacial Indifference"/>
              </a:rPr>
              <a:t>Berat badan: 50 kg » IMT</a:t>
            </a:r>
          </a:p>
        </p:txBody>
      </p:sp>
      <p:sp>
        <p:nvSpPr>
          <p:cNvPr id="667484585" name="AutoShape 18"/>
          <p:cNvSpPr/>
          <p:nvPr/>
        </p:nvSpPr>
        <p:spPr bwMode="auto">
          <a:xfrm>
            <a:off x="16563975" y="8877300"/>
            <a:ext cx="0" cy="762000"/>
          </a:xfrm>
          <a:prstGeom prst="line">
            <a:avLst/>
          </a:prstGeom>
          <a:noFill/>
          <a:ln w="95250" cap="flat" cmpd="sng" algn="ctr">
            <a:solidFill>
              <a:srgbClr val="5DA295"/>
            </a:solidFill>
            <a:prstDash val="solid"/>
            <a:headEnd type="none"/>
            <a:tailEnd type="none"/>
          </a:ln>
          <a:effectLst/>
        </p:spPr>
      </p:sp>
      <p:sp>
        <p:nvSpPr>
          <p:cNvPr id="1235600763" name="Freeform 19"/>
          <p:cNvSpPr/>
          <p:nvPr/>
        </p:nvSpPr>
        <p:spPr bwMode="auto">
          <a:xfrm>
            <a:off x="0" y="0"/>
            <a:ext cx="5100320" cy="2209800"/>
          </a:xfrm>
          <a:custGeom>
            <a:avLst/>
            <a:gdLst/>
            <a:ahLst/>
            <a:cxnLst/>
            <a:rect l="0" t="0" r="5100320" b="2209800"/>
            <a:pathLst>
              <a:path w="5100320" h="2209800" extrusionOk="0">
                <a:moveTo>
                  <a:pt x="0" y="0"/>
                </a:moveTo>
                <a:lnTo>
                  <a:pt x="5100320" y="0"/>
                </a:lnTo>
                <a:lnTo>
                  <a:pt x="5100320" y="2209800"/>
                </a:lnTo>
                <a:lnTo>
                  <a:pt x="0" y="2209800"/>
                </a:lnTo>
                <a:lnTo>
                  <a:pt x="0" y="0"/>
                </a:lnTo>
                <a:close/>
              </a:path>
            </a:pathLst>
          </a:custGeom>
          <a:blipFill>
            <a:blip r:embed="rId6"/>
            <a:stretch/>
          </a:blipFill>
          <a:ln>
            <a:noFill/>
          </a:ln>
          <a:effectLst/>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PhAnim="0">
  <p:cSld name="Proses Keperawatan 7">
    <p:spTree>
      <p:nvGrpSpPr>
        <p:cNvPr id="1" name=""/>
        <p:cNvGrpSpPr/>
        <p:nvPr/>
      </p:nvGrpSpPr>
      <p:grpSpPr bwMode="auto">
        <a:xfrm>
          <a:off x="0" y="0"/>
          <a:ext cx="0" cy="0"/>
          <a:chOff x="0" y="0"/>
          <a:chExt cx="0" cy="0"/>
        </a:xfrm>
      </p:grpSpPr>
      <p:grpSp>
        <p:nvGrpSpPr>
          <p:cNvPr id="1829830559" name="Group 2"/>
          <p:cNvGrpSpPr/>
          <p:nvPr/>
        </p:nvGrpSpPr>
        <p:grpSpPr bwMode="auto">
          <a:xfrm>
            <a:off x="0" y="0"/>
            <a:ext cx="18288000" cy="213360"/>
            <a:chOff x="0" y="0"/>
            <a:chExt cx="18288000" cy="213360"/>
          </a:xfrm>
        </p:grpSpPr>
        <p:sp>
          <p:nvSpPr>
            <p:cNvPr id="4" name="Freeform 3"/>
            <p:cNvSpPr/>
            <p:nvPr/>
          </p:nvSpPr>
          <p:spPr bwMode="auto">
            <a:xfrm>
              <a:off x="0" y="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BFDDD2"/>
            </a:solidFill>
            <a:ln>
              <a:noFill/>
            </a:ln>
            <a:effectLst/>
          </p:spPr>
        </p:sp>
        <p:sp>
          <p:nvSpPr>
            <p:cNvPr id="3" name="TextBox 4"/>
            <p:cNvSpPr/>
            <p:nvPr/>
          </p:nvSpPr>
          <p:spPr bwMode="auto">
            <a:xfrm>
              <a:off x="0" y="-14478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1531544798" name="TextBox 5"/>
          <p:cNvSpPr/>
          <p:nvPr/>
        </p:nvSpPr>
        <p:spPr bwMode="auto">
          <a:xfrm>
            <a:off x="11430000" y="8963025"/>
            <a:ext cx="4752340" cy="533400"/>
          </a:xfrm>
          <a:prstGeom prst="rect">
            <a:avLst/>
          </a:prstGeom>
          <a:noFill/>
          <a:ln>
            <a:noFill/>
          </a:ln>
          <a:effectLst/>
        </p:spPr>
        <p:txBody>
          <a:bodyPr vert="horz" wrap="square" lIns="0" tIns="0" rIns="0" bIns="0" numCol="1" spcCol="215899" anchor="t"/>
          <a:lstStyle/>
          <a:p>
            <a:pPr algn="r">
              <a:lnSpc>
                <a:spcPts val="4200"/>
              </a:lnSpc>
              <a:defRPr sz="3000" b="1" cap="none">
                <a:solidFill>
                  <a:srgbClr val="000000"/>
                </a:solidFill>
                <a:latin typeface="Glacial Indifference"/>
                <a:ea typeface="Glacial Indifference"/>
                <a:cs typeface="Glacial Indifference"/>
              </a:defRPr>
            </a:pPr>
            <a:r>
              <a:t>FRAKTUR HUMERUS</a:t>
            </a:r>
          </a:p>
        </p:txBody>
      </p:sp>
      <p:sp>
        <p:nvSpPr>
          <p:cNvPr id="174413526" name="Freeform 6"/>
          <p:cNvSpPr/>
          <p:nvPr/>
        </p:nvSpPr>
        <p:spPr bwMode="auto">
          <a:xfrm>
            <a:off x="3695700" y="8016240"/>
            <a:ext cx="3905250" cy="4114800"/>
          </a:xfrm>
          <a:custGeom>
            <a:avLst/>
            <a:gdLst/>
            <a:ahLst/>
            <a:cxnLst/>
            <a:rect l="0" t="0" r="3905250" b="4114800"/>
            <a:pathLst>
              <a:path w="3905250" h="4114800" extrusionOk="0">
                <a:moveTo>
                  <a:pt x="0" y="0"/>
                </a:moveTo>
                <a:lnTo>
                  <a:pt x="3905250" y="0"/>
                </a:lnTo>
                <a:lnTo>
                  <a:pt x="3905250" y="4114800"/>
                </a:lnTo>
                <a:lnTo>
                  <a:pt x="0" y="4114800"/>
                </a:lnTo>
                <a:lnTo>
                  <a:pt x="0" y="0"/>
                </a:lnTo>
                <a:close/>
              </a:path>
            </a:pathLst>
          </a:custGeom>
          <a:blipFill>
            <a:blip r:embed="rId3"/>
            <a:stretch/>
          </a:blipFill>
          <a:ln>
            <a:noFill/>
          </a:ln>
          <a:effectLst/>
        </p:spPr>
      </p:sp>
      <p:grpSp>
        <p:nvGrpSpPr>
          <p:cNvPr id="1284883942" name="Group 7"/>
          <p:cNvGrpSpPr/>
          <p:nvPr/>
        </p:nvGrpSpPr>
        <p:grpSpPr bwMode="auto">
          <a:xfrm>
            <a:off x="0" y="10073640"/>
            <a:ext cx="18288000" cy="213360"/>
            <a:chOff x="0" y="10073640"/>
            <a:chExt cx="18288000" cy="213360"/>
          </a:xfrm>
        </p:grpSpPr>
        <p:sp>
          <p:nvSpPr>
            <p:cNvPr id="9" name="Freeform 8"/>
            <p:cNvSpPr/>
            <p:nvPr/>
          </p:nvSpPr>
          <p:spPr bwMode="auto">
            <a:xfrm>
              <a:off x="0" y="1007364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5DA295"/>
            </a:solidFill>
            <a:ln>
              <a:noFill/>
            </a:ln>
            <a:effectLst/>
          </p:spPr>
        </p:sp>
        <p:sp>
          <p:nvSpPr>
            <p:cNvPr id="8" name="TextBox 9"/>
            <p:cNvSpPr/>
            <p:nvPr/>
          </p:nvSpPr>
          <p:spPr bwMode="auto">
            <a:xfrm>
              <a:off x="0" y="992886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784494168" name="Group 10"/>
          <p:cNvGrpSpPr/>
          <p:nvPr/>
        </p:nvGrpSpPr>
        <p:grpSpPr bwMode="auto">
          <a:xfrm>
            <a:off x="7600950" y="2334260"/>
            <a:ext cx="10687050" cy="5618480"/>
            <a:chOff x="7600950" y="2334260"/>
            <a:chExt cx="10687050" cy="5618480"/>
          </a:xfrm>
        </p:grpSpPr>
        <p:sp>
          <p:nvSpPr>
            <p:cNvPr id="12" name="Freeform 11"/>
            <p:cNvSpPr/>
            <p:nvPr/>
          </p:nvSpPr>
          <p:spPr bwMode="auto">
            <a:xfrm>
              <a:off x="7600950" y="2334260"/>
              <a:ext cx="10687050" cy="5618480"/>
            </a:xfrm>
            <a:custGeom>
              <a:avLst/>
              <a:gdLst/>
              <a:ahLst/>
              <a:cxnLst/>
              <a:rect l="0" t="0" r="10687050" b="5618480"/>
              <a:pathLst>
                <a:path w="10687050" h="5618480" extrusionOk="0">
                  <a:moveTo>
                    <a:pt x="0" y="0"/>
                  </a:moveTo>
                  <a:lnTo>
                    <a:pt x="10687050" y="0"/>
                  </a:lnTo>
                  <a:lnTo>
                    <a:pt x="10687050" y="5618480"/>
                  </a:lnTo>
                  <a:lnTo>
                    <a:pt x="0" y="5618480"/>
                  </a:lnTo>
                  <a:close/>
                </a:path>
              </a:pathLst>
            </a:custGeom>
            <a:solidFill>
              <a:srgbClr val="BFDDD2"/>
            </a:solidFill>
            <a:ln>
              <a:noFill/>
            </a:ln>
            <a:effectLst/>
          </p:spPr>
        </p:sp>
        <p:sp>
          <p:nvSpPr>
            <p:cNvPr id="11" name="TextBox 12"/>
            <p:cNvSpPr/>
            <p:nvPr/>
          </p:nvSpPr>
          <p:spPr bwMode="auto">
            <a:xfrm>
              <a:off x="7600950" y="2189480"/>
              <a:ext cx="10687050" cy="576326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704993708" name="Freeform 13"/>
          <p:cNvSpPr/>
          <p:nvPr/>
        </p:nvSpPr>
        <p:spPr bwMode="auto">
          <a:xfrm>
            <a:off x="16182340" y="758190"/>
            <a:ext cx="3675380" cy="3675380"/>
          </a:xfrm>
          <a:custGeom>
            <a:avLst/>
            <a:gdLst/>
            <a:ahLst/>
            <a:cxnLst/>
            <a:rect l="0" t="0" r="3675380" b="3675380"/>
            <a:pathLst>
              <a:path w="3675380" h="3675380" extrusionOk="0">
                <a:moveTo>
                  <a:pt x="0" y="0"/>
                </a:moveTo>
                <a:lnTo>
                  <a:pt x="3675380" y="0"/>
                </a:lnTo>
                <a:lnTo>
                  <a:pt x="3675380" y="3675380"/>
                </a:lnTo>
                <a:lnTo>
                  <a:pt x="0" y="3675380"/>
                </a:lnTo>
                <a:lnTo>
                  <a:pt x="0" y="0"/>
                </a:lnTo>
                <a:close/>
              </a:path>
            </a:pathLst>
          </a:custGeom>
          <a:blipFill>
            <a:blip r:embed="rId4"/>
            <a:stretch/>
          </a:blipFill>
          <a:ln>
            <a:noFill/>
          </a:ln>
          <a:effectLst/>
        </p:spPr>
      </p:sp>
      <p:sp>
        <p:nvSpPr>
          <p:cNvPr id="501471142" name="Freeform 14"/>
          <p:cNvSpPr/>
          <p:nvPr/>
        </p:nvSpPr>
        <p:spPr bwMode="auto">
          <a:xfrm>
            <a:off x="2484755" y="6805295"/>
            <a:ext cx="1210945" cy="1210945"/>
          </a:xfrm>
          <a:custGeom>
            <a:avLst/>
            <a:gdLst/>
            <a:ahLst/>
            <a:cxnLst/>
            <a:rect l="0" t="0" r="1210945" b="1210945"/>
            <a:pathLst>
              <a:path w="1210945" h="1210945" extrusionOk="0">
                <a:moveTo>
                  <a:pt x="0" y="0"/>
                </a:moveTo>
                <a:lnTo>
                  <a:pt x="1210946" y="0"/>
                </a:lnTo>
                <a:lnTo>
                  <a:pt x="1210946" y="1210946"/>
                </a:lnTo>
                <a:lnTo>
                  <a:pt x="0" y="1210946"/>
                </a:lnTo>
                <a:lnTo>
                  <a:pt x="0" y="0"/>
                </a:lnTo>
                <a:close/>
              </a:path>
            </a:pathLst>
          </a:custGeom>
          <a:blipFill>
            <a:blip r:embed="rId5"/>
            <a:stretch/>
          </a:blipFill>
          <a:ln>
            <a:noFill/>
          </a:ln>
          <a:effectLst/>
        </p:spPr>
      </p:sp>
      <p:sp>
        <p:nvSpPr>
          <p:cNvPr id="1903417213" name="TextBox 15"/>
          <p:cNvSpPr/>
          <p:nvPr/>
        </p:nvSpPr>
        <p:spPr bwMode="auto">
          <a:xfrm>
            <a:off x="1497330" y="3028315"/>
            <a:ext cx="4949190" cy="3472180"/>
          </a:xfrm>
          <a:prstGeom prst="rect">
            <a:avLst/>
          </a:prstGeom>
          <a:noFill/>
          <a:ln>
            <a:noFill/>
          </a:ln>
          <a:effectLst/>
        </p:spPr>
        <p:txBody>
          <a:bodyPr vert="horz" wrap="square" lIns="0" tIns="0" rIns="0" bIns="0" numCol="1" spcCol="215899" anchor="t"/>
          <a:lstStyle/>
          <a:p>
            <a:pPr algn="l">
              <a:lnSpc>
                <a:spcPts val="6840"/>
              </a:lnSpc>
              <a:defRPr sz="5400" b="1" cap="none">
                <a:solidFill>
                  <a:srgbClr val="000000"/>
                </a:solidFill>
                <a:latin typeface="Glacial Indifference"/>
                <a:ea typeface="Glacial Indifference"/>
                <a:cs typeface="Glacial Indifference"/>
              </a:defRPr>
            </a:pPr>
            <a:r>
              <a:t>Proses Keperawatan: Pemeriksaan fisik</a:t>
            </a:r>
          </a:p>
        </p:txBody>
      </p:sp>
      <p:sp>
        <p:nvSpPr>
          <p:cNvPr id="1093359494" name="TextBox 16"/>
          <p:cNvSpPr/>
          <p:nvPr/>
        </p:nvSpPr>
        <p:spPr bwMode="auto">
          <a:xfrm>
            <a:off x="16563975" y="8834120"/>
            <a:ext cx="955040" cy="799465"/>
          </a:xfrm>
          <a:prstGeom prst="rect">
            <a:avLst/>
          </a:prstGeom>
          <a:noFill/>
          <a:ln>
            <a:noFill/>
          </a:ln>
          <a:effectLst/>
        </p:spPr>
        <p:txBody>
          <a:bodyPr vert="horz" wrap="square" lIns="0" tIns="0" rIns="0" bIns="0" numCol="1" spcCol="215899" anchor="t"/>
          <a:lstStyle/>
          <a:p>
            <a:pPr algn="r">
              <a:lnSpc>
                <a:spcPts val="6295"/>
              </a:lnSpc>
              <a:defRPr sz="4500" b="1" cap="none">
                <a:solidFill>
                  <a:srgbClr val="000000"/>
                </a:solidFill>
                <a:latin typeface="Glacial Indifference"/>
                <a:ea typeface="Glacial Indifference"/>
                <a:cs typeface="Glacial Indifference"/>
              </a:defRPr>
            </a:pPr>
            <a:r>
              <a:t>21</a:t>
            </a:r>
          </a:p>
        </p:txBody>
      </p:sp>
      <p:sp>
        <p:nvSpPr>
          <p:cNvPr id="1249117935" name="TextBox 17"/>
          <p:cNvSpPr/>
          <p:nvPr/>
        </p:nvSpPr>
        <p:spPr bwMode="auto">
          <a:xfrm>
            <a:off x="8231505" y="3001009"/>
            <a:ext cx="8582660" cy="3111500"/>
          </a:xfrm>
          <a:prstGeom prst="rect">
            <a:avLst/>
          </a:prstGeom>
          <a:noFill/>
          <a:ln>
            <a:noFill/>
          </a:ln>
          <a:effectLst/>
        </p:spPr>
        <p:txBody>
          <a:bodyPr vert="horz" wrap="square" lIns="0" tIns="0" rIns="0" bIns="0" numCol="1" spcCol="215899" anchor="t"/>
          <a:lstStyle/>
          <a:p>
            <a:pPr algn="l">
              <a:lnSpc>
                <a:spcPts val="4900"/>
              </a:lnSpc>
              <a:defRPr sz="3200" b="1" cap="none"/>
            </a:pPr>
            <a:r>
              <a:rPr cap="none">
                <a:solidFill>
                  <a:srgbClr val="000000"/>
                </a:solidFill>
                <a:latin typeface="Glacial Indifference"/>
                <a:ea typeface="Glacial Indifference"/>
                <a:cs typeface="Glacial Indifference"/>
              </a:rPr>
              <a:t>Kepala</a:t>
            </a:r>
          </a:p>
          <a:p>
            <a:pPr algn="l">
              <a:lnSpc>
                <a:spcPts val="4900"/>
              </a:lnSpc>
              <a:defRPr sz="3200" cap="none"/>
            </a:pPr>
            <a:r>
              <a:rPr cap="none">
                <a:solidFill>
                  <a:srgbClr val="000000"/>
                </a:solidFill>
                <a:latin typeface="Glacial Indifference"/>
                <a:ea typeface="Glacial Indifference"/>
                <a:cs typeface="Glacial Indifference"/>
              </a:rPr>
              <a:t>Gangguan neurologis: Tidak ada</a:t>
            </a:r>
          </a:p>
          <a:p>
            <a:pPr algn="l">
              <a:lnSpc>
                <a:spcPts val="4900"/>
              </a:lnSpc>
              <a:defRPr sz="3200" cap="none"/>
            </a:pPr>
            <a:r>
              <a:rPr cap="none">
                <a:solidFill>
                  <a:srgbClr val="000000"/>
                </a:solidFill>
                <a:latin typeface="Glacial Indifference"/>
                <a:ea typeface="Glacial Indifference"/>
                <a:cs typeface="Glacial Indifference"/>
              </a:rPr>
              <a:t>Pendengaran: Normal</a:t>
            </a:r>
          </a:p>
          <a:p>
            <a:pPr algn="l">
              <a:lnSpc>
                <a:spcPts val="4900"/>
              </a:lnSpc>
              <a:defRPr sz="3200" cap="none"/>
            </a:pPr>
            <a:r>
              <a:rPr cap="none">
                <a:solidFill>
                  <a:srgbClr val="000000"/>
                </a:solidFill>
                <a:latin typeface="Glacial Indifference"/>
                <a:ea typeface="Glacial Indifference"/>
                <a:cs typeface="Glacial Indifference"/>
              </a:rPr>
              <a:t>Wicara: Normal</a:t>
            </a:r>
          </a:p>
          <a:p>
            <a:pPr algn="l">
              <a:lnSpc>
                <a:spcPts val="4900"/>
              </a:lnSpc>
              <a:defRPr sz="3200" cap="none"/>
            </a:pPr>
            <a:r>
              <a:rPr cap="none">
                <a:solidFill>
                  <a:srgbClr val="000000"/>
                </a:solidFill>
                <a:latin typeface="Glacial Indifference"/>
                <a:ea typeface="Glacial Indifference"/>
                <a:cs typeface="Glacial Indifference"/>
              </a:rPr>
              <a:t>Mata: Normal</a:t>
            </a:r>
          </a:p>
        </p:txBody>
      </p:sp>
      <p:sp>
        <p:nvSpPr>
          <p:cNvPr id="1963580023" name="AutoShape 18"/>
          <p:cNvSpPr/>
          <p:nvPr/>
        </p:nvSpPr>
        <p:spPr bwMode="auto">
          <a:xfrm>
            <a:off x="16563975" y="8877300"/>
            <a:ext cx="0" cy="762000"/>
          </a:xfrm>
          <a:prstGeom prst="line">
            <a:avLst/>
          </a:prstGeom>
          <a:noFill/>
          <a:ln w="95250" cap="flat" cmpd="sng" algn="ctr">
            <a:solidFill>
              <a:srgbClr val="5DA295"/>
            </a:solidFill>
            <a:prstDash val="solid"/>
            <a:headEnd type="none"/>
            <a:tailEnd type="none"/>
          </a:ln>
          <a:effectLst/>
        </p:spPr>
      </p:sp>
      <p:sp>
        <p:nvSpPr>
          <p:cNvPr id="2133327477" name="Freeform 19"/>
          <p:cNvSpPr/>
          <p:nvPr/>
        </p:nvSpPr>
        <p:spPr bwMode="auto">
          <a:xfrm>
            <a:off x="0" y="0"/>
            <a:ext cx="5100320" cy="2209800"/>
          </a:xfrm>
          <a:custGeom>
            <a:avLst/>
            <a:gdLst/>
            <a:ahLst/>
            <a:cxnLst/>
            <a:rect l="0" t="0" r="5100320" b="2209800"/>
            <a:pathLst>
              <a:path w="5100320" h="2209800" extrusionOk="0">
                <a:moveTo>
                  <a:pt x="0" y="0"/>
                </a:moveTo>
                <a:lnTo>
                  <a:pt x="5100320" y="0"/>
                </a:lnTo>
                <a:lnTo>
                  <a:pt x="5100320" y="2209800"/>
                </a:lnTo>
                <a:lnTo>
                  <a:pt x="0" y="2209800"/>
                </a:lnTo>
                <a:lnTo>
                  <a:pt x="0" y="0"/>
                </a:lnTo>
                <a:close/>
              </a:path>
            </a:pathLst>
          </a:custGeom>
          <a:blipFill>
            <a:blip r:embed="rId6"/>
            <a:stretch/>
          </a:blipFill>
          <a:ln>
            <a:noFill/>
          </a:ln>
          <a:effectLst/>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PhAnim="0">
  <p:cSld name="Proses Keperawatan 8">
    <p:spTree>
      <p:nvGrpSpPr>
        <p:cNvPr id="1" name=""/>
        <p:cNvGrpSpPr/>
        <p:nvPr/>
      </p:nvGrpSpPr>
      <p:grpSpPr bwMode="auto">
        <a:xfrm>
          <a:off x="0" y="0"/>
          <a:ext cx="0" cy="0"/>
          <a:chOff x="0" y="0"/>
          <a:chExt cx="0" cy="0"/>
        </a:xfrm>
      </p:grpSpPr>
      <p:grpSp>
        <p:nvGrpSpPr>
          <p:cNvPr id="116042135" name="Group 2"/>
          <p:cNvGrpSpPr/>
          <p:nvPr/>
        </p:nvGrpSpPr>
        <p:grpSpPr bwMode="auto">
          <a:xfrm>
            <a:off x="0" y="0"/>
            <a:ext cx="18288000" cy="213360"/>
            <a:chOff x="0" y="0"/>
            <a:chExt cx="18288000" cy="213360"/>
          </a:xfrm>
        </p:grpSpPr>
        <p:sp>
          <p:nvSpPr>
            <p:cNvPr id="4" name="Freeform 3"/>
            <p:cNvSpPr/>
            <p:nvPr/>
          </p:nvSpPr>
          <p:spPr bwMode="auto">
            <a:xfrm>
              <a:off x="0" y="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BFDDD2"/>
            </a:solidFill>
            <a:ln>
              <a:noFill/>
            </a:ln>
            <a:effectLst/>
          </p:spPr>
        </p:sp>
        <p:sp>
          <p:nvSpPr>
            <p:cNvPr id="3" name="TextBox 4"/>
            <p:cNvSpPr/>
            <p:nvPr/>
          </p:nvSpPr>
          <p:spPr bwMode="auto">
            <a:xfrm>
              <a:off x="0" y="-14478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435613860" name="TextBox 5"/>
          <p:cNvSpPr/>
          <p:nvPr/>
        </p:nvSpPr>
        <p:spPr bwMode="auto">
          <a:xfrm>
            <a:off x="11430000" y="8963025"/>
            <a:ext cx="4752340" cy="533400"/>
          </a:xfrm>
          <a:prstGeom prst="rect">
            <a:avLst/>
          </a:prstGeom>
          <a:noFill/>
          <a:ln>
            <a:noFill/>
          </a:ln>
          <a:effectLst/>
        </p:spPr>
        <p:txBody>
          <a:bodyPr vert="horz" wrap="square" lIns="0" tIns="0" rIns="0" bIns="0" numCol="1" spcCol="215899" anchor="t"/>
          <a:lstStyle/>
          <a:p>
            <a:pPr algn="r">
              <a:lnSpc>
                <a:spcPts val="4200"/>
              </a:lnSpc>
              <a:defRPr sz="3000" b="1" cap="none">
                <a:solidFill>
                  <a:srgbClr val="000000"/>
                </a:solidFill>
                <a:latin typeface="Glacial Indifference"/>
                <a:ea typeface="Glacial Indifference"/>
                <a:cs typeface="Glacial Indifference"/>
              </a:defRPr>
            </a:pPr>
            <a:r>
              <a:t>FRAKTUR HUMERUS</a:t>
            </a:r>
          </a:p>
        </p:txBody>
      </p:sp>
      <p:sp>
        <p:nvSpPr>
          <p:cNvPr id="1296708826" name="Freeform 6"/>
          <p:cNvSpPr/>
          <p:nvPr/>
        </p:nvSpPr>
        <p:spPr bwMode="auto">
          <a:xfrm>
            <a:off x="3695700" y="8016240"/>
            <a:ext cx="3905250" cy="4114800"/>
          </a:xfrm>
          <a:custGeom>
            <a:avLst/>
            <a:gdLst/>
            <a:ahLst/>
            <a:cxnLst/>
            <a:rect l="0" t="0" r="3905250" b="4114800"/>
            <a:pathLst>
              <a:path w="3905250" h="4114800" extrusionOk="0">
                <a:moveTo>
                  <a:pt x="0" y="0"/>
                </a:moveTo>
                <a:lnTo>
                  <a:pt x="3905250" y="0"/>
                </a:lnTo>
                <a:lnTo>
                  <a:pt x="3905250" y="4114800"/>
                </a:lnTo>
                <a:lnTo>
                  <a:pt x="0" y="4114800"/>
                </a:lnTo>
                <a:lnTo>
                  <a:pt x="0" y="0"/>
                </a:lnTo>
                <a:close/>
              </a:path>
            </a:pathLst>
          </a:custGeom>
          <a:blipFill>
            <a:blip r:embed="rId3"/>
            <a:stretch/>
          </a:blipFill>
          <a:ln>
            <a:noFill/>
          </a:ln>
          <a:effectLst/>
        </p:spPr>
      </p:sp>
      <p:grpSp>
        <p:nvGrpSpPr>
          <p:cNvPr id="1950711519" name="Group 7"/>
          <p:cNvGrpSpPr/>
          <p:nvPr/>
        </p:nvGrpSpPr>
        <p:grpSpPr bwMode="auto">
          <a:xfrm>
            <a:off x="0" y="10073640"/>
            <a:ext cx="18288000" cy="213360"/>
            <a:chOff x="0" y="10073640"/>
            <a:chExt cx="18288000" cy="213360"/>
          </a:xfrm>
        </p:grpSpPr>
        <p:sp>
          <p:nvSpPr>
            <p:cNvPr id="9" name="Freeform 8"/>
            <p:cNvSpPr/>
            <p:nvPr/>
          </p:nvSpPr>
          <p:spPr bwMode="auto">
            <a:xfrm>
              <a:off x="0" y="1007364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5DA295"/>
            </a:solidFill>
            <a:ln>
              <a:noFill/>
            </a:ln>
            <a:effectLst/>
          </p:spPr>
        </p:sp>
        <p:sp>
          <p:nvSpPr>
            <p:cNvPr id="8" name="TextBox 9"/>
            <p:cNvSpPr/>
            <p:nvPr/>
          </p:nvSpPr>
          <p:spPr bwMode="auto">
            <a:xfrm>
              <a:off x="0" y="992886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1904945945" name="Group 10"/>
          <p:cNvGrpSpPr/>
          <p:nvPr/>
        </p:nvGrpSpPr>
        <p:grpSpPr bwMode="auto">
          <a:xfrm>
            <a:off x="7600950" y="2334260"/>
            <a:ext cx="10687050" cy="5618480"/>
            <a:chOff x="7600950" y="2334260"/>
            <a:chExt cx="10687050" cy="5618480"/>
          </a:xfrm>
        </p:grpSpPr>
        <p:sp>
          <p:nvSpPr>
            <p:cNvPr id="12" name="Freeform 11"/>
            <p:cNvSpPr/>
            <p:nvPr/>
          </p:nvSpPr>
          <p:spPr bwMode="auto">
            <a:xfrm>
              <a:off x="7600950" y="2334260"/>
              <a:ext cx="10687050" cy="5618480"/>
            </a:xfrm>
            <a:custGeom>
              <a:avLst/>
              <a:gdLst/>
              <a:ahLst/>
              <a:cxnLst/>
              <a:rect l="0" t="0" r="10687050" b="5618480"/>
              <a:pathLst>
                <a:path w="10687050" h="5618480" extrusionOk="0">
                  <a:moveTo>
                    <a:pt x="0" y="0"/>
                  </a:moveTo>
                  <a:lnTo>
                    <a:pt x="10687050" y="0"/>
                  </a:lnTo>
                  <a:lnTo>
                    <a:pt x="10687050" y="5618480"/>
                  </a:lnTo>
                  <a:lnTo>
                    <a:pt x="0" y="5618480"/>
                  </a:lnTo>
                  <a:close/>
                </a:path>
              </a:pathLst>
            </a:custGeom>
            <a:solidFill>
              <a:srgbClr val="BFDDD2"/>
            </a:solidFill>
            <a:ln>
              <a:noFill/>
            </a:ln>
            <a:effectLst/>
          </p:spPr>
        </p:sp>
        <p:sp>
          <p:nvSpPr>
            <p:cNvPr id="11" name="TextBox 12"/>
            <p:cNvSpPr/>
            <p:nvPr/>
          </p:nvSpPr>
          <p:spPr bwMode="auto">
            <a:xfrm>
              <a:off x="7600950" y="2189480"/>
              <a:ext cx="10687050" cy="576326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1956206275" name="Freeform 13"/>
          <p:cNvSpPr/>
          <p:nvPr/>
        </p:nvSpPr>
        <p:spPr bwMode="auto">
          <a:xfrm>
            <a:off x="16182340" y="758190"/>
            <a:ext cx="3675380" cy="3675380"/>
          </a:xfrm>
          <a:custGeom>
            <a:avLst/>
            <a:gdLst/>
            <a:ahLst/>
            <a:cxnLst/>
            <a:rect l="0" t="0" r="3675380" b="3675380"/>
            <a:pathLst>
              <a:path w="3675380" h="3675380" extrusionOk="0">
                <a:moveTo>
                  <a:pt x="0" y="0"/>
                </a:moveTo>
                <a:lnTo>
                  <a:pt x="3675380" y="0"/>
                </a:lnTo>
                <a:lnTo>
                  <a:pt x="3675380" y="3675380"/>
                </a:lnTo>
                <a:lnTo>
                  <a:pt x="0" y="3675380"/>
                </a:lnTo>
                <a:lnTo>
                  <a:pt x="0" y="0"/>
                </a:lnTo>
                <a:close/>
              </a:path>
            </a:pathLst>
          </a:custGeom>
          <a:blipFill>
            <a:blip r:embed="rId4"/>
            <a:stretch/>
          </a:blipFill>
          <a:ln>
            <a:noFill/>
          </a:ln>
          <a:effectLst/>
        </p:spPr>
      </p:sp>
      <p:sp>
        <p:nvSpPr>
          <p:cNvPr id="703823939" name="Freeform 14"/>
          <p:cNvSpPr/>
          <p:nvPr/>
        </p:nvSpPr>
        <p:spPr bwMode="auto">
          <a:xfrm>
            <a:off x="2484755" y="6805295"/>
            <a:ext cx="1210945" cy="1210945"/>
          </a:xfrm>
          <a:custGeom>
            <a:avLst/>
            <a:gdLst/>
            <a:ahLst/>
            <a:cxnLst/>
            <a:rect l="0" t="0" r="1210945" b="1210945"/>
            <a:pathLst>
              <a:path w="1210945" h="1210945" extrusionOk="0">
                <a:moveTo>
                  <a:pt x="0" y="0"/>
                </a:moveTo>
                <a:lnTo>
                  <a:pt x="1210946" y="0"/>
                </a:lnTo>
                <a:lnTo>
                  <a:pt x="1210946" y="1210946"/>
                </a:lnTo>
                <a:lnTo>
                  <a:pt x="0" y="1210946"/>
                </a:lnTo>
                <a:lnTo>
                  <a:pt x="0" y="0"/>
                </a:lnTo>
                <a:close/>
              </a:path>
            </a:pathLst>
          </a:custGeom>
          <a:blipFill>
            <a:blip r:embed="rId5"/>
            <a:stretch/>
          </a:blipFill>
          <a:ln>
            <a:noFill/>
          </a:ln>
          <a:effectLst/>
        </p:spPr>
      </p:sp>
      <p:sp>
        <p:nvSpPr>
          <p:cNvPr id="575554633" name="TextBox 15"/>
          <p:cNvSpPr/>
          <p:nvPr/>
        </p:nvSpPr>
        <p:spPr bwMode="auto">
          <a:xfrm>
            <a:off x="1497330" y="3028315"/>
            <a:ext cx="4949190" cy="3472180"/>
          </a:xfrm>
          <a:prstGeom prst="rect">
            <a:avLst/>
          </a:prstGeom>
          <a:noFill/>
          <a:ln>
            <a:noFill/>
          </a:ln>
          <a:effectLst/>
        </p:spPr>
        <p:txBody>
          <a:bodyPr vert="horz" wrap="square" lIns="0" tIns="0" rIns="0" bIns="0" numCol="1" spcCol="215899" anchor="t"/>
          <a:lstStyle/>
          <a:p>
            <a:pPr algn="l">
              <a:lnSpc>
                <a:spcPts val="6840"/>
              </a:lnSpc>
              <a:defRPr sz="5400" b="1" cap="none">
                <a:solidFill>
                  <a:srgbClr val="000000"/>
                </a:solidFill>
                <a:latin typeface="Glacial Indifference"/>
                <a:ea typeface="Glacial Indifference"/>
                <a:cs typeface="Glacial Indifference"/>
              </a:defRPr>
            </a:pPr>
            <a:r>
              <a:t>Proses Keperawatan: Pemeriksaan fisik</a:t>
            </a:r>
          </a:p>
        </p:txBody>
      </p:sp>
      <p:sp>
        <p:nvSpPr>
          <p:cNvPr id="663983635" name="TextBox 16"/>
          <p:cNvSpPr/>
          <p:nvPr/>
        </p:nvSpPr>
        <p:spPr bwMode="auto">
          <a:xfrm>
            <a:off x="16563975" y="8834120"/>
            <a:ext cx="955040" cy="799465"/>
          </a:xfrm>
          <a:prstGeom prst="rect">
            <a:avLst/>
          </a:prstGeom>
          <a:noFill/>
          <a:ln>
            <a:noFill/>
          </a:ln>
          <a:effectLst/>
        </p:spPr>
        <p:txBody>
          <a:bodyPr vert="horz" wrap="square" lIns="0" tIns="0" rIns="0" bIns="0" numCol="1" spcCol="215899" anchor="t"/>
          <a:lstStyle/>
          <a:p>
            <a:pPr algn="r">
              <a:lnSpc>
                <a:spcPts val="6295"/>
              </a:lnSpc>
              <a:defRPr sz="4500" b="1" cap="none">
                <a:solidFill>
                  <a:srgbClr val="000000"/>
                </a:solidFill>
                <a:latin typeface="Glacial Indifference"/>
                <a:ea typeface="Glacial Indifference"/>
                <a:cs typeface="Glacial Indifference"/>
              </a:defRPr>
            </a:pPr>
            <a:r>
              <a:t>22</a:t>
            </a:r>
          </a:p>
        </p:txBody>
      </p:sp>
      <p:sp>
        <p:nvSpPr>
          <p:cNvPr id="1372371487" name="TextBox 17"/>
          <p:cNvSpPr/>
          <p:nvPr/>
        </p:nvSpPr>
        <p:spPr bwMode="auto">
          <a:xfrm>
            <a:off x="8458835" y="2944495"/>
            <a:ext cx="8582660" cy="4356100"/>
          </a:xfrm>
          <a:prstGeom prst="rect">
            <a:avLst/>
          </a:prstGeom>
          <a:noFill/>
          <a:ln>
            <a:noFill/>
          </a:ln>
          <a:effectLst/>
        </p:spPr>
        <p:txBody>
          <a:bodyPr vert="horz" wrap="square" lIns="0" tIns="0" rIns="0" bIns="0" numCol="1" spcCol="215899" anchor="t"/>
          <a:lstStyle/>
          <a:p>
            <a:pPr algn="l">
              <a:lnSpc>
                <a:spcPts val="4900"/>
              </a:lnSpc>
              <a:defRPr sz="3200" b="1" cap="none"/>
            </a:pPr>
            <a:r>
              <a:rPr cap="none">
                <a:solidFill>
                  <a:srgbClr val="000000"/>
                </a:solidFill>
                <a:latin typeface="Glacial Indifference"/>
                <a:ea typeface="Glacial Indifference"/>
                <a:cs typeface="Glacial Indifference"/>
              </a:rPr>
              <a:t>Respirasi</a:t>
            </a:r>
          </a:p>
          <a:p>
            <a:pPr algn="l">
              <a:lnSpc>
                <a:spcPts val="4900"/>
              </a:lnSpc>
              <a:defRPr sz="3200" cap="none"/>
            </a:pPr>
            <a:r>
              <a:rPr cap="none">
                <a:solidFill>
                  <a:srgbClr val="000000"/>
                </a:solidFill>
                <a:latin typeface="Glacial Indifference"/>
                <a:ea typeface="Glacial Indifference"/>
                <a:cs typeface="Glacial Indifference"/>
              </a:rPr>
              <a:t>Irama: Reguler</a:t>
            </a:r>
          </a:p>
          <a:p>
            <a:pPr algn="l">
              <a:lnSpc>
                <a:spcPts val="4900"/>
              </a:lnSpc>
              <a:defRPr sz="3200" cap="none"/>
            </a:pPr>
            <a:r>
              <a:rPr cap="none">
                <a:solidFill>
                  <a:srgbClr val="000000"/>
                </a:solidFill>
                <a:latin typeface="Glacial Indifference"/>
                <a:ea typeface="Glacial Indifference"/>
                <a:cs typeface="Glacial Indifference"/>
              </a:rPr>
              <a:t>Retraksi dada: Tidak ada</a:t>
            </a:r>
          </a:p>
          <a:p>
            <a:pPr algn="l">
              <a:lnSpc>
                <a:spcPts val="4900"/>
              </a:lnSpc>
              <a:defRPr sz="3200" cap="none"/>
            </a:pPr>
            <a:r>
              <a:rPr cap="none">
                <a:solidFill>
                  <a:srgbClr val="000000"/>
                </a:solidFill>
                <a:latin typeface="Glacial Indifference"/>
                <a:ea typeface="Glacial Indifference"/>
                <a:cs typeface="Glacial Indifference"/>
              </a:rPr>
              <a:t>Pola napas: Normal</a:t>
            </a:r>
          </a:p>
          <a:p>
            <a:pPr algn="l">
              <a:lnSpc>
                <a:spcPts val="4900"/>
              </a:lnSpc>
              <a:defRPr sz="3200" cap="none"/>
            </a:pPr>
            <a:r>
              <a:rPr cap="none">
                <a:solidFill>
                  <a:srgbClr val="000000"/>
                </a:solidFill>
                <a:latin typeface="Glacial Indifference"/>
                <a:ea typeface="Glacial Indifference"/>
                <a:cs typeface="Glacial Indifference"/>
              </a:rPr>
              <a:t>Napas cuping hidung: Tidak ada</a:t>
            </a:r>
          </a:p>
          <a:p>
            <a:pPr algn="l">
              <a:lnSpc>
                <a:spcPts val="4900"/>
              </a:lnSpc>
              <a:defRPr sz="3200" cap="none"/>
            </a:pPr>
            <a:r>
              <a:rPr cap="none">
                <a:solidFill>
                  <a:srgbClr val="000000"/>
                </a:solidFill>
                <a:latin typeface="Glacial Indifference"/>
                <a:ea typeface="Glacial Indifference"/>
                <a:cs typeface="Glacial Indifference"/>
              </a:rPr>
              <a:t>Batuk: Tidak ada</a:t>
            </a:r>
          </a:p>
          <a:p>
            <a:pPr algn="l">
              <a:lnSpc>
                <a:spcPts val="4900"/>
              </a:lnSpc>
              <a:defRPr sz="3200" cap="none"/>
            </a:pPr>
            <a:r>
              <a:rPr cap="none">
                <a:solidFill>
                  <a:srgbClr val="000000"/>
                </a:solidFill>
                <a:latin typeface="Glacial Indifference"/>
                <a:ea typeface="Glacial Indifference"/>
                <a:cs typeface="Glacial Indifference"/>
              </a:rPr>
              <a:t>Alat bantu pernapasan: Tidak ada</a:t>
            </a:r>
          </a:p>
        </p:txBody>
      </p:sp>
      <p:sp>
        <p:nvSpPr>
          <p:cNvPr id="168669152" name="AutoShape 18"/>
          <p:cNvSpPr/>
          <p:nvPr/>
        </p:nvSpPr>
        <p:spPr bwMode="auto">
          <a:xfrm>
            <a:off x="16563975" y="8877300"/>
            <a:ext cx="0" cy="762000"/>
          </a:xfrm>
          <a:prstGeom prst="line">
            <a:avLst/>
          </a:prstGeom>
          <a:noFill/>
          <a:ln w="95250" cap="flat" cmpd="sng" algn="ctr">
            <a:solidFill>
              <a:srgbClr val="5DA295"/>
            </a:solidFill>
            <a:prstDash val="solid"/>
            <a:headEnd type="none"/>
            <a:tailEnd type="none"/>
          </a:ln>
          <a:effectLst/>
        </p:spPr>
      </p:sp>
      <p:sp>
        <p:nvSpPr>
          <p:cNvPr id="1572523216" name="Freeform 19"/>
          <p:cNvSpPr/>
          <p:nvPr/>
        </p:nvSpPr>
        <p:spPr bwMode="auto">
          <a:xfrm>
            <a:off x="0" y="0"/>
            <a:ext cx="5100320" cy="2209800"/>
          </a:xfrm>
          <a:custGeom>
            <a:avLst/>
            <a:gdLst/>
            <a:ahLst/>
            <a:cxnLst/>
            <a:rect l="0" t="0" r="5100320" b="2209800"/>
            <a:pathLst>
              <a:path w="5100320" h="2209800" extrusionOk="0">
                <a:moveTo>
                  <a:pt x="0" y="0"/>
                </a:moveTo>
                <a:lnTo>
                  <a:pt x="5100320" y="0"/>
                </a:lnTo>
                <a:lnTo>
                  <a:pt x="5100320" y="2209800"/>
                </a:lnTo>
                <a:lnTo>
                  <a:pt x="0" y="2209800"/>
                </a:lnTo>
                <a:lnTo>
                  <a:pt x="0" y="0"/>
                </a:lnTo>
                <a:close/>
              </a:path>
            </a:pathLst>
          </a:custGeom>
          <a:blipFill>
            <a:blip r:embed="rId6"/>
            <a:stretch/>
          </a:blipFill>
          <a:ln>
            <a:noFill/>
          </a:ln>
          <a:effectLst/>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PhAnim="0">
  <p:cSld name="Proses Keperawatan 9">
    <p:spTree>
      <p:nvGrpSpPr>
        <p:cNvPr id="1" name=""/>
        <p:cNvGrpSpPr/>
        <p:nvPr/>
      </p:nvGrpSpPr>
      <p:grpSpPr bwMode="auto">
        <a:xfrm>
          <a:off x="0" y="0"/>
          <a:ext cx="0" cy="0"/>
          <a:chOff x="0" y="0"/>
          <a:chExt cx="0" cy="0"/>
        </a:xfrm>
      </p:grpSpPr>
      <p:grpSp>
        <p:nvGrpSpPr>
          <p:cNvPr id="302016321" name="Group 2"/>
          <p:cNvGrpSpPr/>
          <p:nvPr/>
        </p:nvGrpSpPr>
        <p:grpSpPr bwMode="auto">
          <a:xfrm>
            <a:off x="0" y="0"/>
            <a:ext cx="18288000" cy="213360"/>
            <a:chOff x="0" y="0"/>
            <a:chExt cx="18288000" cy="213360"/>
          </a:xfrm>
        </p:grpSpPr>
        <p:sp>
          <p:nvSpPr>
            <p:cNvPr id="4" name="Freeform 3"/>
            <p:cNvSpPr/>
            <p:nvPr/>
          </p:nvSpPr>
          <p:spPr bwMode="auto">
            <a:xfrm>
              <a:off x="0" y="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BFDDD2"/>
            </a:solidFill>
            <a:ln>
              <a:noFill/>
            </a:ln>
            <a:effectLst/>
          </p:spPr>
        </p:sp>
        <p:sp>
          <p:nvSpPr>
            <p:cNvPr id="3" name="TextBox 4"/>
            <p:cNvSpPr/>
            <p:nvPr/>
          </p:nvSpPr>
          <p:spPr bwMode="auto">
            <a:xfrm>
              <a:off x="0" y="-14478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1681593700" name="TextBox 5"/>
          <p:cNvSpPr/>
          <p:nvPr/>
        </p:nvSpPr>
        <p:spPr bwMode="auto">
          <a:xfrm>
            <a:off x="11430000" y="8963025"/>
            <a:ext cx="4752340" cy="523875"/>
          </a:xfrm>
          <a:prstGeom prst="rect">
            <a:avLst/>
          </a:prstGeom>
          <a:noFill/>
          <a:ln>
            <a:noFill/>
          </a:ln>
          <a:effectLst/>
        </p:spPr>
        <p:txBody>
          <a:bodyPr vert="horz" wrap="square" lIns="0" tIns="0" rIns="0" bIns="0" numCol="1" spcCol="215899" anchor="t"/>
          <a:lstStyle/>
          <a:p>
            <a:pPr algn="r">
              <a:lnSpc>
                <a:spcPts val="4200"/>
              </a:lnSpc>
              <a:defRPr sz="3000" b="1" cap="none">
                <a:solidFill>
                  <a:srgbClr val="000000"/>
                </a:solidFill>
                <a:latin typeface="Glacial Indifference"/>
                <a:ea typeface="Glacial Indifference"/>
                <a:cs typeface="Glacial Indifference"/>
              </a:defRPr>
            </a:pPr>
            <a:r>
              <a:t>FRAKTUR HUMERUS</a:t>
            </a:r>
          </a:p>
        </p:txBody>
      </p:sp>
      <p:sp>
        <p:nvSpPr>
          <p:cNvPr id="672842172" name="Freeform 6"/>
          <p:cNvSpPr/>
          <p:nvPr/>
        </p:nvSpPr>
        <p:spPr bwMode="auto">
          <a:xfrm>
            <a:off x="3695700" y="8016240"/>
            <a:ext cx="3905250" cy="4114800"/>
          </a:xfrm>
          <a:custGeom>
            <a:avLst/>
            <a:gdLst/>
            <a:ahLst/>
            <a:cxnLst/>
            <a:rect l="0" t="0" r="3905250" b="4114800"/>
            <a:pathLst>
              <a:path w="3905250" h="4114800" extrusionOk="0">
                <a:moveTo>
                  <a:pt x="0" y="0"/>
                </a:moveTo>
                <a:lnTo>
                  <a:pt x="3905250" y="0"/>
                </a:lnTo>
                <a:lnTo>
                  <a:pt x="3905250" y="4114800"/>
                </a:lnTo>
                <a:lnTo>
                  <a:pt x="0" y="4114800"/>
                </a:lnTo>
                <a:lnTo>
                  <a:pt x="0" y="0"/>
                </a:lnTo>
                <a:close/>
              </a:path>
            </a:pathLst>
          </a:custGeom>
          <a:blipFill>
            <a:blip r:embed="rId3"/>
            <a:stretch/>
          </a:blipFill>
          <a:ln>
            <a:noFill/>
          </a:ln>
          <a:effectLst/>
        </p:spPr>
      </p:sp>
      <p:grpSp>
        <p:nvGrpSpPr>
          <p:cNvPr id="817234077" name="Group 7"/>
          <p:cNvGrpSpPr/>
          <p:nvPr/>
        </p:nvGrpSpPr>
        <p:grpSpPr bwMode="auto">
          <a:xfrm>
            <a:off x="0" y="10073640"/>
            <a:ext cx="18288000" cy="213360"/>
            <a:chOff x="0" y="10073640"/>
            <a:chExt cx="18288000" cy="213360"/>
          </a:xfrm>
        </p:grpSpPr>
        <p:sp>
          <p:nvSpPr>
            <p:cNvPr id="9" name="Freeform 8"/>
            <p:cNvSpPr/>
            <p:nvPr/>
          </p:nvSpPr>
          <p:spPr bwMode="auto">
            <a:xfrm>
              <a:off x="0" y="1007364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5DA295"/>
            </a:solidFill>
            <a:ln>
              <a:noFill/>
            </a:ln>
            <a:effectLst/>
          </p:spPr>
        </p:sp>
        <p:sp>
          <p:nvSpPr>
            <p:cNvPr id="8" name="TextBox 9"/>
            <p:cNvSpPr/>
            <p:nvPr/>
          </p:nvSpPr>
          <p:spPr bwMode="auto">
            <a:xfrm>
              <a:off x="0" y="992886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2065615168" name="Group 10"/>
          <p:cNvGrpSpPr/>
          <p:nvPr/>
        </p:nvGrpSpPr>
        <p:grpSpPr bwMode="auto">
          <a:xfrm>
            <a:off x="7600950" y="2334260"/>
            <a:ext cx="10687050" cy="5618480"/>
            <a:chOff x="7600950" y="2334260"/>
            <a:chExt cx="10687050" cy="5618480"/>
          </a:xfrm>
        </p:grpSpPr>
        <p:sp>
          <p:nvSpPr>
            <p:cNvPr id="12" name="Freeform 11"/>
            <p:cNvSpPr/>
            <p:nvPr/>
          </p:nvSpPr>
          <p:spPr bwMode="auto">
            <a:xfrm>
              <a:off x="7600950" y="2334260"/>
              <a:ext cx="10687050" cy="5618480"/>
            </a:xfrm>
            <a:custGeom>
              <a:avLst/>
              <a:gdLst/>
              <a:ahLst/>
              <a:cxnLst/>
              <a:rect l="0" t="0" r="10687050" b="5618480"/>
              <a:pathLst>
                <a:path w="10687050" h="5618480" extrusionOk="0">
                  <a:moveTo>
                    <a:pt x="0" y="0"/>
                  </a:moveTo>
                  <a:lnTo>
                    <a:pt x="10687050" y="0"/>
                  </a:lnTo>
                  <a:lnTo>
                    <a:pt x="10687050" y="5618480"/>
                  </a:lnTo>
                  <a:lnTo>
                    <a:pt x="0" y="5618480"/>
                  </a:lnTo>
                  <a:close/>
                </a:path>
              </a:pathLst>
            </a:custGeom>
            <a:solidFill>
              <a:srgbClr val="BFDDD2"/>
            </a:solidFill>
            <a:ln>
              <a:noFill/>
            </a:ln>
            <a:effectLst/>
          </p:spPr>
        </p:sp>
        <p:sp>
          <p:nvSpPr>
            <p:cNvPr id="11" name="TextBox 12"/>
            <p:cNvSpPr/>
            <p:nvPr/>
          </p:nvSpPr>
          <p:spPr bwMode="auto">
            <a:xfrm>
              <a:off x="7600950" y="2189480"/>
              <a:ext cx="10687050" cy="576326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1651974265" name="Freeform 13"/>
          <p:cNvSpPr/>
          <p:nvPr/>
        </p:nvSpPr>
        <p:spPr bwMode="auto">
          <a:xfrm>
            <a:off x="16182340" y="758190"/>
            <a:ext cx="3675380" cy="3675380"/>
          </a:xfrm>
          <a:custGeom>
            <a:avLst/>
            <a:gdLst/>
            <a:ahLst/>
            <a:cxnLst/>
            <a:rect l="0" t="0" r="3675380" b="3675380"/>
            <a:pathLst>
              <a:path w="3675380" h="3675380" extrusionOk="0">
                <a:moveTo>
                  <a:pt x="0" y="0"/>
                </a:moveTo>
                <a:lnTo>
                  <a:pt x="3675380" y="0"/>
                </a:lnTo>
                <a:lnTo>
                  <a:pt x="3675380" y="3675380"/>
                </a:lnTo>
                <a:lnTo>
                  <a:pt x="0" y="3675380"/>
                </a:lnTo>
                <a:lnTo>
                  <a:pt x="0" y="0"/>
                </a:lnTo>
                <a:close/>
              </a:path>
            </a:pathLst>
          </a:custGeom>
          <a:blipFill>
            <a:blip r:embed="rId4"/>
            <a:stretch/>
          </a:blipFill>
          <a:ln>
            <a:noFill/>
          </a:ln>
          <a:effectLst/>
        </p:spPr>
      </p:sp>
      <p:sp>
        <p:nvSpPr>
          <p:cNvPr id="382686594" name="Freeform 14"/>
          <p:cNvSpPr/>
          <p:nvPr/>
        </p:nvSpPr>
        <p:spPr bwMode="auto">
          <a:xfrm>
            <a:off x="2484755" y="6805295"/>
            <a:ext cx="1210945" cy="1210945"/>
          </a:xfrm>
          <a:custGeom>
            <a:avLst/>
            <a:gdLst/>
            <a:ahLst/>
            <a:cxnLst/>
            <a:rect l="0" t="0" r="1210945" b="1210945"/>
            <a:pathLst>
              <a:path w="1210945" h="1210945" extrusionOk="0">
                <a:moveTo>
                  <a:pt x="0" y="0"/>
                </a:moveTo>
                <a:lnTo>
                  <a:pt x="1210946" y="0"/>
                </a:lnTo>
                <a:lnTo>
                  <a:pt x="1210946" y="1210946"/>
                </a:lnTo>
                <a:lnTo>
                  <a:pt x="0" y="1210946"/>
                </a:lnTo>
                <a:lnTo>
                  <a:pt x="0" y="0"/>
                </a:lnTo>
                <a:close/>
              </a:path>
            </a:pathLst>
          </a:custGeom>
          <a:blipFill>
            <a:blip r:embed="rId5"/>
            <a:stretch/>
          </a:blipFill>
          <a:ln>
            <a:noFill/>
          </a:ln>
          <a:effectLst/>
        </p:spPr>
      </p:sp>
      <p:sp>
        <p:nvSpPr>
          <p:cNvPr id="1737414908" name="TextBox 15"/>
          <p:cNvSpPr/>
          <p:nvPr/>
        </p:nvSpPr>
        <p:spPr bwMode="auto">
          <a:xfrm>
            <a:off x="1497330" y="3028315"/>
            <a:ext cx="4949190" cy="3472180"/>
          </a:xfrm>
          <a:prstGeom prst="rect">
            <a:avLst/>
          </a:prstGeom>
          <a:noFill/>
          <a:ln>
            <a:noFill/>
          </a:ln>
          <a:effectLst/>
        </p:spPr>
        <p:txBody>
          <a:bodyPr vert="horz" wrap="square" lIns="0" tIns="0" rIns="0" bIns="0" numCol="1" spcCol="215899" anchor="t"/>
          <a:lstStyle/>
          <a:p>
            <a:pPr algn="l">
              <a:lnSpc>
                <a:spcPts val="6840"/>
              </a:lnSpc>
              <a:defRPr sz="5400" b="1" cap="none">
                <a:solidFill>
                  <a:srgbClr val="000000"/>
                </a:solidFill>
                <a:latin typeface="Glacial Indifference"/>
                <a:ea typeface="Glacial Indifference"/>
                <a:cs typeface="Glacial Indifference"/>
              </a:defRPr>
            </a:pPr>
            <a:r>
              <a:t>Proses Keperawatan: Pemeriksaan fisik</a:t>
            </a:r>
          </a:p>
        </p:txBody>
      </p:sp>
      <p:sp>
        <p:nvSpPr>
          <p:cNvPr id="1927021622" name="TextBox 16"/>
          <p:cNvSpPr/>
          <p:nvPr/>
        </p:nvSpPr>
        <p:spPr bwMode="auto">
          <a:xfrm>
            <a:off x="16563975" y="8834120"/>
            <a:ext cx="955040" cy="799465"/>
          </a:xfrm>
          <a:prstGeom prst="rect">
            <a:avLst/>
          </a:prstGeom>
          <a:noFill/>
          <a:ln>
            <a:noFill/>
          </a:ln>
          <a:effectLst/>
        </p:spPr>
        <p:txBody>
          <a:bodyPr vert="horz" wrap="square" lIns="0" tIns="0" rIns="0" bIns="0" numCol="1" spcCol="215899" anchor="t"/>
          <a:lstStyle/>
          <a:p>
            <a:pPr algn="r">
              <a:lnSpc>
                <a:spcPts val="6295"/>
              </a:lnSpc>
              <a:defRPr sz="4500" b="1" cap="none">
                <a:solidFill>
                  <a:srgbClr val="000000"/>
                </a:solidFill>
                <a:latin typeface="Glacial Indifference"/>
                <a:ea typeface="Glacial Indifference"/>
                <a:cs typeface="Glacial Indifference"/>
              </a:defRPr>
            </a:pPr>
            <a:r>
              <a:t>23</a:t>
            </a:r>
          </a:p>
        </p:txBody>
      </p:sp>
      <p:sp>
        <p:nvSpPr>
          <p:cNvPr id="496905705" name="TextBox 17"/>
          <p:cNvSpPr/>
          <p:nvPr/>
        </p:nvSpPr>
        <p:spPr bwMode="auto">
          <a:xfrm>
            <a:off x="8458835" y="2944495"/>
            <a:ext cx="8582660" cy="4356100"/>
          </a:xfrm>
          <a:prstGeom prst="rect">
            <a:avLst/>
          </a:prstGeom>
          <a:noFill/>
          <a:ln>
            <a:noFill/>
          </a:ln>
          <a:effectLst/>
        </p:spPr>
        <p:txBody>
          <a:bodyPr vert="horz" wrap="square" lIns="0" tIns="0" rIns="0" bIns="0" numCol="1" spcCol="215899" anchor="t"/>
          <a:lstStyle/>
          <a:p>
            <a:pPr algn="l">
              <a:lnSpc>
                <a:spcPts val="4900"/>
              </a:lnSpc>
              <a:defRPr sz="3200" b="1" cap="none"/>
            </a:pPr>
            <a:r>
              <a:rPr cap="none">
                <a:solidFill>
                  <a:srgbClr val="000000"/>
                </a:solidFill>
                <a:latin typeface="Glacial Indifference"/>
                <a:ea typeface="Glacial Indifference"/>
                <a:cs typeface="Glacial Indifference"/>
              </a:rPr>
              <a:t>Sirkulasi</a:t>
            </a:r>
          </a:p>
          <a:p>
            <a:pPr algn="l">
              <a:lnSpc>
                <a:spcPts val="4900"/>
              </a:lnSpc>
              <a:defRPr sz="3200" cap="none"/>
            </a:pPr>
            <a:r>
              <a:rPr cap="none">
                <a:solidFill>
                  <a:srgbClr val="000000"/>
                </a:solidFill>
                <a:latin typeface="Glacial Indifference"/>
                <a:ea typeface="Glacial Indifference"/>
                <a:cs typeface="Glacial Indifference"/>
              </a:rPr>
              <a:t>Sianosis: Tidak ada</a:t>
            </a:r>
          </a:p>
          <a:p>
            <a:pPr algn="l">
              <a:lnSpc>
                <a:spcPts val="4900"/>
              </a:lnSpc>
              <a:defRPr sz="3200" cap="none"/>
            </a:pPr>
            <a:r>
              <a:rPr cap="none">
                <a:solidFill>
                  <a:srgbClr val="000000"/>
                </a:solidFill>
                <a:latin typeface="Glacial Indifference"/>
                <a:ea typeface="Glacial Indifference"/>
                <a:cs typeface="Glacial Indifference"/>
              </a:rPr>
              <a:t>Pucat: Tidak ada</a:t>
            </a:r>
          </a:p>
          <a:p>
            <a:pPr algn="l">
              <a:lnSpc>
                <a:spcPts val="4900"/>
              </a:lnSpc>
              <a:defRPr sz="3200" cap="none"/>
            </a:pPr>
            <a:r>
              <a:rPr cap="none">
                <a:solidFill>
                  <a:srgbClr val="000000"/>
                </a:solidFill>
                <a:latin typeface="Glacial Indifference"/>
                <a:ea typeface="Glacial Indifference"/>
                <a:cs typeface="Glacial Indifference"/>
              </a:rPr>
              <a:t>Irama nadi: Reguler</a:t>
            </a:r>
          </a:p>
          <a:p>
            <a:pPr algn="l">
              <a:lnSpc>
                <a:spcPts val="4900"/>
              </a:lnSpc>
              <a:defRPr sz="3200" cap="none"/>
            </a:pPr>
            <a:r>
              <a:rPr cap="none">
                <a:solidFill>
                  <a:srgbClr val="000000"/>
                </a:solidFill>
                <a:latin typeface="Glacial Indifference"/>
                <a:ea typeface="Glacial Indifference"/>
                <a:cs typeface="Glacial Indifference"/>
              </a:rPr>
              <a:t>Intensitas nadi: Kuat</a:t>
            </a:r>
          </a:p>
          <a:p>
            <a:pPr algn="l">
              <a:lnSpc>
                <a:spcPts val="4900"/>
              </a:lnSpc>
              <a:defRPr sz="3200" cap="none"/>
            </a:pPr>
            <a:r>
              <a:rPr cap="none">
                <a:solidFill>
                  <a:srgbClr val="000000"/>
                </a:solidFill>
                <a:latin typeface="Glacial Indifference"/>
                <a:ea typeface="Glacial Indifference"/>
                <a:cs typeface="Glacial Indifference"/>
              </a:rPr>
              <a:t>Edema: Tidak ada</a:t>
            </a:r>
          </a:p>
          <a:p>
            <a:pPr algn="l">
              <a:lnSpc>
                <a:spcPts val="4900"/>
              </a:lnSpc>
              <a:defRPr sz="3200" cap="none"/>
            </a:pPr>
            <a:r>
              <a:rPr cap="none">
                <a:solidFill>
                  <a:srgbClr val="000000"/>
                </a:solidFill>
                <a:latin typeface="Glacial Indifference"/>
                <a:ea typeface="Glacial Indifference"/>
                <a:cs typeface="Glacial Indifference"/>
              </a:rPr>
              <a:t>Nyeri dada: Tidak ada</a:t>
            </a:r>
          </a:p>
        </p:txBody>
      </p:sp>
      <p:sp>
        <p:nvSpPr>
          <p:cNvPr id="1104092532" name="AutoShape 18"/>
          <p:cNvSpPr/>
          <p:nvPr/>
        </p:nvSpPr>
        <p:spPr bwMode="auto">
          <a:xfrm>
            <a:off x="16563975" y="8877300"/>
            <a:ext cx="0" cy="762000"/>
          </a:xfrm>
          <a:prstGeom prst="line">
            <a:avLst/>
          </a:prstGeom>
          <a:noFill/>
          <a:ln w="95250" cap="flat" cmpd="sng" algn="ctr">
            <a:solidFill>
              <a:srgbClr val="5DA295"/>
            </a:solidFill>
            <a:prstDash val="solid"/>
            <a:headEnd type="none"/>
            <a:tailEnd type="none"/>
          </a:ln>
          <a:effectLst/>
        </p:spPr>
      </p:sp>
      <p:sp>
        <p:nvSpPr>
          <p:cNvPr id="1522288908" name="Freeform 19"/>
          <p:cNvSpPr/>
          <p:nvPr/>
        </p:nvSpPr>
        <p:spPr bwMode="auto">
          <a:xfrm>
            <a:off x="0" y="0"/>
            <a:ext cx="5100320" cy="2209800"/>
          </a:xfrm>
          <a:custGeom>
            <a:avLst/>
            <a:gdLst/>
            <a:ahLst/>
            <a:cxnLst/>
            <a:rect l="0" t="0" r="5100320" b="2209800"/>
            <a:pathLst>
              <a:path w="5100320" h="2209800" extrusionOk="0">
                <a:moveTo>
                  <a:pt x="0" y="0"/>
                </a:moveTo>
                <a:lnTo>
                  <a:pt x="5100320" y="0"/>
                </a:lnTo>
                <a:lnTo>
                  <a:pt x="5100320" y="2209800"/>
                </a:lnTo>
                <a:lnTo>
                  <a:pt x="0" y="2209800"/>
                </a:lnTo>
                <a:lnTo>
                  <a:pt x="0" y="0"/>
                </a:lnTo>
                <a:close/>
              </a:path>
            </a:pathLst>
          </a:custGeom>
          <a:blipFill>
            <a:blip r:embed="rId6"/>
            <a:stretch/>
          </a:blipFill>
          <a:ln>
            <a:noFill/>
          </a:ln>
          <a:effectLst/>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PhAnim="0">
  <p:cSld name="Proses Keperawatan 10">
    <p:spTree>
      <p:nvGrpSpPr>
        <p:cNvPr id="1" name=""/>
        <p:cNvGrpSpPr/>
        <p:nvPr/>
      </p:nvGrpSpPr>
      <p:grpSpPr bwMode="auto">
        <a:xfrm>
          <a:off x="0" y="0"/>
          <a:ext cx="0" cy="0"/>
          <a:chOff x="0" y="0"/>
          <a:chExt cx="0" cy="0"/>
        </a:xfrm>
      </p:grpSpPr>
      <p:grpSp>
        <p:nvGrpSpPr>
          <p:cNvPr id="1098020752" name="Group 2"/>
          <p:cNvGrpSpPr/>
          <p:nvPr/>
        </p:nvGrpSpPr>
        <p:grpSpPr bwMode="auto">
          <a:xfrm>
            <a:off x="0" y="0"/>
            <a:ext cx="18288000" cy="213360"/>
            <a:chOff x="0" y="0"/>
            <a:chExt cx="18288000" cy="213360"/>
          </a:xfrm>
        </p:grpSpPr>
        <p:sp>
          <p:nvSpPr>
            <p:cNvPr id="4" name="Freeform 3"/>
            <p:cNvSpPr/>
            <p:nvPr/>
          </p:nvSpPr>
          <p:spPr bwMode="auto">
            <a:xfrm>
              <a:off x="0" y="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BFDDD2"/>
            </a:solidFill>
            <a:ln>
              <a:noFill/>
            </a:ln>
            <a:effectLst/>
          </p:spPr>
        </p:sp>
        <p:sp>
          <p:nvSpPr>
            <p:cNvPr id="3" name="TextBox 4"/>
            <p:cNvSpPr/>
            <p:nvPr/>
          </p:nvSpPr>
          <p:spPr bwMode="auto">
            <a:xfrm>
              <a:off x="0" y="-14478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1774489463" name="TextBox 5"/>
          <p:cNvSpPr/>
          <p:nvPr/>
        </p:nvSpPr>
        <p:spPr bwMode="auto">
          <a:xfrm>
            <a:off x="11430000" y="8963025"/>
            <a:ext cx="4752340" cy="523875"/>
          </a:xfrm>
          <a:prstGeom prst="rect">
            <a:avLst/>
          </a:prstGeom>
          <a:noFill/>
          <a:ln>
            <a:noFill/>
          </a:ln>
          <a:effectLst/>
        </p:spPr>
        <p:txBody>
          <a:bodyPr vert="horz" wrap="square" lIns="0" tIns="0" rIns="0" bIns="0" numCol="1" spcCol="215899" anchor="t"/>
          <a:lstStyle/>
          <a:p>
            <a:pPr algn="r">
              <a:lnSpc>
                <a:spcPts val="4200"/>
              </a:lnSpc>
              <a:defRPr sz="3000" b="1" cap="none">
                <a:solidFill>
                  <a:srgbClr val="000000"/>
                </a:solidFill>
                <a:latin typeface="Glacial Indifference"/>
                <a:ea typeface="Glacial Indifference"/>
                <a:cs typeface="Glacial Indifference"/>
              </a:defRPr>
            </a:pPr>
            <a:r>
              <a:t>FRAKTUR HUMERUS</a:t>
            </a:r>
          </a:p>
        </p:txBody>
      </p:sp>
      <p:sp>
        <p:nvSpPr>
          <p:cNvPr id="590816552" name="Freeform 6"/>
          <p:cNvSpPr/>
          <p:nvPr/>
        </p:nvSpPr>
        <p:spPr bwMode="auto">
          <a:xfrm>
            <a:off x="3695700" y="8016240"/>
            <a:ext cx="3905250" cy="4114800"/>
          </a:xfrm>
          <a:custGeom>
            <a:avLst/>
            <a:gdLst/>
            <a:ahLst/>
            <a:cxnLst/>
            <a:rect l="0" t="0" r="3905250" b="4114800"/>
            <a:pathLst>
              <a:path w="3905250" h="4114800" extrusionOk="0">
                <a:moveTo>
                  <a:pt x="0" y="0"/>
                </a:moveTo>
                <a:lnTo>
                  <a:pt x="3905250" y="0"/>
                </a:lnTo>
                <a:lnTo>
                  <a:pt x="3905250" y="4114800"/>
                </a:lnTo>
                <a:lnTo>
                  <a:pt x="0" y="4114800"/>
                </a:lnTo>
                <a:lnTo>
                  <a:pt x="0" y="0"/>
                </a:lnTo>
                <a:close/>
              </a:path>
            </a:pathLst>
          </a:custGeom>
          <a:blipFill>
            <a:blip r:embed="rId3"/>
            <a:stretch/>
          </a:blipFill>
          <a:ln>
            <a:noFill/>
          </a:ln>
          <a:effectLst/>
        </p:spPr>
      </p:sp>
      <p:grpSp>
        <p:nvGrpSpPr>
          <p:cNvPr id="747678834" name="Group 7"/>
          <p:cNvGrpSpPr/>
          <p:nvPr/>
        </p:nvGrpSpPr>
        <p:grpSpPr bwMode="auto">
          <a:xfrm>
            <a:off x="0" y="10073640"/>
            <a:ext cx="18288000" cy="213360"/>
            <a:chOff x="0" y="10073640"/>
            <a:chExt cx="18288000" cy="213360"/>
          </a:xfrm>
        </p:grpSpPr>
        <p:sp>
          <p:nvSpPr>
            <p:cNvPr id="9" name="Freeform 8"/>
            <p:cNvSpPr/>
            <p:nvPr/>
          </p:nvSpPr>
          <p:spPr bwMode="auto">
            <a:xfrm>
              <a:off x="0" y="1007364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5DA295"/>
            </a:solidFill>
            <a:ln>
              <a:noFill/>
            </a:ln>
            <a:effectLst/>
          </p:spPr>
        </p:sp>
        <p:sp>
          <p:nvSpPr>
            <p:cNvPr id="8" name="TextBox 9"/>
            <p:cNvSpPr/>
            <p:nvPr/>
          </p:nvSpPr>
          <p:spPr bwMode="auto">
            <a:xfrm>
              <a:off x="0" y="992886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1015144591" name="Group 10"/>
          <p:cNvGrpSpPr/>
          <p:nvPr/>
        </p:nvGrpSpPr>
        <p:grpSpPr bwMode="auto">
          <a:xfrm>
            <a:off x="7600950" y="2334260"/>
            <a:ext cx="10687050" cy="5618480"/>
            <a:chOff x="7600950" y="2334260"/>
            <a:chExt cx="10687050" cy="5618480"/>
          </a:xfrm>
        </p:grpSpPr>
        <p:sp>
          <p:nvSpPr>
            <p:cNvPr id="12" name="Freeform 11"/>
            <p:cNvSpPr/>
            <p:nvPr/>
          </p:nvSpPr>
          <p:spPr bwMode="auto">
            <a:xfrm>
              <a:off x="7600950" y="2334260"/>
              <a:ext cx="10687050" cy="5618480"/>
            </a:xfrm>
            <a:custGeom>
              <a:avLst/>
              <a:gdLst/>
              <a:ahLst/>
              <a:cxnLst/>
              <a:rect l="0" t="0" r="10687050" b="5618480"/>
              <a:pathLst>
                <a:path w="10687050" h="5618480" extrusionOk="0">
                  <a:moveTo>
                    <a:pt x="0" y="0"/>
                  </a:moveTo>
                  <a:lnTo>
                    <a:pt x="10687050" y="0"/>
                  </a:lnTo>
                  <a:lnTo>
                    <a:pt x="10687050" y="5618480"/>
                  </a:lnTo>
                  <a:lnTo>
                    <a:pt x="0" y="5618480"/>
                  </a:lnTo>
                  <a:close/>
                </a:path>
              </a:pathLst>
            </a:custGeom>
            <a:solidFill>
              <a:srgbClr val="BFDDD2"/>
            </a:solidFill>
            <a:ln>
              <a:noFill/>
            </a:ln>
            <a:effectLst/>
          </p:spPr>
        </p:sp>
        <p:sp>
          <p:nvSpPr>
            <p:cNvPr id="11" name="TextBox 12"/>
            <p:cNvSpPr/>
            <p:nvPr/>
          </p:nvSpPr>
          <p:spPr bwMode="auto">
            <a:xfrm>
              <a:off x="7600950" y="2189480"/>
              <a:ext cx="10687050" cy="576326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1993979634" name="Freeform 13"/>
          <p:cNvSpPr/>
          <p:nvPr/>
        </p:nvSpPr>
        <p:spPr bwMode="auto">
          <a:xfrm>
            <a:off x="16182340" y="758190"/>
            <a:ext cx="3675380" cy="3675380"/>
          </a:xfrm>
          <a:custGeom>
            <a:avLst/>
            <a:gdLst/>
            <a:ahLst/>
            <a:cxnLst/>
            <a:rect l="0" t="0" r="3675380" b="3675380"/>
            <a:pathLst>
              <a:path w="3675380" h="3675380" extrusionOk="0">
                <a:moveTo>
                  <a:pt x="0" y="0"/>
                </a:moveTo>
                <a:lnTo>
                  <a:pt x="3675380" y="0"/>
                </a:lnTo>
                <a:lnTo>
                  <a:pt x="3675380" y="3675380"/>
                </a:lnTo>
                <a:lnTo>
                  <a:pt x="0" y="3675380"/>
                </a:lnTo>
                <a:lnTo>
                  <a:pt x="0" y="0"/>
                </a:lnTo>
                <a:close/>
              </a:path>
            </a:pathLst>
          </a:custGeom>
          <a:blipFill>
            <a:blip r:embed="rId4"/>
            <a:stretch/>
          </a:blipFill>
          <a:ln>
            <a:noFill/>
          </a:ln>
          <a:effectLst/>
        </p:spPr>
      </p:sp>
      <p:sp>
        <p:nvSpPr>
          <p:cNvPr id="332598441" name="Freeform 14"/>
          <p:cNvSpPr/>
          <p:nvPr/>
        </p:nvSpPr>
        <p:spPr bwMode="auto">
          <a:xfrm>
            <a:off x="2484755" y="6805295"/>
            <a:ext cx="1210945" cy="1210945"/>
          </a:xfrm>
          <a:custGeom>
            <a:avLst/>
            <a:gdLst/>
            <a:ahLst/>
            <a:cxnLst/>
            <a:rect l="0" t="0" r="1210945" b="1210945"/>
            <a:pathLst>
              <a:path w="1210945" h="1210945" extrusionOk="0">
                <a:moveTo>
                  <a:pt x="0" y="0"/>
                </a:moveTo>
                <a:lnTo>
                  <a:pt x="1210946" y="0"/>
                </a:lnTo>
                <a:lnTo>
                  <a:pt x="1210946" y="1210946"/>
                </a:lnTo>
                <a:lnTo>
                  <a:pt x="0" y="1210946"/>
                </a:lnTo>
                <a:lnTo>
                  <a:pt x="0" y="0"/>
                </a:lnTo>
                <a:close/>
              </a:path>
            </a:pathLst>
          </a:custGeom>
          <a:blipFill>
            <a:blip r:embed="rId5"/>
            <a:stretch/>
          </a:blipFill>
          <a:ln>
            <a:noFill/>
          </a:ln>
          <a:effectLst/>
        </p:spPr>
      </p:sp>
      <p:sp>
        <p:nvSpPr>
          <p:cNvPr id="1621878755" name="TextBox 15"/>
          <p:cNvSpPr/>
          <p:nvPr/>
        </p:nvSpPr>
        <p:spPr bwMode="auto">
          <a:xfrm>
            <a:off x="1497330" y="3028315"/>
            <a:ext cx="4949190" cy="3472180"/>
          </a:xfrm>
          <a:prstGeom prst="rect">
            <a:avLst/>
          </a:prstGeom>
          <a:noFill/>
          <a:ln>
            <a:noFill/>
          </a:ln>
          <a:effectLst/>
        </p:spPr>
        <p:txBody>
          <a:bodyPr vert="horz" wrap="square" lIns="0" tIns="0" rIns="0" bIns="0" numCol="1" spcCol="215899" anchor="t"/>
          <a:lstStyle/>
          <a:p>
            <a:pPr algn="l">
              <a:lnSpc>
                <a:spcPts val="6840"/>
              </a:lnSpc>
              <a:defRPr sz="5400" b="1" cap="none">
                <a:solidFill>
                  <a:srgbClr val="000000"/>
                </a:solidFill>
                <a:latin typeface="Glacial Indifference"/>
                <a:ea typeface="Glacial Indifference"/>
                <a:cs typeface="Glacial Indifference"/>
              </a:defRPr>
            </a:pPr>
            <a:r>
              <a:t>Proses Keperawatan: Pemeriksaan fisik</a:t>
            </a:r>
          </a:p>
        </p:txBody>
      </p:sp>
      <p:sp>
        <p:nvSpPr>
          <p:cNvPr id="861375695" name="TextBox 16"/>
          <p:cNvSpPr/>
          <p:nvPr/>
        </p:nvSpPr>
        <p:spPr bwMode="auto">
          <a:xfrm>
            <a:off x="16563975" y="8834120"/>
            <a:ext cx="955040" cy="799465"/>
          </a:xfrm>
          <a:prstGeom prst="rect">
            <a:avLst/>
          </a:prstGeom>
          <a:noFill/>
          <a:ln>
            <a:noFill/>
          </a:ln>
          <a:effectLst/>
        </p:spPr>
        <p:txBody>
          <a:bodyPr vert="horz" wrap="square" lIns="0" tIns="0" rIns="0" bIns="0" numCol="1" spcCol="215899" anchor="t"/>
          <a:lstStyle/>
          <a:p>
            <a:pPr algn="r">
              <a:lnSpc>
                <a:spcPts val="6295"/>
              </a:lnSpc>
              <a:defRPr sz="4500" b="1" cap="none">
                <a:solidFill>
                  <a:srgbClr val="000000"/>
                </a:solidFill>
                <a:latin typeface="Glacial Indifference"/>
                <a:ea typeface="Glacial Indifference"/>
                <a:cs typeface="Glacial Indifference"/>
              </a:defRPr>
            </a:pPr>
            <a:r>
              <a:t>24</a:t>
            </a:r>
          </a:p>
        </p:txBody>
      </p:sp>
      <p:sp>
        <p:nvSpPr>
          <p:cNvPr id="171685674" name="TextBox 17"/>
          <p:cNvSpPr/>
          <p:nvPr/>
        </p:nvSpPr>
        <p:spPr bwMode="auto">
          <a:xfrm>
            <a:off x="8458835" y="2944495"/>
            <a:ext cx="8582660" cy="3733800"/>
          </a:xfrm>
          <a:prstGeom prst="rect">
            <a:avLst/>
          </a:prstGeom>
          <a:noFill/>
          <a:ln>
            <a:noFill/>
          </a:ln>
          <a:effectLst/>
        </p:spPr>
        <p:txBody>
          <a:bodyPr vert="horz" wrap="square" lIns="0" tIns="0" rIns="0" bIns="0" numCol="1" spcCol="215899" anchor="t"/>
          <a:lstStyle/>
          <a:p>
            <a:pPr algn="l">
              <a:lnSpc>
                <a:spcPts val="4900"/>
              </a:lnSpc>
              <a:defRPr sz="3200" b="1" cap="none"/>
            </a:pPr>
            <a:r>
              <a:rPr cap="none">
                <a:solidFill>
                  <a:srgbClr val="000000"/>
                </a:solidFill>
                <a:latin typeface="Glacial Indifference"/>
                <a:ea typeface="Glacial Indifference"/>
                <a:cs typeface="Glacial Indifference"/>
              </a:rPr>
              <a:t>Gastrointestinal</a:t>
            </a:r>
          </a:p>
          <a:p>
            <a:pPr algn="l">
              <a:lnSpc>
                <a:spcPts val="4900"/>
              </a:lnSpc>
              <a:defRPr sz="3200" cap="none"/>
            </a:pPr>
            <a:r>
              <a:rPr cap="none">
                <a:solidFill>
                  <a:srgbClr val="000000"/>
                </a:solidFill>
                <a:latin typeface="Glacial Indifference"/>
                <a:ea typeface="Glacial Indifference"/>
                <a:cs typeface="Glacial Indifference"/>
              </a:rPr>
              <a:t>Mulut: Normal</a:t>
            </a:r>
          </a:p>
          <a:p>
            <a:pPr algn="l">
              <a:lnSpc>
                <a:spcPts val="4900"/>
              </a:lnSpc>
              <a:defRPr sz="3200" cap="none"/>
            </a:pPr>
            <a:r>
              <a:rPr cap="none">
                <a:solidFill>
                  <a:srgbClr val="000000"/>
                </a:solidFill>
                <a:latin typeface="Glacial Indifference"/>
                <a:ea typeface="Glacial Indifference"/>
                <a:cs typeface="Glacial Indifference"/>
              </a:rPr>
              <a:t>Gigi: Lengkap</a:t>
            </a:r>
          </a:p>
          <a:p>
            <a:pPr algn="l">
              <a:lnSpc>
                <a:spcPts val="4900"/>
              </a:lnSpc>
              <a:defRPr sz="3200" cap="none"/>
            </a:pPr>
            <a:r>
              <a:rPr cap="none">
                <a:solidFill>
                  <a:srgbClr val="000000"/>
                </a:solidFill>
                <a:latin typeface="Glacial Indifference"/>
                <a:ea typeface="Glacial Indifference"/>
                <a:cs typeface="Glacial Indifference"/>
              </a:rPr>
              <a:t>Nafsu makan berkurang: Tidak</a:t>
            </a:r>
          </a:p>
          <a:p>
            <a:pPr algn="l">
              <a:lnSpc>
                <a:spcPts val="4900"/>
              </a:lnSpc>
              <a:defRPr sz="3200" cap="none"/>
            </a:pPr>
            <a:r>
              <a:rPr cap="none">
                <a:solidFill>
                  <a:srgbClr val="000000"/>
                </a:solidFill>
                <a:latin typeface="Glacial Indifference"/>
                <a:ea typeface="Glacial Indifference"/>
                <a:cs typeface="Glacial Indifference"/>
              </a:rPr>
              <a:t>Asupan nutrisi: Oral</a:t>
            </a:r>
          </a:p>
          <a:p>
            <a:pPr algn="l">
              <a:lnSpc>
                <a:spcPts val="4900"/>
              </a:lnSpc>
              <a:defRPr sz="3200" cap="none"/>
            </a:pPr>
            <a:r>
              <a:rPr cap="none">
                <a:solidFill>
                  <a:srgbClr val="000000"/>
                </a:solidFill>
                <a:latin typeface="Glacial Indifference"/>
                <a:ea typeface="Glacial Indifference"/>
                <a:cs typeface="Glacial Indifference"/>
              </a:rPr>
              <a:t>Kelainan: Tidak ada</a:t>
            </a:r>
          </a:p>
        </p:txBody>
      </p:sp>
      <p:sp>
        <p:nvSpPr>
          <p:cNvPr id="1770431126" name="AutoShape 18"/>
          <p:cNvSpPr/>
          <p:nvPr/>
        </p:nvSpPr>
        <p:spPr bwMode="auto">
          <a:xfrm>
            <a:off x="16563975" y="8877300"/>
            <a:ext cx="0" cy="762000"/>
          </a:xfrm>
          <a:prstGeom prst="line">
            <a:avLst/>
          </a:prstGeom>
          <a:noFill/>
          <a:ln w="95250" cap="flat" cmpd="sng" algn="ctr">
            <a:solidFill>
              <a:srgbClr val="5DA295"/>
            </a:solidFill>
            <a:prstDash val="solid"/>
            <a:headEnd type="none"/>
            <a:tailEnd type="none"/>
          </a:ln>
          <a:effectLst/>
        </p:spPr>
      </p:sp>
      <p:sp>
        <p:nvSpPr>
          <p:cNvPr id="1593649454" name="Freeform 19"/>
          <p:cNvSpPr/>
          <p:nvPr/>
        </p:nvSpPr>
        <p:spPr bwMode="auto">
          <a:xfrm>
            <a:off x="0" y="0"/>
            <a:ext cx="5100320" cy="2209800"/>
          </a:xfrm>
          <a:custGeom>
            <a:avLst/>
            <a:gdLst/>
            <a:ahLst/>
            <a:cxnLst/>
            <a:rect l="0" t="0" r="5100320" b="2209800"/>
            <a:pathLst>
              <a:path w="5100320" h="2209800" extrusionOk="0">
                <a:moveTo>
                  <a:pt x="0" y="0"/>
                </a:moveTo>
                <a:lnTo>
                  <a:pt x="5100320" y="0"/>
                </a:lnTo>
                <a:lnTo>
                  <a:pt x="5100320" y="2209800"/>
                </a:lnTo>
                <a:lnTo>
                  <a:pt x="0" y="2209800"/>
                </a:lnTo>
                <a:lnTo>
                  <a:pt x="0" y="0"/>
                </a:lnTo>
                <a:close/>
              </a:path>
            </a:pathLst>
          </a:custGeom>
          <a:blipFill>
            <a:blip r:embed="rId6"/>
            <a:stretch/>
          </a:blipFill>
          <a:ln>
            <a:noFill/>
          </a:ln>
          <a:effectLst/>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MasterPhAnim="0">
  <p:cSld name="Proses Keperawatan 11">
    <p:spTree>
      <p:nvGrpSpPr>
        <p:cNvPr id="1" name=""/>
        <p:cNvGrpSpPr/>
        <p:nvPr/>
      </p:nvGrpSpPr>
      <p:grpSpPr bwMode="auto">
        <a:xfrm>
          <a:off x="0" y="0"/>
          <a:ext cx="0" cy="0"/>
          <a:chOff x="0" y="0"/>
          <a:chExt cx="0" cy="0"/>
        </a:xfrm>
      </p:grpSpPr>
      <p:grpSp>
        <p:nvGrpSpPr>
          <p:cNvPr id="131215211" name="Group 2"/>
          <p:cNvGrpSpPr/>
          <p:nvPr/>
        </p:nvGrpSpPr>
        <p:grpSpPr bwMode="auto">
          <a:xfrm>
            <a:off x="0" y="0"/>
            <a:ext cx="18288000" cy="213360"/>
            <a:chOff x="0" y="0"/>
            <a:chExt cx="18288000" cy="213360"/>
          </a:xfrm>
        </p:grpSpPr>
        <p:sp>
          <p:nvSpPr>
            <p:cNvPr id="4" name="Freeform 3"/>
            <p:cNvSpPr/>
            <p:nvPr/>
          </p:nvSpPr>
          <p:spPr bwMode="auto">
            <a:xfrm>
              <a:off x="0" y="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BFDDD2"/>
            </a:solidFill>
            <a:ln>
              <a:noFill/>
            </a:ln>
            <a:effectLst/>
          </p:spPr>
        </p:sp>
        <p:sp>
          <p:nvSpPr>
            <p:cNvPr id="3" name="TextBox 4"/>
            <p:cNvSpPr/>
            <p:nvPr/>
          </p:nvSpPr>
          <p:spPr bwMode="auto">
            <a:xfrm>
              <a:off x="0" y="-14478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717946653" name="TextBox 5"/>
          <p:cNvSpPr/>
          <p:nvPr/>
        </p:nvSpPr>
        <p:spPr bwMode="auto">
          <a:xfrm>
            <a:off x="11430000" y="8963025"/>
            <a:ext cx="4752340" cy="523875"/>
          </a:xfrm>
          <a:prstGeom prst="rect">
            <a:avLst/>
          </a:prstGeom>
          <a:noFill/>
          <a:ln>
            <a:noFill/>
          </a:ln>
          <a:effectLst/>
        </p:spPr>
        <p:txBody>
          <a:bodyPr vert="horz" wrap="square" lIns="0" tIns="0" rIns="0" bIns="0" numCol="1" spcCol="215899" anchor="t"/>
          <a:lstStyle/>
          <a:p>
            <a:pPr algn="r">
              <a:lnSpc>
                <a:spcPts val="4200"/>
              </a:lnSpc>
              <a:defRPr sz="3000" b="1" cap="none">
                <a:solidFill>
                  <a:srgbClr val="000000"/>
                </a:solidFill>
                <a:latin typeface="Glacial Indifference"/>
                <a:ea typeface="Glacial Indifference"/>
                <a:cs typeface="Glacial Indifference"/>
              </a:defRPr>
            </a:pPr>
            <a:r>
              <a:t>FRAKTUR HUMERUS</a:t>
            </a:r>
          </a:p>
        </p:txBody>
      </p:sp>
      <p:sp>
        <p:nvSpPr>
          <p:cNvPr id="156058266" name="Freeform 6"/>
          <p:cNvSpPr/>
          <p:nvPr/>
        </p:nvSpPr>
        <p:spPr bwMode="auto">
          <a:xfrm>
            <a:off x="3695700" y="8016240"/>
            <a:ext cx="3905250" cy="4114800"/>
          </a:xfrm>
          <a:custGeom>
            <a:avLst/>
            <a:gdLst/>
            <a:ahLst/>
            <a:cxnLst/>
            <a:rect l="0" t="0" r="3905250" b="4114800"/>
            <a:pathLst>
              <a:path w="3905250" h="4114800" extrusionOk="0">
                <a:moveTo>
                  <a:pt x="0" y="0"/>
                </a:moveTo>
                <a:lnTo>
                  <a:pt x="3905250" y="0"/>
                </a:lnTo>
                <a:lnTo>
                  <a:pt x="3905250" y="4114800"/>
                </a:lnTo>
                <a:lnTo>
                  <a:pt x="0" y="4114800"/>
                </a:lnTo>
                <a:lnTo>
                  <a:pt x="0" y="0"/>
                </a:lnTo>
                <a:close/>
              </a:path>
            </a:pathLst>
          </a:custGeom>
          <a:blipFill>
            <a:blip r:embed="rId3"/>
            <a:stretch/>
          </a:blipFill>
          <a:ln>
            <a:noFill/>
          </a:ln>
          <a:effectLst/>
        </p:spPr>
      </p:sp>
      <p:grpSp>
        <p:nvGrpSpPr>
          <p:cNvPr id="820309317" name="Group 7"/>
          <p:cNvGrpSpPr/>
          <p:nvPr/>
        </p:nvGrpSpPr>
        <p:grpSpPr bwMode="auto">
          <a:xfrm>
            <a:off x="0" y="10073640"/>
            <a:ext cx="18288000" cy="213360"/>
            <a:chOff x="0" y="10073640"/>
            <a:chExt cx="18288000" cy="213360"/>
          </a:xfrm>
        </p:grpSpPr>
        <p:sp>
          <p:nvSpPr>
            <p:cNvPr id="9" name="Freeform 8"/>
            <p:cNvSpPr/>
            <p:nvPr/>
          </p:nvSpPr>
          <p:spPr bwMode="auto">
            <a:xfrm>
              <a:off x="0" y="1007364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5DA295"/>
            </a:solidFill>
            <a:ln>
              <a:noFill/>
            </a:ln>
            <a:effectLst/>
          </p:spPr>
        </p:sp>
        <p:sp>
          <p:nvSpPr>
            <p:cNvPr id="8" name="TextBox 9"/>
            <p:cNvSpPr/>
            <p:nvPr/>
          </p:nvSpPr>
          <p:spPr bwMode="auto">
            <a:xfrm>
              <a:off x="0" y="992886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845692097" name="Group 10"/>
          <p:cNvGrpSpPr/>
          <p:nvPr/>
        </p:nvGrpSpPr>
        <p:grpSpPr bwMode="auto">
          <a:xfrm>
            <a:off x="7600950" y="2334260"/>
            <a:ext cx="10687050" cy="5618480"/>
            <a:chOff x="7600950" y="2334260"/>
            <a:chExt cx="10687050" cy="5618480"/>
          </a:xfrm>
        </p:grpSpPr>
        <p:sp>
          <p:nvSpPr>
            <p:cNvPr id="12" name="Freeform 11"/>
            <p:cNvSpPr/>
            <p:nvPr/>
          </p:nvSpPr>
          <p:spPr bwMode="auto">
            <a:xfrm>
              <a:off x="7600950" y="2334260"/>
              <a:ext cx="10687050" cy="5618480"/>
            </a:xfrm>
            <a:custGeom>
              <a:avLst/>
              <a:gdLst/>
              <a:ahLst/>
              <a:cxnLst/>
              <a:rect l="0" t="0" r="10687050" b="5618480"/>
              <a:pathLst>
                <a:path w="10687050" h="5618480" extrusionOk="0">
                  <a:moveTo>
                    <a:pt x="0" y="0"/>
                  </a:moveTo>
                  <a:lnTo>
                    <a:pt x="10687050" y="0"/>
                  </a:lnTo>
                  <a:lnTo>
                    <a:pt x="10687050" y="5618480"/>
                  </a:lnTo>
                  <a:lnTo>
                    <a:pt x="0" y="5618480"/>
                  </a:lnTo>
                  <a:close/>
                </a:path>
              </a:pathLst>
            </a:custGeom>
            <a:solidFill>
              <a:srgbClr val="BFDDD2"/>
            </a:solidFill>
            <a:ln>
              <a:noFill/>
            </a:ln>
            <a:effectLst/>
          </p:spPr>
        </p:sp>
        <p:sp>
          <p:nvSpPr>
            <p:cNvPr id="11" name="TextBox 12"/>
            <p:cNvSpPr/>
            <p:nvPr/>
          </p:nvSpPr>
          <p:spPr bwMode="auto">
            <a:xfrm>
              <a:off x="7600950" y="2189480"/>
              <a:ext cx="10687050" cy="576326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1303747599" name="Freeform 13"/>
          <p:cNvSpPr/>
          <p:nvPr/>
        </p:nvSpPr>
        <p:spPr bwMode="auto">
          <a:xfrm>
            <a:off x="16182340" y="758190"/>
            <a:ext cx="3675380" cy="3675380"/>
          </a:xfrm>
          <a:custGeom>
            <a:avLst/>
            <a:gdLst/>
            <a:ahLst/>
            <a:cxnLst/>
            <a:rect l="0" t="0" r="3675380" b="3675380"/>
            <a:pathLst>
              <a:path w="3675380" h="3675380" extrusionOk="0">
                <a:moveTo>
                  <a:pt x="0" y="0"/>
                </a:moveTo>
                <a:lnTo>
                  <a:pt x="3675380" y="0"/>
                </a:lnTo>
                <a:lnTo>
                  <a:pt x="3675380" y="3675380"/>
                </a:lnTo>
                <a:lnTo>
                  <a:pt x="0" y="3675380"/>
                </a:lnTo>
                <a:lnTo>
                  <a:pt x="0" y="0"/>
                </a:lnTo>
                <a:close/>
              </a:path>
            </a:pathLst>
          </a:custGeom>
          <a:blipFill>
            <a:blip r:embed="rId4"/>
            <a:stretch/>
          </a:blipFill>
          <a:ln>
            <a:noFill/>
          </a:ln>
          <a:effectLst/>
        </p:spPr>
      </p:sp>
      <p:sp>
        <p:nvSpPr>
          <p:cNvPr id="595290401" name="Freeform 14"/>
          <p:cNvSpPr/>
          <p:nvPr/>
        </p:nvSpPr>
        <p:spPr bwMode="auto">
          <a:xfrm>
            <a:off x="2484755" y="6805295"/>
            <a:ext cx="1210945" cy="1210945"/>
          </a:xfrm>
          <a:custGeom>
            <a:avLst/>
            <a:gdLst/>
            <a:ahLst/>
            <a:cxnLst/>
            <a:rect l="0" t="0" r="1210945" b="1210945"/>
            <a:pathLst>
              <a:path w="1210945" h="1210945" extrusionOk="0">
                <a:moveTo>
                  <a:pt x="0" y="0"/>
                </a:moveTo>
                <a:lnTo>
                  <a:pt x="1210946" y="0"/>
                </a:lnTo>
                <a:lnTo>
                  <a:pt x="1210946" y="1210946"/>
                </a:lnTo>
                <a:lnTo>
                  <a:pt x="0" y="1210946"/>
                </a:lnTo>
                <a:lnTo>
                  <a:pt x="0" y="0"/>
                </a:lnTo>
                <a:close/>
              </a:path>
            </a:pathLst>
          </a:custGeom>
          <a:blipFill>
            <a:blip r:embed="rId5"/>
            <a:stretch/>
          </a:blipFill>
          <a:ln>
            <a:noFill/>
          </a:ln>
          <a:effectLst/>
        </p:spPr>
      </p:sp>
      <p:sp>
        <p:nvSpPr>
          <p:cNvPr id="1484968150" name="TextBox 15"/>
          <p:cNvSpPr/>
          <p:nvPr/>
        </p:nvSpPr>
        <p:spPr bwMode="auto">
          <a:xfrm>
            <a:off x="1497330" y="3028315"/>
            <a:ext cx="4949190" cy="3472180"/>
          </a:xfrm>
          <a:prstGeom prst="rect">
            <a:avLst/>
          </a:prstGeom>
          <a:noFill/>
          <a:ln>
            <a:noFill/>
          </a:ln>
          <a:effectLst/>
        </p:spPr>
        <p:txBody>
          <a:bodyPr vert="horz" wrap="square" lIns="0" tIns="0" rIns="0" bIns="0" numCol="1" spcCol="215899" anchor="t"/>
          <a:lstStyle/>
          <a:p>
            <a:pPr algn="l">
              <a:lnSpc>
                <a:spcPts val="6840"/>
              </a:lnSpc>
              <a:defRPr sz="5400" b="1" cap="none">
                <a:solidFill>
                  <a:srgbClr val="000000"/>
                </a:solidFill>
                <a:latin typeface="Glacial Indifference"/>
                <a:ea typeface="Glacial Indifference"/>
                <a:cs typeface="Glacial Indifference"/>
              </a:defRPr>
            </a:pPr>
            <a:r>
              <a:t>Proses Keperawatan: Pemeriksaan fisik</a:t>
            </a:r>
          </a:p>
        </p:txBody>
      </p:sp>
      <p:sp>
        <p:nvSpPr>
          <p:cNvPr id="1892454159" name="TextBox 16"/>
          <p:cNvSpPr/>
          <p:nvPr/>
        </p:nvSpPr>
        <p:spPr bwMode="auto">
          <a:xfrm>
            <a:off x="16563975" y="8834120"/>
            <a:ext cx="955040" cy="799465"/>
          </a:xfrm>
          <a:prstGeom prst="rect">
            <a:avLst/>
          </a:prstGeom>
          <a:noFill/>
          <a:ln>
            <a:noFill/>
          </a:ln>
          <a:effectLst/>
        </p:spPr>
        <p:txBody>
          <a:bodyPr vert="horz" wrap="square" lIns="0" tIns="0" rIns="0" bIns="0" numCol="1" spcCol="215899" anchor="t"/>
          <a:lstStyle/>
          <a:p>
            <a:pPr algn="r">
              <a:lnSpc>
                <a:spcPts val="6295"/>
              </a:lnSpc>
              <a:defRPr sz="4500" b="1" cap="none">
                <a:solidFill>
                  <a:srgbClr val="000000"/>
                </a:solidFill>
                <a:latin typeface="Glacial Indifference"/>
                <a:ea typeface="Glacial Indifference"/>
                <a:cs typeface="Glacial Indifference"/>
              </a:defRPr>
            </a:pPr>
            <a:r>
              <a:t>25</a:t>
            </a:r>
          </a:p>
        </p:txBody>
      </p:sp>
      <p:sp>
        <p:nvSpPr>
          <p:cNvPr id="351608999" name="TextBox 17"/>
          <p:cNvSpPr/>
          <p:nvPr/>
        </p:nvSpPr>
        <p:spPr bwMode="auto">
          <a:xfrm>
            <a:off x="8458835" y="2635250"/>
            <a:ext cx="8582660" cy="4978400"/>
          </a:xfrm>
          <a:prstGeom prst="rect">
            <a:avLst/>
          </a:prstGeom>
          <a:noFill/>
          <a:ln>
            <a:noFill/>
          </a:ln>
          <a:effectLst/>
        </p:spPr>
        <p:txBody>
          <a:bodyPr vert="horz" wrap="square" lIns="0" tIns="0" rIns="0" bIns="0" numCol="1" spcCol="215899" anchor="t"/>
          <a:lstStyle/>
          <a:p>
            <a:pPr algn="l">
              <a:lnSpc>
                <a:spcPts val="4900"/>
              </a:lnSpc>
              <a:defRPr sz="3200" b="1" cap="none"/>
            </a:pPr>
            <a:r>
              <a:rPr cap="none">
                <a:solidFill>
                  <a:srgbClr val="000000"/>
                </a:solidFill>
                <a:latin typeface="Glacial Indifference"/>
                <a:ea typeface="Glacial Indifference"/>
                <a:cs typeface="Glacial Indifference"/>
              </a:rPr>
              <a:t>Eliminasi</a:t>
            </a:r>
          </a:p>
          <a:p>
            <a:pPr marL="539750" indent="-360045" algn="l">
              <a:lnSpc>
                <a:spcPts val="4900"/>
              </a:lnSpc>
              <a:buFont typeface="Arial"/>
              <a:buChar char="•"/>
              <a:defRPr sz="3200" cap="none"/>
            </a:pPr>
            <a:r>
              <a:rPr cap="none">
                <a:solidFill>
                  <a:srgbClr val="000000"/>
                </a:solidFill>
                <a:latin typeface="Glacial Indifference"/>
                <a:ea typeface="Glacial Indifference"/>
                <a:cs typeface="Glacial Indifference"/>
              </a:rPr>
              <a:t>Defekasi:</a:t>
            </a:r>
          </a:p>
          <a:p>
            <a:pPr marL="899795" lvl="1" indent="-360045" algn="l">
              <a:lnSpc>
                <a:spcPts val="4900"/>
              </a:lnSpc>
              <a:buFont typeface="Wingdings"/>
              <a:buChar char=""/>
              <a:defRPr sz="3200" cap="none"/>
            </a:pPr>
            <a:r>
              <a:rPr cap="none">
                <a:solidFill>
                  <a:srgbClr val="000000"/>
                </a:solidFill>
                <a:latin typeface="Glacial Indifference"/>
                <a:ea typeface="Glacial Indifference"/>
                <a:cs typeface="Glacial Indifference"/>
              </a:rPr>
              <a:t>Pengeluaran: Anus, frekuensi 2 kali/hari</a:t>
            </a:r>
          </a:p>
          <a:p>
            <a:pPr marL="899795" lvl="1" indent="-360045" algn="l">
              <a:lnSpc>
                <a:spcPts val="4900"/>
              </a:lnSpc>
              <a:buFont typeface="Wingdings"/>
              <a:buChar char=""/>
              <a:defRPr sz="3200" cap="none"/>
            </a:pPr>
            <a:r>
              <a:rPr cap="none">
                <a:solidFill>
                  <a:srgbClr val="000000"/>
                </a:solidFill>
                <a:latin typeface="Glacial Indifference"/>
                <a:ea typeface="Glacial Indifference"/>
                <a:cs typeface="Glacial Indifference"/>
              </a:rPr>
              <a:t>Konsistensi: Lunak</a:t>
            </a:r>
          </a:p>
          <a:p>
            <a:pPr marL="539750" indent="-360045" algn="l">
              <a:lnSpc>
                <a:spcPts val="4900"/>
              </a:lnSpc>
              <a:buFont typeface="Arial"/>
              <a:buChar char="•"/>
              <a:defRPr sz="3200" cap="none"/>
            </a:pPr>
            <a:r>
              <a:rPr cap="none">
                <a:solidFill>
                  <a:srgbClr val="000000"/>
                </a:solidFill>
                <a:latin typeface="Glacial Indifference"/>
                <a:ea typeface="Glacial Indifference"/>
                <a:cs typeface="Glacial Indifference"/>
              </a:rPr>
              <a:t>Urin:</a:t>
            </a:r>
          </a:p>
          <a:p>
            <a:pPr marL="899795" lvl="1" indent="-360045" algn="l">
              <a:lnSpc>
                <a:spcPts val="4900"/>
              </a:lnSpc>
              <a:buFont typeface="Arial"/>
              <a:buChar char="•"/>
              <a:defRPr sz="3200" cap="none"/>
            </a:pPr>
            <a:r>
              <a:rPr cap="none">
                <a:solidFill>
                  <a:srgbClr val="000000"/>
                </a:solidFill>
                <a:latin typeface="Glacial Indifference"/>
                <a:ea typeface="Glacial Indifference"/>
                <a:cs typeface="Glacial Indifference"/>
              </a:rPr>
              <a:t>Pengeluaran: Spontan, frekuensi 5 kali/hari</a:t>
            </a:r>
          </a:p>
          <a:p>
            <a:pPr marL="899795" lvl="1" indent="-360045" algn="l">
              <a:lnSpc>
                <a:spcPts val="4900"/>
              </a:lnSpc>
              <a:buFont typeface="Arial"/>
              <a:buChar char="•"/>
              <a:defRPr sz="3200" cap="none"/>
            </a:pPr>
            <a:r>
              <a:rPr cap="none">
                <a:solidFill>
                  <a:srgbClr val="000000"/>
                </a:solidFill>
                <a:latin typeface="Glacial Indifference"/>
                <a:ea typeface="Glacial Indifference"/>
                <a:cs typeface="Glacial Indifference"/>
              </a:rPr>
              <a:t>Kelainan: Tidak ada</a:t>
            </a:r>
          </a:p>
        </p:txBody>
      </p:sp>
      <p:sp>
        <p:nvSpPr>
          <p:cNvPr id="1901878572" name="AutoShape 18"/>
          <p:cNvSpPr/>
          <p:nvPr/>
        </p:nvSpPr>
        <p:spPr bwMode="auto">
          <a:xfrm>
            <a:off x="16563975" y="8877300"/>
            <a:ext cx="0" cy="762000"/>
          </a:xfrm>
          <a:prstGeom prst="line">
            <a:avLst/>
          </a:prstGeom>
          <a:noFill/>
          <a:ln w="95250" cap="flat" cmpd="sng" algn="ctr">
            <a:solidFill>
              <a:srgbClr val="5DA295"/>
            </a:solidFill>
            <a:prstDash val="solid"/>
            <a:headEnd type="none"/>
            <a:tailEnd type="none"/>
          </a:ln>
          <a:effectLst/>
        </p:spPr>
      </p:sp>
      <p:sp>
        <p:nvSpPr>
          <p:cNvPr id="1788382734" name="Freeform 19"/>
          <p:cNvSpPr/>
          <p:nvPr/>
        </p:nvSpPr>
        <p:spPr bwMode="auto">
          <a:xfrm>
            <a:off x="0" y="0"/>
            <a:ext cx="5100320" cy="2209800"/>
          </a:xfrm>
          <a:custGeom>
            <a:avLst/>
            <a:gdLst/>
            <a:ahLst/>
            <a:cxnLst/>
            <a:rect l="0" t="0" r="5100320" b="2209800"/>
            <a:pathLst>
              <a:path w="5100320" h="2209800" extrusionOk="0">
                <a:moveTo>
                  <a:pt x="0" y="0"/>
                </a:moveTo>
                <a:lnTo>
                  <a:pt x="5100320" y="0"/>
                </a:lnTo>
                <a:lnTo>
                  <a:pt x="5100320" y="2209800"/>
                </a:lnTo>
                <a:lnTo>
                  <a:pt x="0" y="2209800"/>
                </a:lnTo>
                <a:lnTo>
                  <a:pt x="0" y="0"/>
                </a:lnTo>
                <a:close/>
              </a:path>
            </a:pathLst>
          </a:custGeom>
          <a:blipFill>
            <a:blip r:embed="rId6"/>
            <a:stretch/>
          </a:blipFill>
          <a:ln>
            <a:noFill/>
          </a:ln>
          <a:effectLst/>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MasterPhAnim="0">
  <p:cSld name="Proses Keperawatan 12">
    <p:spTree>
      <p:nvGrpSpPr>
        <p:cNvPr id="1" name=""/>
        <p:cNvGrpSpPr/>
        <p:nvPr/>
      </p:nvGrpSpPr>
      <p:grpSpPr bwMode="auto">
        <a:xfrm>
          <a:off x="0" y="0"/>
          <a:ext cx="0" cy="0"/>
          <a:chOff x="0" y="0"/>
          <a:chExt cx="0" cy="0"/>
        </a:xfrm>
      </p:grpSpPr>
      <p:grpSp>
        <p:nvGrpSpPr>
          <p:cNvPr id="1642103865" name="Group 2"/>
          <p:cNvGrpSpPr/>
          <p:nvPr/>
        </p:nvGrpSpPr>
        <p:grpSpPr bwMode="auto">
          <a:xfrm>
            <a:off x="0" y="0"/>
            <a:ext cx="18288000" cy="213360"/>
            <a:chOff x="0" y="0"/>
            <a:chExt cx="18288000" cy="213360"/>
          </a:xfrm>
        </p:grpSpPr>
        <p:sp>
          <p:nvSpPr>
            <p:cNvPr id="4" name="Freeform 3"/>
            <p:cNvSpPr/>
            <p:nvPr/>
          </p:nvSpPr>
          <p:spPr bwMode="auto">
            <a:xfrm>
              <a:off x="0" y="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BFDDD2"/>
            </a:solidFill>
            <a:ln>
              <a:noFill/>
            </a:ln>
            <a:effectLst/>
          </p:spPr>
        </p:sp>
        <p:sp>
          <p:nvSpPr>
            <p:cNvPr id="3" name="TextBox 4"/>
            <p:cNvSpPr/>
            <p:nvPr/>
          </p:nvSpPr>
          <p:spPr bwMode="auto">
            <a:xfrm>
              <a:off x="0" y="-14478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1640521337" name="TextBox 5"/>
          <p:cNvSpPr/>
          <p:nvPr/>
        </p:nvSpPr>
        <p:spPr bwMode="auto">
          <a:xfrm>
            <a:off x="11430000" y="8963025"/>
            <a:ext cx="4752340" cy="533400"/>
          </a:xfrm>
          <a:prstGeom prst="rect">
            <a:avLst/>
          </a:prstGeom>
          <a:noFill/>
          <a:ln>
            <a:noFill/>
          </a:ln>
          <a:effectLst/>
        </p:spPr>
        <p:txBody>
          <a:bodyPr vert="horz" wrap="square" lIns="0" tIns="0" rIns="0" bIns="0" numCol="1" spcCol="215899" anchor="t"/>
          <a:lstStyle/>
          <a:p>
            <a:pPr algn="r">
              <a:lnSpc>
                <a:spcPts val="4200"/>
              </a:lnSpc>
              <a:defRPr sz="3000" b="1" cap="none">
                <a:solidFill>
                  <a:srgbClr val="000000"/>
                </a:solidFill>
                <a:latin typeface="Glacial Indifference"/>
                <a:ea typeface="Glacial Indifference"/>
                <a:cs typeface="Glacial Indifference"/>
              </a:defRPr>
            </a:pPr>
            <a:r>
              <a:t>FRAKTUR HUMERUS</a:t>
            </a:r>
          </a:p>
        </p:txBody>
      </p:sp>
      <p:sp>
        <p:nvSpPr>
          <p:cNvPr id="1446522613" name="Freeform 6"/>
          <p:cNvSpPr/>
          <p:nvPr/>
        </p:nvSpPr>
        <p:spPr bwMode="auto">
          <a:xfrm>
            <a:off x="3695700" y="8016240"/>
            <a:ext cx="3905250" cy="4114800"/>
          </a:xfrm>
          <a:custGeom>
            <a:avLst/>
            <a:gdLst/>
            <a:ahLst/>
            <a:cxnLst/>
            <a:rect l="0" t="0" r="3905250" b="4114800"/>
            <a:pathLst>
              <a:path w="3905250" h="4114800" extrusionOk="0">
                <a:moveTo>
                  <a:pt x="0" y="0"/>
                </a:moveTo>
                <a:lnTo>
                  <a:pt x="3905250" y="0"/>
                </a:lnTo>
                <a:lnTo>
                  <a:pt x="3905250" y="4114800"/>
                </a:lnTo>
                <a:lnTo>
                  <a:pt x="0" y="4114800"/>
                </a:lnTo>
                <a:lnTo>
                  <a:pt x="0" y="0"/>
                </a:lnTo>
                <a:close/>
              </a:path>
            </a:pathLst>
          </a:custGeom>
          <a:blipFill>
            <a:blip r:embed="rId3"/>
            <a:stretch/>
          </a:blipFill>
          <a:ln>
            <a:noFill/>
          </a:ln>
          <a:effectLst/>
        </p:spPr>
      </p:sp>
      <p:grpSp>
        <p:nvGrpSpPr>
          <p:cNvPr id="1054015857" name="Group 7"/>
          <p:cNvGrpSpPr/>
          <p:nvPr/>
        </p:nvGrpSpPr>
        <p:grpSpPr bwMode="auto">
          <a:xfrm>
            <a:off x="0" y="10073640"/>
            <a:ext cx="18288000" cy="213360"/>
            <a:chOff x="0" y="10073640"/>
            <a:chExt cx="18288000" cy="213360"/>
          </a:xfrm>
        </p:grpSpPr>
        <p:sp>
          <p:nvSpPr>
            <p:cNvPr id="9" name="Freeform 8"/>
            <p:cNvSpPr/>
            <p:nvPr/>
          </p:nvSpPr>
          <p:spPr bwMode="auto">
            <a:xfrm>
              <a:off x="0" y="1007364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5DA295"/>
            </a:solidFill>
            <a:ln>
              <a:noFill/>
            </a:ln>
            <a:effectLst/>
          </p:spPr>
        </p:sp>
        <p:sp>
          <p:nvSpPr>
            <p:cNvPr id="8" name="TextBox 9"/>
            <p:cNvSpPr/>
            <p:nvPr/>
          </p:nvSpPr>
          <p:spPr bwMode="auto">
            <a:xfrm>
              <a:off x="0" y="992886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1852391055" name="Group 10"/>
          <p:cNvGrpSpPr/>
          <p:nvPr/>
        </p:nvGrpSpPr>
        <p:grpSpPr bwMode="auto">
          <a:xfrm>
            <a:off x="7600950" y="2334260"/>
            <a:ext cx="10687050" cy="5618480"/>
            <a:chOff x="7600950" y="2334260"/>
            <a:chExt cx="10687050" cy="5618480"/>
          </a:xfrm>
        </p:grpSpPr>
        <p:sp>
          <p:nvSpPr>
            <p:cNvPr id="12" name="Freeform 11"/>
            <p:cNvSpPr/>
            <p:nvPr/>
          </p:nvSpPr>
          <p:spPr bwMode="auto">
            <a:xfrm>
              <a:off x="7600950" y="2334260"/>
              <a:ext cx="10687050" cy="5618480"/>
            </a:xfrm>
            <a:custGeom>
              <a:avLst/>
              <a:gdLst/>
              <a:ahLst/>
              <a:cxnLst/>
              <a:rect l="0" t="0" r="10687050" b="5618480"/>
              <a:pathLst>
                <a:path w="10687050" h="5618480" extrusionOk="0">
                  <a:moveTo>
                    <a:pt x="0" y="0"/>
                  </a:moveTo>
                  <a:lnTo>
                    <a:pt x="10687050" y="0"/>
                  </a:lnTo>
                  <a:lnTo>
                    <a:pt x="10687050" y="5618480"/>
                  </a:lnTo>
                  <a:lnTo>
                    <a:pt x="0" y="5618480"/>
                  </a:lnTo>
                  <a:close/>
                </a:path>
              </a:pathLst>
            </a:custGeom>
            <a:solidFill>
              <a:srgbClr val="BFDDD2"/>
            </a:solidFill>
            <a:ln>
              <a:noFill/>
            </a:ln>
            <a:effectLst/>
          </p:spPr>
        </p:sp>
        <p:sp>
          <p:nvSpPr>
            <p:cNvPr id="11" name="TextBox 12"/>
            <p:cNvSpPr/>
            <p:nvPr/>
          </p:nvSpPr>
          <p:spPr bwMode="auto">
            <a:xfrm>
              <a:off x="7600950" y="2189480"/>
              <a:ext cx="10687050" cy="576326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433503875" name="Freeform 13"/>
          <p:cNvSpPr/>
          <p:nvPr/>
        </p:nvSpPr>
        <p:spPr bwMode="auto">
          <a:xfrm>
            <a:off x="16182340" y="758190"/>
            <a:ext cx="3675380" cy="3675380"/>
          </a:xfrm>
          <a:custGeom>
            <a:avLst/>
            <a:gdLst/>
            <a:ahLst/>
            <a:cxnLst/>
            <a:rect l="0" t="0" r="3675380" b="3675380"/>
            <a:pathLst>
              <a:path w="3675380" h="3675380" extrusionOk="0">
                <a:moveTo>
                  <a:pt x="0" y="0"/>
                </a:moveTo>
                <a:lnTo>
                  <a:pt x="3675380" y="0"/>
                </a:lnTo>
                <a:lnTo>
                  <a:pt x="3675380" y="3675380"/>
                </a:lnTo>
                <a:lnTo>
                  <a:pt x="0" y="3675380"/>
                </a:lnTo>
                <a:lnTo>
                  <a:pt x="0" y="0"/>
                </a:lnTo>
                <a:close/>
              </a:path>
            </a:pathLst>
          </a:custGeom>
          <a:blipFill>
            <a:blip r:embed="rId4"/>
            <a:stretch/>
          </a:blipFill>
          <a:ln>
            <a:noFill/>
          </a:ln>
          <a:effectLst/>
        </p:spPr>
      </p:sp>
      <p:sp>
        <p:nvSpPr>
          <p:cNvPr id="933840911" name="Freeform 14"/>
          <p:cNvSpPr/>
          <p:nvPr/>
        </p:nvSpPr>
        <p:spPr bwMode="auto">
          <a:xfrm>
            <a:off x="2484755" y="6805295"/>
            <a:ext cx="1210945" cy="1210945"/>
          </a:xfrm>
          <a:custGeom>
            <a:avLst/>
            <a:gdLst/>
            <a:ahLst/>
            <a:cxnLst/>
            <a:rect l="0" t="0" r="1210945" b="1210945"/>
            <a:pathLst>
              <a:path w="1210945" h="1210945" extrusionOk="0">
                <a:moveTo>
                  <a:pt x="0" y="0"/>
                </a:moveTo>
                <a:lnTo>
                  <a:pt x="1210946" y="0"/>
                </a:lnTo>
                <a:lnTo>
                  <a:pt x="1210946" y="1210946"/>
                </a:lnTo>
                <a:lnTo>
                  <a:pt x="0" y="1210946"/>
                </a:lnTo>
                <a:lnTo>
                  <a:pt x="0" y="0"/>
                </a:lnTo>
                <a:close/>
              </a:path>
            </a:pathLst>
          </a:custGeom>
          <a:blipFill>
            <a:blip r:embed="rId5"/>
            <a:stretch/>
          </a:blipFill>
          <a:ln>
            <a:noFill/>
          </a:ln>
          <a:effectLst/>
        </p:spPr>
      </p:sp>
      <p:sp>
        <p:nvSpPr>
          <p:cNvPr id="1511815693" name="TextBox 15"/>
          <p:cNvSpPr/>
          <p:nvPr/>
        </p:nvSpPr>
        <p:spPr bwMode="auto">
          <a:xfrm>
            <a:off x="1497330" y="3028315"/>
            <a:ext cx="4949190" cy="3472180"/>
          </a:xfrm>
          <a:prstGeom prst="rect">
            <a:avLst/>
          </a:prstGeom>
          <a:noFill/>
          <a:ln>
            <a:noFill/>
          </a:ln>
          <a:effectLst/>
        </p:spPr>
        <p:txBody>
          <a:bodyPr vert="horz" wrap="square" lIns="0" tIns="0" rIns="0" bIns="0" numCol="1" spcCol="215899" anchor="t"/>
          <a:lstStyle/>
          <a:p>
            <a:pPr algn="l">
              <a:lnSpc>
                <a:spcPts val="6840"/>
              </a:lnSpc>
              <a:defRPr sz="5400" b="1" cap="none">
                <a:solidFill>
                  <a:srgbClr val="000000"/>
                </a:solidFill>
                <a:latin typeface="Glacial Indifference"/>
                <a:ea typeface="Glacial Indifference"/>
                <a:cs typeface="Glacial Indifference"/>
              </a:defRPr>
            </a:pPr>
            <a:r>
              <a:t>Proses Keperawatan: Pemeriksaan fisik</a:t>
            </a:r>
          </a:p>
        </p:txBody>
      </p:sp>
      <p:sp>
        <p:nvSpPr>
          <p:cNvPr id="321726831" name="TextBox 16"/>
          <p:cNvSpPr/>
          <p:nvPr/>
        </p:nvSpPr>
        <p:spPr bwMode="auto">
          <a:xfrm>
            <a:off x="16563975" y="8834120"/>
            <a:ext cx="955040" cy="799465"/>
          </a:xfrm>
          <a:prstGeom prst="rect">
            <a:avLst/>
          </a:prstGeom>
          <a:noFill/>
          <a:ln>
            <a:noFill/>
          </a:ln>
          <a:effectLst/>
        </p:spPr>
        <p:txBody>
          <a:bodyPr vert="horz" wrap="square" lIns="0" tIns="0" rIns="0" bIns="0" numCol="1" spcCol="215899" anchor="t"/>
          <a:lstStyle/>
          <a:p>
            <a:pPr algn="r">
              <a:lnSpc>
                <a:spcPts val="6295"/>
              </a:lnSpc>
              <a:defRPr sz="4500" b="1" cap="none">
                <a:solidFill>
                  <a:srgbClr val="000000"/>
                </a:solidFill>
                <a:latin typeface="Glacial Indifference"/>
                <a:ea typeface="Glacial Indifference"/>
                <a:cs typeface="Glacial Indifference"/>
              </a:defRPr>
            </a:pPr>
            <a:r>
              <a:t>26</a:t>
            </a:r>
          </a:p>
        </p:txBody>
      </p:sp>
      <p:sp>
        <p:nvSpPr>
          <p:cNvPr id="1705791959" name="TextBox 17"/>
          <p:cNvSpPr/>
          <p:nvPr/>
        </p:nvSpPr>
        <p:spPr bwMode="auto">
          <a:xfrm>
            <a:off x="8458835" y="2326005"/>
            <a:ext cx="8582660" cy="5600700"/>
          </a:xfrm>
          <a:prstGeom prst="rect">
            <a:avLst/>
          </a:prstGeom>
          <a:noFill/>
          <a:ln>
            <a:noFill/>
          </a:ln>
          <a:effectLst/>
        </p:spPr>
        <p:txBody>
          <a:bodyPr vert="horz" wrap="square" lIns="0" tIns="0" rIns="0" bIns="0" numCol="1" spcCol="215899" anchor="t"/>
          <a:lstStyle/>
          <a:p>
            <a:pPr marL="539750" indent="-360045" algn="l">
              <a:lnSpc>
                <a:spcPts val="4900"/>
              </a:lnSpc>
              <a:buFont typeface="Arial"/>
              <a:buChar char="•"/>
              <a:defRPr sz="3200" cap="none"/>
            </a:pPr>
            <a:r>
              <a:rPr cap="none">
                <a:solidFill>
                  <a:srgbClr val="000000"/>
                </a:solidFill>
                <a:latin typeface="Glacial Indifference"/>
                <a:ea typeface="Glacial Indifference"/>
                <a:cs typeface="Glacial Indifference"/>
              </a:rPr>
              <a:t>Integumen</a:t>
            </a:r>
          </a:p>
          <a:p>
            <a:pPr marL="899795" lvl="1" indent="-360045" algn="l">
              <a:lnSpc>
                <a:spcPts val="4900"/>
              </a:lnSpc>
              <a:buFont typeface="Wingdings"/>
              <a:buChar char=""/>
              <a:defRPr sz="3200" cap="none"/>
            </a:pPr>
            <a:r>
              <a:rPr cap="none">
                <a:solidFill>
                  <a:srgbClr val="000000"/>
                </a:solidFill>
                <a:latin typeface="Glacial Indifference"/>
                <a:ea typeface="Glacial Indifference"/>
                <a:cs typeface="Glacial Indifference"/>
              </a:rPr>
              <a:t>Warna kulit: Normal</a:t>
            </a:r>
          </a:p>
          <a:p>
            <a:pPr marL="899795" lvl="1" indent="-360045" algn="l">
              <a:lnSpc>
                <a:spcPts val="4900"/>
              </a:lnSpc>
              <a:buFont typeface="Wingdings"/>
              <a:buChar char=""/>
              <a:defRPr sz="3200" cap="none"/>
            </a:pPr>
            <a:r>
              <a:rPr cap="none">
                <a:solidFill>
                  <a:srgbClr val="000000"/>
                </a:solidFill>
                <a:latin typeface="Glacial Indifference"/>
                <a:ea typeface="Glacial Indifference"/>
                <a:cs typeface="Glacial Indifference"/>
              </a:rPr>
              <a:t>Luka: Ada pada wajah, lengan, dan kaki</a:t>
            </a:r>
          </a:p>
          <a:p>
            <a:pPr marL="899795" lvl="1" indent="-360045" algn="l">
              <a:lnSpc>
                <a:spcPts val="4900"/>
              </a:lnSpc>
              <a:buFont typeface="Wingdings"/>
              <a:buChar char=""/>
              <a:defRPr sz="3200" cap="none"/>
            </a:pPr>
            <a:r>
              <a:rPr cap="none">
                <a:solidFill>
                  <a:srgbClr val="000000"/>
                </a:solidFill>
                <a:latin typeface="Glacial Indifference"/>
                <a:ea typeface="Glacial Indifference"/>
                <a:cs typeface="Glacial Indifference"/>
              </a:rPr>
              <a:t>Kelainan: Tidak ada</a:t>
            </a:r>
          </a:p>
          <a:p>
            <a:pPr marL="539750" indent="-360045" algn="l">
              <a:lnSpc>
                <a:spcPts val="4900"/>
              </a:lnSpc>
              <a:buFont typeface="Arial"/>
              <a:buChar char="•"/>
              <a:defRPr sz="3200" cap="none"/>
            </a:pPr>
            <a:r>
              <a:rPr cap="none">
                <a:solidFill>
                  <a:srgbClr val="000000"/>
                </a:solidFill>
                <a:latin typeface="Glacial Indifference"/>
                <a:ea typeface="Glacial Indifference"/>
                <a:cs typeface="Glacial Indifference"/>
              </a:rPr>
              <a:t>Muskuloskeletal</a:t>
            </a:r>
          </a:p>
          <a:p>
            <a:pPr marL="899795" lvl="1" indent="-360045" algn="l">
              <a:lnSpc>
                <a:spcPts val="4900"/>
              </a:lnSpc>
              <a:buFont typeface="Wingdings"/>
              <a:buChar char=""/>
              <a:defRPr sz="3200" cap="none"/>
            </a:pPr>
            <a:r>
              <a:rPr cap="none">
                <a:solidFill>
                  <a:srgbClr val="000000"/>
                </a:solidFill>
                <a:latin typeface="Glacial Indifference"/>
                <a:ea typeface="Glacial Indifference"/>
                <a:cs typeface="Glacial Indifference"/>
              </a:rPr>
              <a:t>Pergerakan ekstremitas: Normal</a:t>
            </a:r>
          </a:p>
          <a:p>
            <a:pPr marL="899795" lvl="1" indent="-360045" algn="l">
              <a:lnSpc>
                <a:spcPts val="4900"/>
              </a:lnSpc>
              <a:buFont typeface="Wingdings"/>
              <a:buChar char=""/>
              <a:defRPr sz="3200" cap="none"/>
            </a:pPr>
            <a:r>
              <a:rPr cap="none">
                <a:solidFill>
                  <a:srgbClr val="000000"/>
                </a:solidFill>
                <a:latin typeface="Glacial Indifference"/>
                <a:ea typeface="Glacial Indifference"/>
                <a:cs typeface="Glacial Indifference"/>
              </a:rPr>
              <a:t>Kelainan tulang: Tidak ada</a:t>
            </a:r>
          </a:p>
          <a:p>
            <a:pPr marL="899795" lvl="1" indent="-360045" algn="l">
              <a:lnSpc>
                <a:spcPts val="4900"/>
              </a:lnSpc>
              <a:buFont typeface="Wingdings"/>
              <a:buChar char=""/>
              <a:defRPr sz="3200" cap="none"/>
            </a:pPr>
            <a:r>
              <a:rPr cap="none">
                <a:solidFill>
                  <a:srgbClr val="000000"/>
                </a:solidFill>
                <a:latin typeface="Glacial Indifference"/>
                <a:ea typeface="Glacial Indifference"/>
                <a:cs typeface="Glacial Indifference"/>
              </a:rPr>
              <a:t>Penggunaan alat bantu: Kruk</a:t>
            </a:r>
          </a:p>
          <a:p>
            <a:pPr marL="539750" indent="-360045" algn="l">
              <a:lnSpc>
                <a:spcPts val="4900"/>
              </a:lnSpc>
              <a:buFont typeface="Arial"/>
              <a:buChar char="•"/>
              <a:defRPr sz="3200" cap="none"/>
            </a:pPr>
            <a:r>
              <a:rPr cap="none">
                <a:solidFill>
                  <a:srgbClr val="000000"/>
                </a:solidFill>
                <a:latin typeface="Glacial Indifference"/>
                <a:ea typeface="Glacial Indifference"/>
                <a:cs typeface="Glacial Indifference"/>
              </a:rPr>
              <a:t>Genitaila: Normal</a:t>
            </a:r>
          </a:p>
        </p:txBody>
      </p:sp>
      <p:sp>
        <p:nvSpPr>
          <p:cNvPr id="1932098807" name="AutoShape 18"/>
          <p:cNvSpPr/>
          <p:nvPr/>
        </p:nvSpPr>
        <p:spPr bwMode="auto">
          <a:xfrm>
            <a:off x="16563975" y="8877300"/>
            <a:ext cx="0" cy="762000"/>
          </a:xfrm>
          <a:prstGeom prst="line">
            <a:avLst/>
          </a:prstGeom>
          <a:noFill/>
          <a:ln w="95250" cap="flat" cmpd="sng" algn="ctr">
            <a:solidFill>
              <a:srgbClr val="5DA295"/>
            </a:solidFill>
            <a:prstDash val="solid"/>
            <a:headEnd type="none"/>
            <a:tailEnd type="none"/>
          </a:ln>
          <a:effectLst/>
        </p:spPr>
      </p:sp>
      <p:sp>
        <p:nvSpPr>
          <p:cNvPr id="682971649" name="Freeform 19"/>
          <p:cNvSpPr/>
          <p:nvPr/>
        </p:nvSpPr>
        <p:spPr bwMode="auto">
          <a:xfrm>
            <a:off x="0" y="0"/>
            <a:ext cx="5100320" cy="2209800"/>
          </a:xfrm>
          <a:custGeom>
            <a:avLst/>
            <a:gdLst/>
            <a:ahLst/>
            <a:cxnLst/>
            <a:rect l="0" t="0" r="5100320" b="2209800"/>
            <a:pathLst>
              <a:path w="5100320" h="2209800" extrusionOk="0">
                <a:moveTo>
                  <a:pt x="0" y="0"/>
                </a:moveTo>
                <a:lnTo>
                  <a:pt x="5100320" y="0"/>
                </a:lnTo>
                <a:lnTo>
                  <a:pt x="5100320" y="2209800"/>
                </a:lnTo>
                <a:lnTo>
                  <a:pt x="0" y="2209800"/>
                </a:lnTo>
                <a:lnTo>
                  <a:pt x="0" y="0"/>
                </a:lnTo>
                <a:close/>
              </a:path>
            </a:pathLst>
          </a:custGeom>
          <a:blipFill>
            <a:blip r:embed="rId6"/>
            <a:stretch/>
          </a:blipFill>
          <a:ln>
            <a:noFill/>
          </a:ln>
          <a:effectLst/>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MasterPhAnim="0">
  <p:cSld name="Proses Keperawatan 13">
    <p:spTree>
      <p:nvGrpSpPr>
        <p:cNvPr id="1" name=""/>
        <p:cNvGrpSpPr/>
        <p:nvPr/>
      </p:nvGrpSpPr>
      <p:grpSpPr bwMode="auto">
        <a:xfrm>
          <a:off x="0" y="0"/>
          <a:ext cx="0" cy="0"/>
          <a:chOff x="0" y="0"/>
          <a:chExt cx="0" cy="0"/>
        </a:xfrm>
      </p:grpSpPr>
      <p:grpSp>
        <p:nvGrpSpPr>
          <p:cNvPr id="984893171" name="Group 2"/>
          <p:cNvGrpSpPr/>
          <p:nvPr/>
        </p:nvGrpSpPr>
        <p:grpSpPr bwMode="auto">
          <a:xfrm>
            <a:off x="0" y="0"/>
            <a:ext cx="18288000" cy="213360"/>
            <a:chOff x="0" y="0"/>
            <a:chExt cx="18288000" cy="213360"/>
          </a:xfrm>
        </p:grpSpPr>
        <p:sp>
          <p:nvSpPr>
            <p:cNvPr id="4" name="Freeform 3"/>
            <p:cNvSpPr/>
            <p:nvPr/>
          </p:nvSpPr>
          <p:spPr bwMode="auto">
            <a:xfrm>
              <a:off x="0" y="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BFDDD2"/>
            </a:solidFill>
            <a:ln>
              <a:noFill/>
            </a:ln>
            <a:effectLst/>
          </p:spPr>
        </p:sp>
        <p:sp>
          <p:nvSpPr>
            <p:cNvPr id="3" name="TextBox 4"/>
            <p:cNvSpPr/>
            <p:nvPr/>
          </p:nvSpPr>
          <p:spPr bwMode="auto">
            <a:xfrm>
              <a:off x="0" y="-14478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1031940246" name="TextBox 5"/>
          <p:cNvSpPr/>
          <p:nvPr/>
        </p:nvSpPr>
        <p:spPr bwMode="auto">
          <a:xfrm>
            <a:off x="11430000" y="8963025"/>
            <a:ext cx="4752340" cy="533400"/>
          </a:xfrm>
          <a:prstGeom prst="rect">
            <a:avLst/>
          </a:prstGeom>
          <a:noFill/>
          <a:ln>
            <a:noFill/>
          </a:ln>
          <a:effectLst/>
        </p:spPr>
        <p:txBody>
          <a:bodyPr vert="horz" wrap="square" lIns="0" tIns="0" rIns="0" bIns="0" numCol="1" spcCol="215899" anchor="t"/>
          <a:lstStyle/>
          <a:p>
            <a:pPr algn="r">
              <a:lnSpc>
                <a:spcPts val="4200"/>
              </a:lnSpc>
              <a:defRPr sz="3000" b="1" cap="none">
                <a:solidFill>
                  <a:srgbClr val="000000"/>
                </a:solidFill>
                <a:latin typeface="Glacial Indifference"/>
                <a:ea typeface="Glacial Indifference"/>
                <a:cs typeface="Glacial Indifference"/>
              </a:defRPr>
            </a:pPr>
            <a:r>
              <a:t>FRAKTUR HUMERUS</a:t>
            </a:r>
          </a:p>
        </p:txBody>
      </p:sp>
      <p:sp>
        <p:nvSpPr>
          <p:cNvPr id="2037657507" name="Freeform 6"/>
          <p:cNvSpPr/>
          <p:nvPr/>
        </p:nvSpPr>
        <p:spPr bwMode="auto">
          <a:xfrm>
            <a:off x="3695700" y="8016240"/>
            <a:ext cx="3905250" cy="4114800"/>
          </a:xfrm>
          <a:custGeom>
            <a:avLst/>
            <a:gdLst/>
            <a:ahLst/>
            <a:cxnLst/>
            <a:rect l="0" t="0" r="3905250" b="4114800"/>
            <a:pathLst>
              <a:path w="3905250" h="4114800" extrusionOk="0">
                <a:moveTo>
                  <a:pt x="0" y="0"/>
                </a:moveTo>
                <a:lnTo>
                  <a:pt x="3905250" y="0"/>
                </a:lnTo>
                <a:lnTo>
                  <a:pt x="3905250" y="4114800"/>
                </a:lnTo>
                <a:lnTo>
                  <a:pt x="0" y="4114800"/>
                </a:lnTo>
                <a:lnTo>
                  <a:pt x="0" y="0"/>
                </a:lnTo>
                <a:close/>
              </a:path>
            </a:pathLst>
          </a:custGeom>
          <a:blipFill>
            <a:blip r:embed="rId3"/>
            <a:stretch/>
          </a:blipFill>
          <a:ln>
            <a:noFill/>
          </a:ln>
          <a:effectLst/>
        </p:spPr>
      </p:sp>
      <p:grpSp>
        <p:nvGrpSpPr>
          <p:cNvPr id="642672035" name="Group 7"/>
          <p:cNvGrpSpPr/>
          <p:nvPr/>
        </p:nvGrpSpPr>
        <p:grpSpPr bwMode="auto">
          <a:xfrm>
            <a:off x="0" y="10073640"/>
            <a:ext cx="18288000" cy="213360"/>
            <a:chOff x="0" y="10073640"/>
            <a:chExt cx="18288000" cy="213360"/>
          </a:xfrm>
        </p:grpSpPr>
        <p:sp>
          <p:nvSpPr>
            <p:cNvPr id="9" name="Freeform 8"/>
            <p:cNvSpPr/>
            <p:nvPr/>
          </p:nvSpPr>
          <p:spPr bwMode="auto">
            <a:xfrm>
              <a:off x="0" y="1007364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5DA295"/>
            </a:solidFill>
            <a:ln>
              <a:noFill/>
            </a:ln>
            <a:effectLst/>
          </p:spPr>
        </p:sp>
        <p:sp>
          <p:nvSpPr>
            <p:cNvPr id="8" name="TextBox 9"/>
            <p:cNvSpPr/>
            <p:nvPr/>
          </p:nvSpPr>
          <p:spPr bwMode="auto">
            <a:xfrm>
              <a:off x="0" y="992886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440988749" name="Group 10"/>
          <p:cNvGrpSpPr/>
          <p:nvPr/>
        </p:nvGrpSpPr>
        <p:grpSpPr bwMode="auto">
          <a:xfrm>
            <a:off x="7600950" y="2334260"/>
            <a:ext cx="10687050" cy="5618480"/>
            <a:chOff x="7600950" y="2334260"/>
            <a:chExt cx="10687050" cy="5618480"/>
          </a:xfrm>
        </p:grpSpPr>
        <p:sp>
          <p:nvSpPr>
            <p:cNvPr id="12" name="Freeform 11"/>
            <p:cNvSpPr/>
            <p:nvPr/>
          </p:nvSpPr>
          <p:spPr bwMode="auto">
            <a:xfrm>
              <a:off x="7600950" y="2334260"/>
              <a:ext cx="10687050" cy="5618480"/>
            </a:xfrm>
            <a:custGeom>
              <a:avLst/>
              <a:gdLst/>
              <a:ahLst/>
              <a:cxnLst/>
              <a:rect l="0" t="0" r="10687050" b="5618480"/>
              <a:pathLst>
                <a:path w="10687050" h="5618480" extrusionOk="0">
                  <a:moveTo>
                    <a:pt x="0" y="0"/>
                  </a:moveTo>
                  <a:lnTo>
                    <a:pt x="10687050" y="0"/>
                  </a:lnTo>
                  <a:lnTo>
                    <a:pt x="10687050" y="5618480"/>
                  </a:lnTo>
                  <a:lnTo>
                    <a:pt x="0" y="5618480"/>
                  </a:lnTo>
                  <a:close/>
                </a:path>
              </a:pathLst>
            </a:custGeom>
            <a:solidFill>
              <a:srgbClr val="BFDDD2"/>
            </a:solidFill>
            <a:ln>
              <a:noFill/>
            </a:ln>
            <a:effectLst/>
          </p:spPr>
        </p:sp>
        <p:sp>
          <p:nvSpPr>
            <p:cNvPr id="11" name="TextBox 12"/>
            <p:cNvSpPr/>
            <p:nvPr/>
          </p:nvSpPr>
          <p:spPr bwMode="auto">
            <a:xfrm>
              <a:off x="7600950" y="2189480"/>
              <a:ext cx="10687050" cy="576326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89463681" name="Freeform 13"/>
          <p:cNvSpPr/>
          <p:nvPr/>
        </p:nvSpPr>
        <p:spPr bwMode="auto">
          <a:xfrm>
            <a:off x="16182340" y="758190"/>
            <a:ext cx="3675380" cy="3675380"/>
          </a:xfrm>
          <a:custGeom>
            <a:avLst/>
            <a:gdLst/>
            <a:ahLst/>
            <a:cxnLst/>
            <a:rect l="0" t="0" r="3675380" b="3675380"/>
            <a:pathLst>
              <a:path w="3675380" h="3675380" extrusionOk="0">
                <a:moveTo>
                  <a:pt x="0" y="0"/>
                </a:moveTo>
                <a:lnTo>
                  <a:pt x="3675380" y="0"/>
                </a:lnTo>
                <a:lnTo>
                  <a:pt x="3675380" y="3675380"/>
                </a:lnTo>
                <a:lnTo>
                  <a:pt x="0" y="3675380"/>
                </a:lnTo>
                <a:lnTo>
                  <a:pt x="0" y="0"/>
                </a:lnTo>
                <a:close/>
              </a:path>
            </a:pathLst>
          </a:custGeom>
          <a:blipFill>
            <a:blip r:embed="rId4"/>
            <a:stretch/>
          </a:blipFill>
          <a:ln>
            <a:noFill/>
          </a:ln>
          <a:effectLst/>
        </p:spPr>
      </p:sp>
      <p:sp>
        <p:nvSpPr>
          <p:cNvPr id="1293736934" name="Freeform 14"/>
          <p:cNvSpPr/>
          <p:nvPr/>
        </p:nvSpPr>
        <p:spPr bwMode="auto">
          <a:xfrm>
            <a:off x="2484755" y="6805295"/>
            <a:ext cx="1210945" cy="1210945"/>
          </a:xfrm>
          <a:custGeom>
            <a:avLst/>
            <a:gdLst/>
            <a:ahLst/>
            <a:cxnLst/>
            <a:rect l="0" t="0" r="1210945" b="1210945"/>
            <a:pathLst>
              <a:path w="1210945" h="1210945" extrusionOk="0">
                <a:moveTo>
                  <a:pt x="0" y="0"/>
                </a:moveTo>
                <a:lnTo>
                  <a:pt x="1210946" y="0"/>
                </a:lnTo>
                <a:lnTo>
                  <a:pt x="1210946" y="1210946"/>
                </a:lnTo>
                <a:lnTo>
                  <a:pt x="0" y="1210946"/>
                </a:lnTo>
                <a:lnTo>
                  <a:pt x="0" y="0"/>
                </a:lnTo>
                <a:close/>
              </a:path>
            </a:pathLst>
          </a:custGeom>
          <a:blipFill>
            <a:blip r:embed="rId5"/>
            <a:stretch/>
          </a:blipFill>
          <a:ln>
            <a:noFill/>
          </a:ln>
          <a:effectLst/>
        </p:spPr>
      </p:sp>
      <p:sp>
        <p:nvSpPr>
          <p:cNvPr id="1967335178" name="TextBox 15"/>
          <p:cNvSpPr/>
          <p:nvPr/>
        </p:nvSpPr>
        <p:spPr bwMode="auto">
          <a:xfrm>
            <a:off x="1497330" y="3028315"/>
            <a:ext cx="4949190" cy="2605404"/>
          </a:xfrm>
          <a:prstGeom prst="rect">
            <a:avLst/>
          </a:prstGeom>
          <a:noFill/>
          <a:ln>
            <a:noFill/>
          </a:ln>
          <a:effectLst/>
        </p:spPr>
        <p:txBody>
          <a:bodyPr vert="horz" wrap="square" lIns="0" tIns="0" rIns="0" bIns="0" numCol="1" spcCol="215899" anchor="t"/>
          <a:lstStyle/>
          <a:p>
            <a:pPr algn="l">
              <a:lnSpc>
                <a:spcPts val="6840"/>
              </a:lnSpc>
              <a:defRPr sz="5400" b="1" cap="none">
                <a:solidFill>
                  <a:srgbClr val="000000"/>
                </a:solidFill>
                <a:latin typeface="Glacial Indifference"/>
                <a:ea typeface="Glacial Indifference"/>
                <a:cs typeface="Glacial Indifference"/>
              </a:defRPr>
            </a:pPr>
            <a:r>
              <a:t>Proses Keperawatan: Skrining nyeri</a:t>
            </a:r>
          </a:p>
        </p:txBody>
      </p:sp>
      <p:sp>
        <p:nvSpPr>
          <p:cNvPr id="1384902813" name="TextBox 16"/>
          <p:cNvSpPr/>
          <p:nvPr/>
        </p:nvSpPr>
        <p:spPr bwMode="auto">
          <a:xfrm>
            <a:off x="16563975" y="8834120"/>
            <a:ext cx="955040" cy="799465"/>
          </a:xfrm>
          <a:prstGeom prst="rect">
            <a:avLst/>
          </a:prstGeom>
          <a:noFill/>
          <a:ln>
            <a:noFill/>
          </a:ln>
          <a:effectLst/>
        </p:spPr>
        <p:txBody>
          <a:bodyPr vert="horz" wrap="square" lIns="0" tIns="0" rIns="0" bIns="0" numCol="1" spcCol="215899" anchor="t"/>
          <a:lstStyle/>
          <a:p>
            <a:pPr algn="r">
              <a:lnSpc>
                <a:spcPts val="6295"/>
              </a:lnSpc>
              <a:defRPr sz="4500" b="1" cap="none">
                <a:solidFill>
                  <a:srgbClr val="000000"/>
                </a:solidFill>
                <a:latin typeface="Glacial Indifference"/>
                <a:ea typeface="Glacial Indifference"/>
                <a:cs typeface="Glacial Indifference"/>
              </a:defRPr>
            </a:pPr>
            <a:r>
              <a:t>27</a:t>
            </a:r>
          </a:p>
        </p:txBody>
      </p:sp>
      <p:sp>
        <p:nvSpPr>
          <p:cNvPr id="1883103221" name="TextBox 17"/>
          <p:cNvSpPr/>
          <p:nvPr/>
        </p:nvSpPr>
        <p:spPr bwMode="auto">
          <a:xfrm>
            <a:off x="8458835" y="2944495"/>
            <a:ext cx="8582660" cy="4356100"/>
          </a:xfrm>
          <a:prstGeom prst="rect">
            <a:avLst/>
          </a:prstGeom>
          <a:noFill/>
          <a:ln>
            <a:noFill/>
          </a:ln>
          <a:effectLst/>
        </p:spPr>
        <p:txBody>
          <a:bodyPr vert="horz" wrap="square" lIns="0" tIns="0" rIns="0" bIns="0" numCol="1" spcCol="215899" anchor="t"/>
          <a:lstStyle/>
          <a:p>
            <a:pPr algn="l">
              <a:lnSpc>
                <a:spcPts val="4900"/>
              </a:lnSpc>
              <a:defRPr sz="3200" cap="none"/>
            </a:pPr>
            <a:r>
              <a:rPr cap="none">
                <a:solidFill>
                  <a:srgbClr val="000000"/>
                </a:solidFill>
                <a:latin typeface="Glacial Indifference"/>
                <a:ea typeface="Glacial Indifference"/>
                <a:cs typeface="Glacial Indifference"/>
              </a:rPr>
              <a:t>Skala Nyeri – VAS (Visual Analogue Scale)</a:t>
            </a:r>
          </a:p>
          <a:p>
            <a:pPr algn="l">
              <a:lnSpc>
                <a:spcPts val="4900"/>
              </a:lnSpc>
              <a:defRPr sz="3200" cap="none"/>
            </a:pPr>
            <a:r>
              <a:rPr cap="none">
                <a:solidFill>
                  <a:srgbClr val="000000"/>
                </a:solidFill>
                <a:latin typeface="Glacial Indifference"/>
                <a:ea typeface="Glacial Indifference"/>
                <a:cs typeface="Glacial Indifference"/>
              </a:rPr>
              <a:t>Tingkat VAS: 7 (Nyeri berat)</a:t>
            </a:r>
          </a:p>
          <a:p>
            <a:pPr algn="l">
              <a:lnSpc>
                <a:spcPts val="4900"/>
              </a:lnSpc>
              <a:defRPr sz="3200" cap="none"/>
            </a:pPr>
            <a:r>
              <a:rPr cap="none">
                <a:solidFill>
                  <a:srgbClr val="000000"/>
                </a:solidFill>
                <a:latin typeface="Glacial Indifference"/>
                <a:ea typeface="Glacial Indifference"/>
                <a:cs typeface="Glacial Indifference"/>
              </a:rPr>
              <a:t>Keberadaan rasa nyeri: Ya, skor 6, lokasi pada lengan</a:t>
            </a:r>
          </a:p>
          <a:p>
            <a:pPr algn="l">
              <a:lnSpc>
                <a:spcPts val="4900"/>
              </a:lnSpc>
              <a:defRPr sz="3200" cap="none"/>
            </a:pPr>
            <a:r>
              <a:rPr cap="none">
                <a:solidFill>
                  <a:srgbClr val="000000"/>
                </a:solidFill>
                <a:latin typeface="Glacial Indifference"/>
                <a:ea typeface="Glacial Indifference"/>
                <a:cs typeface="Glacial Indifference"/>
              </a:rPr>
              <a:t>Tipe nyeri: Terus menerus</a:t>
            </a:r>
          </a:p>
          <a:p>
            <a:pPr algn="l">
              <a:lnSpc>
                <a:spcPts val="4900"/>
              </a:lnSpc>
              <a:defRPr sz="3200" cap="none"/>
            </a:pPr>
            <a:r>
              <a:rPr cap="none">
                <a:solidFill>
                  <a:srgbClr val="000000"/>
                </a:solidFill>
                <a:latin typeface="Glacial Indifference"/>
                <a:ea typeface="Glacial Indifference"/>
                <a:cs typeface="Glacial Indifference"/>
              </a:rPr>
              <a:t>Karakteristik nyeri: Lain-lain</a:t>
            </a:r>
          </a:p>
          <a:p>
            <a:pPr algn="l">
              <a:lnSpc>
                <a:spcPts val="4900"/>
              </a:lnSpc>
              <a:defRPr sz="3200" cap="none"/>
            </a:pPr>
            <a:r>
              <a:rPr cap="none">
                <a:solidFill>
                  <a:srgbClr val="000000"/>
                </a:solidFill>
                <a:latin typeface="Glacial Indifference"/>
                <a:ea typeface="Glacial Indifference"/>
                <a:cs typeface="Glacial Indifference"/>
              </a:rPr>
              <a:t>Nyeri mempengaruhi: Aktivitas</a:t>
            </a:r>
          </a:p>
        </p:txBody>
      </p:sp>
      <p:sp>
        <p:nvSpPr>
          <p:cNvPr id="634849112" name="AutoShape 18"/>
          <p:cNvSpPr/>
          <p:nvPr/>
        </p:nvSpPr>
        <p:spPr bwMode="auto">
          <a:xfrm>
            <a:off x="16563975" y="8877300"/>
            <a:ext cx="0" cy="762000"/>
          </a:xfrm>
          <a:prstGeom prst="line">
            <a:avLst/>
          </a:prstGeom>
          <a:noFill/>
          <a:ln w="95250" cap="flat" cmpd="sng" algn="ctr">
            <a:solidFill>
              <a:srgbClr val="5DA295"/>
            </a:solidFill>
            <a:prstDash val="solid"/>
            <a:headEnd type="none"/>
            <a:tailEnd type="none"/>
          </a:ln>
          <a:effectLst/>
        </p:spPr>
      </p:sp>
      <p:sp>
        <p:nvSpPr>
          <p:cNvPr id="1501507584" name="Freeform 19"/>
          <p:cNvSpPr/>
          <p:nvPr/>
        </p:nvSpPr>
        <p:spPr bwMode="auto">
          <a:xfrm>
            <a:off x="0" y="0"/>
            <a:ext cx="5100320" cy="2209800"/>
          </a:xfrm>
          <a:custGeom>
            <a:avLst/>
            <a:gdLst/>
            <a:ahLst/>
            <a:cxnLst/>
            <a:rect l="0" t="0" r="5100320" b="2209800"/>
            <a:pathLst>
              <a:path w="5100320" h="2209800" extrusionOk="0">
                <a:moveTo>
                  <a:pt x="0" y="0"/>
                </a:moveTo>
                <a:lnTo>
                  <a:pt x="5100320" y="0"/>
                </a:lnTo>
                <a:lnTo>
                  <a:pt x="5100320" y="2209800"/>
                </a:lnTo>
                <a:lnTo>
                  <a:pt x="0" y="2209800"/>
                </a:lnTo>
                <a:lnTo>
                  <a:pt x="0" y="0"/>
                </a:lnTo>
                <a:close/>
              </a:path>
            </a:pathLst>
          </a:custGeom>
          <a:blipFill>
            <a:blip r:embed="rId6"/>
            <a:stretch/>
          </a:blipFill>
          <a:ln>
            <a:noFill/>
          </a:ln>
          <a:effectLst/>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MasterPhAnim="0">
  <p:cSld name="Proses Keperawatan 14">
    <p:bg>
      <p:bgPr>
        <a:solidFill>
          <a:srgbClr val="5DA295"/>
        </a:solidFill>
        <a:effectLst/>
      </p:bgPr>
    </p:bg>
    <p:spTree>
      <p:nvGrpSpPr>
        <p:cNvPr id="1" name=""/>
        <p:cNvGrpSpPr/>
        <p:nvPr/>
      </p:nvGrpSpPr>
      <p:grpSpPr bwMode="auto">
        <a:xfrm>
          <a:off x="0" y="0"/>
          <a:ext cx="0" cy="0"/>
          <a:chOff x="0" y="0"/>
          <a:chExt cx="0" cy="0"/>
        </a:xfrm>
      </p:grpSpPr>
      <p:grpSp>
        <p:nvGrpSpPr>
          <p:cNvPr id="965904007" name="Group 2"/>
          <p:cNvGrpSpPr/>
          <p:nvPr/>
        </p:nvGrpSpPr>
        <p:grpSpPr bwMode="auto">
          <a:xfrm>
            <a:off x="0" y="10073640"/>
            <a:ext cx="18288000" cy="213360"/>
            <a:chOff x="0" y="10073640"/>
            <a:chExt cx="18288000" cy="213360"/>
          </a:xfrm>
        </p:grpSpPr>
        <p:sp>
          <p:nvSpPr>
            <p:cNvPr id="4" name="Freeform 3"/>
            <p:cNvSpPr/>
            <p:nvPr/>
          </p:nvSpPr>
          <p:spPr bwMode="auto">
            <a:xfrm>
              <a:off x="0" y="1007364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E4E4E4"/>
            </a:solidFill>
            <a:ln>
              <a:noFill/>
            </a:ln>
            <a:effectLst/>
          </p:spPr>
        </p:sp>
        <p:sp>
          <p:nvSpPr>
            <p:cNvPr id="3" name="TextBox 4"/>
            <p:cNvSpPr/>
            <p:nvPr/>
          </p:nvSpPr>
          <p:spPr bwMode="auto">
            <a:xfrm>
              <a:off x="0" y="992886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309462693" name="Group 5"/>
          <p:cNvGrpSpPr/>
          <p:nvPr/>
        </p:nvGrpSpPr>
        <p:grpSpPr bwMode="auto">
          <a:xfrm>
            <a:off x="0" y="0"/>
            <a:ext cx="18288000" cy="213360"/>
            <a:chOff x="0" y="0"/>
            <a:chExt cx="18288000" cy="213360"/>
          </a:xfrm>
        </p:grpSpPr>
        <p:sp>
          <p:nvSpPr>
            <p:cNvPr id="7" name="Freeform 6"/>
            <p:cNvSpPr/>
            <p:nvPr/>
          </p:nvSpPr>
          <p:spPr bwMode="auto">
            <a:xfrm>
              <a:off x="0" y="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BFDDD2"/>
            </a:solidFill>
            <a:ln>
              <a:noFill/>
            </a:ln>
            <a:effectLst/>
          </p:spPr>
        </p:sp>
        <p:sp>
          <p:nvSpPr>
            <p:cNvPr id="6" name="TextBox 7"/>
            <p:cNvSpPr/>
            <p:nvPr/>
          </p:nvSpPr>
          <p:spPr bwMode="auto">
            <a:xfrm>
              <a:off x="0" y="-14478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1971653916" name="TextBox 8"/>
          <p:cNvSpPr/>
          <p:nvPr/>
        </p:nvSpPr>
        <p:spPr bwMode="auto">
          <a:xfrm>
            <a:off x="16563975" y="8834120"/>
            <a:ext cx="955040" cy="799465"/>
          </a:xfrm>
          <a:prstGeom prst="rect">
            <a:avLst/>
          </a:prstGeom>
          <a:noFill/>
          <a:ln>
            <a:noFill/>
          </a:ln>
          <a:effectLst/>
        </p:spPr>
        <p:txBody>
          <a:bodyPr vert="horz" wrap="square" lIns="0" tIns="0" rIns="0" bIns="0" numCol="1" spcCol="215899" anchor="t"/>
          <a:lstStyle/>
          <a:p>
            <a:pPr algn="r">
              <a:lnSpc>
                <a:spcPts val="6295"/>
              </a:lnSpc>
              <a:defRPr sz="4500" b="1" cap="none">
                <a:solidFill>
                  <a:srgbClr val="FFFFFF"/>
                </a:solidFill>
                <a:latin typeface="Glacial Indifference"/>
                <a:ea typeface="Glacial Indifference"/>
                <a:cs typeface="Glacial Indifference"/>
              </a:defRPr>
            </a:pPr>
            <a:r>
              <a:t>28</a:t>
            </a:r>
          </a:p>
        </p:txBody>
      </p:sp>
      <p:sp>
        <p:nvSpPr>
          <p:cNvPr id="1324748764" name="AutoShape 9"/>
          <p:cNvSpPr/>
          <p:nvPr/>
        </p:nvSpPr>
        <p:spPr bwMode="auto">
          <a:xfrm>
            <a:off x="16563975" y="8877300"/>
            <a:ext cx="0" cy="762000"/>
          </a:xfrm>
          <a:prstGeom prst="line">
            <a:avLst/>
          </a:prstGeom>
          <a:noFill/>
          <a:ln w="95250" cap="flat" cmpd="sng" algn="ctr">
            <a:solidFill>
              <a:srgbClr val="BFDDD2"/>
            </a:solidFill>
            <a:prstDash val="solid"/>
            <a:headEnd type="none"/>
            <a:tailEnd type="none"/>
          </a:ln>
          <a:effectLst/>
        </p:spPr>
      </p:sp>
      <p:sp>
        <p:nvSpPr>
          <p:cNvPr id="714305540" name="Freeform 10"/>
          <p:cNvSpPr/>
          <p:nvPr/>
        </p:nvSpPr>
        <p:spPr bwMode="auto">
          <a:xfrm>
            <a:off x="16315690" y="677545"/>
            <a:ext cx="1452245" cy="1457325"/>
          </a:xfrm>
          <a:custGeom>
            <a:avLst/>
            <a:gdLst/>
            <a:ahLst/>
            <a:cxnLst/>
            <a:rect l="0" t="0" r="1452245" b="1457325"/>
            <a:pathLst>
              <a:path w="1452245" h="1457325" extrusionOk="0">
                <a:moveTo>
                  <a:pt x="0" y="0"/>
                </a:moveTo>
                <a:lnTo>
                  <a:pt x="1452246" y="0"/>
                </a:lnTo>
                <a:lnTo>
                  <a:pt x="1452246" y="1457325"/>
                </a:lnTo>
                <a:lnTo>
                  <a:pt x="0" y="1457325"/>
                </a:lnTo>
                <a:lnTo>
                  <a:pt x="0" y="0"/>
                </a:lnTo>
                <a:close/>
              </a:path>
            </a:pathLst>
          </a:custGeom>
          <a:blipFill>
            <a:blip r:embed="rId3"/>
            <a:stretch/>
          </a:blipFill>
          <a:ln>
            <a:noFill/>
          </a:ln>
          <a:effectLst/>
        </p:spPr>
      </p:sp>
      <p:sp>
        <p:nvSpPr>
          <p:cNvPr id="301478889" name="Freeform 11"/>
          <p:cNvSpPr/>
          <p:nvPr/>
        </p:nvSpPr>
        <p:spPr bwMode="auto">
          <a:xfrm>
            <a:off x="15555595" y="2275205"/>
            <a:ext cx="713105" cy="713105"/>
          </a:xfrm>
          <a:custGeom>
            <a:avLst/>
            <a:gdLst/>
            <a:ahLst/>
            <a:cxnLst/>
            <a:rect l="0" t="0" r="713105" b="713105"/>
            <a:pathLst>
              <a:path w="713105" h="713105" extrusionOk="0">
                <a:moveTo>
                  <a:pt x="0" y="0"/>
                </a:moveTo>
                <a:lnTo>
                  <a:pt x="713105" y="0"/>
                </a:lnTo>
                <a:lnTo>
                  <a:pt x="713105" y="713105"/>
                </a:lnTo>
                <a:lnTo>
                  <a:pt x="0" y="713105"/>
                </a:lnTo>
                <a:lnTo>
                  <a:pt x="0" y="0"/>
                </a:lnTo>
                <a:close/>
              </a:path>
            </a:pathLst>
          </a:custGeom>
          <a:blipFill>
            <a:blip r:embed="rId4"/>
            <a:stretch/>
          </a:blipFill>
          <a:ln>
            <a:noFill/>
          </a:ln>
          <a:effectLst/>
        </p:spPr>
      </p:sp>
      <p:sp>
        <p:nvSpPr>
          <p:cNvPr id="801205254" name="Freeform 12"/>
          <p:cNvSpPr/>
          <p:nvPr/>
        </p:nvSpPr>
        <p:spPr bwMode="auto">
          <a:xfrm>
            <a:off x="-546100" y="6885305"/>
            <a:ext cx="3983990" cy="3984625"/>
          </a:xfrm>
          <a:custGeom>
            <a:avLst/>
            <a:gdLst/>
            <a:ahLst/>
            <a:cxnLst/>
            <a:rect l="0" t="0" r="3983990" b="3984625"/>
            <a:pathLst>
              <a:path w="3983990" h="3984625" extrusionOk="0">
                <a:moveTo>
                  <a:pt x="0" y="0"/>
                </a:moveTo>
                <a:lnTo>
                  <a:pt x="3983990" y="0"/>
                </a:lnTo>
                <a:lnTo>
                  <a:pt x="3983990" y="3984623"/>
                </a:lnTo>
                <a:lnTo>
                  <a:pt x="0" y="3984623"/>
                </a:lnTo>
                <a:lnTo>
                  <a:pt x="0" y="0"/>
                </a:lnTo>
                <a:close/>
              </a:path>
            </a:pathLst>
          </a:custGeom>
          <a:blipFill>
            <a:blip r:embed="rId5"/>
            <a:stretch/>
          </a:blipFill>
          <a:ln>
            <a:noFill/>
          </a:ln>
          <a:effectLst/>
        </p:spPr>
      </p:sp>
      <p:sp>
        <p:nvSpPr>
          <p:cNvPr id="1503057890" name="Freeform 13"/>
          <p:cNvSpPr/>
          <p:nvPr/>
        </p:nvSpPr>
        <p:spPr bwMode="auto">
          <a:xfrm>
            <a:off x="2987040" y="7590790"/>
            <a:ext cx="1908810" cy="1546225"/>
          </a:xfrm>
          <a:custGeom>
            <a:avLst/>
            <a:gdLst/>
            <a:ahLst/>
            <a:cxnLst/>
            <a:rect l="0" t="0" r="1908810" b="1546225"/>
            <a:pathLst>
              <a:path w="1908810" h="1546225" extrusionOk="0">
                <a:moveTo>
                  <a:pt x="0" y="0"/>
                </a:moveTo>
                <a:lnTo>
                  <a:pt x="1908810" y="0"/>
                </a:lnTo>
                <a:lnTo>
                  <a:pt x="1908810" y="1546225"/>
                </a:lnTo>
                <a:lnTo>
                  <a:pt x="0" y="1546225"/>
                </a:lnTo>
                <a:lnTo>
                  <a:pt x="0" y="0"/>
                </a:lnTo>
                <a:close/>
              </a:path>
            </a:pathLst>
          </a:custGeom>
          <a:blipFill>
            <a:blip r:embed="rId6"/>
            <a:stretch/>
          </a:blipFill>
          <a:ln>
            <a:noFill/>
          </a:ln>
          <a:effectLst/>
        </p:spPr>
      </p:sp>
      <p:sp>
        <p:nvSpPr>
          <p:cNvPr id="871783897" name="Freeform 14"/>
          <p:cNvSpPr/>
          <p:nvPr/>
        </p:nvSpPr>
        <p:spPr bwMode="auto">
          <a:xfrm>
            <a:off x="0" y="0"/>
            <a:ext cx="5100320" cy="2209800"/>
          </a:xfrm>
          <a:custGeom>
            <a:avLst/>
            <a:gdLst/>
            <a:ahLst/>
            <a:cxnLst/>
            <a:rect l="0" t="0" r="5100320" b="2209800"/>
            <a:pathLst>
              <a:path w="5100320" h="2209800" extrusionOk="0">
                <a:moveTo>
                  <a:pt x="0" y="0"/>
                </a:moveTo>
                <a:lnTo>
                  <a:pt x="5100320" y="0"/>
                </a:lnTo>
                <a:lnTo>
                  <a:pt x="5100320" y="2209800"/>
                </a:lnTo>
                <a:lnTo>
                  <a:pt x="0" y="2209800"/>
                </a:lnTo>
                <a:lnTo>
                  <a:pt x="0" y="0"/>
                </a:lnTo>
                <a:close/>
              </a:path>
            </a:pathLst>
          </a:custGeom>
          <a:blipFill>
            <a:blip r:embed="rId7"/>
            <a:stretch/>
          </a:blipFill>
          <a:ln>
            <a:noFill/>
          </a:ln>
          <a:effectLst/>
        </p:spPr>
      </p:sp>
      <p:sp>
        <p:nvSpPr>
          <p:cNvPr id="2065518167" name="Freeform 15"/>
          <p:cNvSpPr/>
          <p:nvPr/>
        </p:nvSpPr>
        <p:spPr bwMode="auto">
          <a:xfrm>
            <a:off x="3079115" y="2648585"/>
            <a:ext cx="12129770" cy="6010910"/>
          </a:xfrm>
          <a:custGeom>
            <a:avLst/>
            <a:gdLst/>
            <a:ahLst/>
            <a:cxnLst/>
            <a:rect l="0" t="0" r="12129770" b="6010910"/>
            <a:pathLst>
              <a:path w="12129770" h="6010910" extrusionOk="0">
                <a:moveTo>
                  <a:pt x="0" y="0"/>
                </a:moveTo>
                <a:lnTo>
                  <a:pt x="12129770" y="0"/>
                </a:lnTo>
                <a:lnTo>
                  <a:pt x="12129770" y="6010910"/>
                </a:lnTo>
                <a:lnTo>
                  <a:pt x="0" y="6010910"/>
                </a:lnTo>
                <a:lnTo>
                  <a:pt x="0" y="0"/>
                </a:lnTo>
                <a:close/>
              </a:path>
            </a:pathLst>
          </a:custGeom>
          <a:blipFill>
            <a:blip r:embed="rId8"/>
            <a:srcRect t="28773" b="48354"/>
            <a:stretch/>
          </a:blipFill>
          <a:ln>
            <a:noFill/>
          </a:ln>
          <a:effectLst/>
        </p:spPr>
      </p:sp>
      <p:sp>
        <p:nvSpPr>
          <p:cNvPr id="863262714" name="TextBox 16"/>
          <p:cNvSpPr/>
          <p:nvPr/>
        </p:nvSpPr>
        <p:spPr bwMode="auto">
          <a:xfrm>
            <a:off x="1028700" y="1532255"/>
            <a:ext cx="16230600" cy="852805"/>
          </a:xfrm>
          <a:prstGeom prst="rect">
            <a:avLst/>
          </a:prstGeom>
          <a:noFill/>
          <a:ln>
            <a:noFill/>
          </a:ln>
          <a:effectLst/>
        </p:spPr>
        <p:txBody>
          <a:bodyPr vert="horz" wrap="square" lIns="0" tIns="0" rIns="0" bIns="0" numCol="1" spcCol="215899" anchor="t"/>
          <a:lstStyle/>
          <a:p>
            <a:pPr algn="ctr">
              <a:lnSpc>
                <a:spcPts val="6715"/>
              </a:lnSpc>
              <a:defRPr sz="4800" b="1" cap="none">
                <a:solidFill>
                  <a:srgbClr val="FFFFFF"/>
                </a:solidFill>
                <a:latin typeface="Glacial Indifference"/>
                <a:ea typeface="Glacial Indifference"/>
                <a:cs typeface="Glacial Indifference"/>
              </a:defRPr>
            </a:pPr>
            <a:r>
              <a:t>Proses Keperawatan: Status Fungsional</a:t>
            </a:r>
          </a:p>
        </p:txBody>
      </p:sp>
      <p:sp>
        <p:nvSpPr>
          <p:cNvPr id="1266815220" name="TextBox 17"/>
          <p:cNvSpPr/>
          <p:nvPr/>
        </p:nvSpPr>
        <p:spPr bwMode="auto">
          <a:xfrm>
            <a:off x="11430000" y="8963025"/>
            <a:ext cx="4752340" cy="533400"/>
          </a:xfrm>
          <a:prstGeom prst="rect">
            <a:avLst/>
          </a:prstGeom>
          <a:noFill/>
          <a:ln>
            <a:noFill/>
          </a:ln>
          <a:effectLst/>
        </p:spPr>
        <p:txBody>
          <a:bodyPr vert="horz" wrap="square" lIns="0" tIns="0" rIns="0" bIns="0" numCol="1" spcCol="215899" anchor="t"/>
          <a:lstStyle/>
          <a:p>
            <a:pPr algn="r">
              <a:lnSpc>
                <a:spcPts val="4200"/>
              </a:lnSpc>
              <a:defRPr sz="3000" b="1" cap="none">
                <a:solidFill>
                  <a:srgbClr val="FFFFFF"/>
                </a:solidFill>
                <a:latin typeface="Glacial Indifference"/>
                <a:ea typeface="Glacial Indifference"/>
                <a:cs typeface="Glacial Indifference"/>
              </a:defRPr>
            </a:pPr>
            <a:r>
              <a:t>FRAKTUR HUMERUS </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MasterPhAnim="0">
  <p:cSld name="Proses Keperawatan 15">
    <p:bg>
      <p:bgPr>
        <a:solidFill>
          <a:srgbClr val="5DA295"/>
        </a:solidFill>
        <a:effectLst/>
      </p:bgPr>
    </p:bg>
    <p:spTree>
      <p:nvGrpSpPr>
        <p:cNvPr id="1" name=""/>
        <p:cNvGrpSpPr/>
        <p:nvPr/>
      </p:nvGrpSpPr>
      <p:grpSpPr bwMode="auto">
        <a:xfrm>
          <a:off x="0" y="0"/>
          <a:ext cx="0" cy="0"/>
          <a:chOff x="0" y="0"/>
          <a:chExt cx="0" cy="0"/>
        </a:xfrm>
      </p:grpSpPr>
      <p:grpSp>
        <p:nvGrpSpPr>
          <p:cNvPr id="883055550" name="Group 2"/>
          <p:cNvGrpSpPr/>
          <p:nvPr/>
        </p:nvGrpSpPr>
        <p:grpSpPr bwMode="auto">
          <a:xfrm>
            <a:off x="0" y="10073640"/>
            <a:ext cx="18288000" cy="213360"/>
            <a:chOff x="0" y="10073640"/>
            <a:chExt cx="18288000" cy="213360"/>
          </a:xfrm>
        </p:grpSpPr>
        <p:sp>
          <p:nvSpPr>
            <p:cNvPr id="4" name="Freeform 3"/>
            <p:cNvSpPr/>
            <p:nvPr/>
          </p:nvSpPr>
          <p:spPr bwMode="auto">
            <a:xfrm>
              <a:off x="0" y="1007364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E4E4E4"/>
            </a:solidFill>
            <a:ln>
              <a:noFill/>
            </a:ln>
            <a:effectLst/>
          </p:spPr>
        </p:sp>
        <p:sp>
          <p:nvSpPr>
            <p:cNvPr id="3" name="TextBox 4"/>
            <p:cNvSpPr/>
            <p:nvPr/>
          </p:nvSpPr>
          <p:spPr bwMode="auto">
            <a:xfrm>
              <a:off x="0" y="992886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16760401" name="Group 5"/>
          <p:cNvGrpSpPr/>
          <p:nvPr/>
        </p:nvGrpSpPr>
        <p:grpSpPr bwMode="auto">
          <a:xfrm>
            <a:off x="0" y="0"/>
            <a:ext cx="18288000" cy="213360"/>
            <a:chOff x="0" y="0"/>
            <a:chExt cx="18288000" cy="213360"/>
          </a:xfrm>
        </p:grpSpPr>
        <p:sp>
          <p:nvSpPr>
            <p:cNvPr id="7" name="Freeform 6"/>
            <p:cNvSpPr/>
            <p:nvPr/>
          </p:nvSpPr>
          <p:spPr bwMode="auto">
            <a:xfrm>
              <a:off x="0" y="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BFDDD2"/>
            </a:solidFill>
            <a:ln>
              <a:noFill/>
            </a:ln>
            <a:effectLst/>
          </p:spPr>
        </p:sp>
        <p:sp>
          <p:nvSpPr>
            <p:cNvPr id="6" name="TextBox 7"/>
            <p:cNvSpPr/>
            <p:nvPr/>
          </p:nvSpPr>
          <p:spPr bwMode="auto">
            <a:xfrm>
              <a:off x="0" y="-14478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1110148123" name="TextBox 8"/>
          <p:cNvSpPr/>
          <p:nvPr/>
        </p:nvSpPr>
        <p:spPr bwMode="auto">
          <a:xfrm>
            <a:off x="16563975" y="8834120"/>
            <a:ext cx="955040" cy="799465"/>
          </a:xfrm>
          <a:prstGeom prst="rect">
            <a:avLst/>
          </a:prstGeom>
          <a:noFill/>
          <a:ln>
            <a:noFill/>
          </a:ln>
          <a:effectLst/>
        </p:spPr>
        <p:txBody>
          <a:bodyPr vert="horz" wrap="square" lIns="0" tIns="0" rIns="0" bIns="0" numCol="1" spcCol="215899" anchor="t"/>
          <a:lstStyle/>
          <a:p>
            <a:pPr algn="r">
              <a:lnSpc>
                <a:spcPts val="6295"/>
              </a:lnSpc>
              <a:defRPr sz="4500" b="1" cap="none">
                <a:solidFill>
                  <a:srgbClr val="FFFFFF"/>
                </a:solidFill>
                <a:latin typeface="Glacial Indifference"/>
                <a:ea typeface="Glacial Indifference"/>
                <a:cs typeface="Glacial Indifference"/>
              </a:defRPr>
            </a:pPr>
            <a:r>
              <a:t>29</a:t>
            </a:r>
          </a:p>
        </p:txBody>
      </p:sp>
      <p:sp>
        <p:nvSpPr>
          <p:cNvPr id="642475062" name="AutoShape 9"/>
          <p:cNvSpPr/>
          <p:nvPr/>
        </p:nvSpPr>
        <p:spPr bwMode="auto">
          <a:xfrm>
            <a:off x="16563975" y="8877300"/>
            <a:ext cx="0" cy="762000"/>
          </a:xfrm>
          <a:prstGeom prst="line">
            <a:avLst/>
          </a:prstGeom>
          <a:noFill/>
          <a:ln w="95250" cap="flat" cmpd="sng" algn="ctr">
            <a:solidFill>
              <a:srgbClr val="BFDDD2"/>
            </a:solidFill>
            <a:prstDash val="solid"/>
            <a:headEnd type="none"/>
            <a:tailEnd type="none"/>
          </a:ln>
          <a:effectLst/>
        </p:spPr>
      </p:sp>
      <p:sp>
        <p:nvSpPr>
          <p:cNvPr id="868289216" name="Freeform 10"/>
          <p:cNvSpPr/>
          <p:nvPr/>
        </p:nvSpPr>
        <p:spPr bwMode="auto">
          <a:xfrm>
            <a:off x="16315690" y="677545"/>
            <a:ext cx="1452245" cy="1457325"/>
          </a:xfrm>
          <a:custGeom>
            <a:avLst/>
            <a:gdLst/>
            <a:ahLst/>
            <a:cxnLst/>
            <a:rect l="0" t="0" r="1452245" b="1457325"/>
            <a:pathLst>
              <a:path w="1452245" h="1457325" extrusionOk="0">
                <a:moveTo>
                  <a:pt x="0" y="0"/>
                </a:moveTo>
                <a:lnTo>
                  <a:pt x="1452246" y="0"/>
                </a:lnTo>
                <a:lnTo>
                  <a:pt x="1452246" y="1457325"/>
                </a:lnTo>
                <a:lnTo>
                  <a:pt x="0" y="1457325"/>
                </a:lnTo>
                <a:lnTo>
                  <a:pt x="0" y="0"/>
                </a:lnTo>
                <a:close/>
              </a:path>
            </a:pathLst>
          </a:custGeom>
          <a:blipFill>
            <a:blip r:embed="rId3"/>
            <a:stretch/>
          </a:blipFill>
          <a:ln>
            <a:noFill/>
          </a:ln>
          <a:effectLst/>
        </p:spPr>
      </p:sp>
      <p:sp>
        <p:nvSpPr>
          <p:cNvPr id="1331260362" name="Freeform 11"/>
          <p:cNvSpPr/>
          <p:nvPr/>
        </p:nvSpPr>
        <p:spPr bwMode="auto">
          <a:xfrm>
            <a:off x="15555595" y="2275205"/>
            <a:ext cx="713105" cy="713105"/>
          </a:xfrm>
          <a:custGeom>
            <a:avLst/>
            <a:gdLst/>
            <a:ahLst/>
            <a:cxnLst/>
            <a:rect l="0" t="0" r="713105" b="713105"/>
            <a:pathLst>
              <a:path w="713105" h="713105" extrusionOk="0">
                <a:moveTo>
                  <a:pt x="0" y="0"/>
                </a:moveTo>
                <a:lnTo>
                  <a:pt x="713105" y="0"/>
                </a:lnTo>
                <a:lnTo>
                  <a:pt x="713105" y="713105"/>
                </a:lnTo>
                <a:lnTo>
                  <a:pt x="0" y="713105"/>
                </a:lnTo>
                <a:lnTo>
                  <a:pt x="0" y="0"/>
                </a:lnTo>
                <a:close/>
              </a:path>
            </a:pathLst>
          </a:custGeom>
          <a:blipFill>
            <a:blip r:embed="rId4"/>
            <a:stretch/>
          </a:blipFill>
          <a:ln>
            <a:noFill/>
          </a:ln>
          <a:effectLst/>
        </p:spPr>
      </p:sp>
      <p:sp>
        <p:nvSpPr>
          <p:cNvPr id="651454988" name="Freeform 12"/>
          <p:cNvSpPr/>
          <p:nvPr/>
        </p:nvSpPr>
        <p:spPr bwMode="auto">
          <a:xfrm>
            <a:off x="-546100" y="6885305"/>
            <a:ext cx="3983990" cy="3984625"/>
          </a:xfrm>
          <a:custGeom>
            <a:avLst/>
            <a:gdLst/>
            <a:ahLst/>
            <a:cxnLst/>
            <a:rect l="0" t="0" r="3983990" b="3984625"/>
            <a:pathLst>
              <a:path w="3983990" h="3984625" extrusionOk="0">
                <a:moveTo>
                  <a:pt x="0" y="0"/>
                </a:moveTo>
                <a:lnTo>
                  <a:pt x="3983990" y="0"/>
                </a:lnTo>
                <a:lnTo>
                  <a:pt x="3983990" y="3984623"/>
                </a:lnTo>
                <a:lnTo>
                  <a:pt x="0" y="3984623"/>
                </a:lnTo>
                <a:lnTo>
                  <a:pt x="0" y="0"/>
                </a:lnTo>
                <a:close/>
              </a:path>
            </a:pathLst>
          </a:custGeom>
          <a:blipFill>
            <a:blip r:embed="rId5"/>
            <a:stretch/>
          </a:blipFill>
          <a:ln>
            <a:noFill/>
          </a:ln>
          <a:effectLst/>
        </p:spPr>
      </p:sp>
      <p:sp>
        <p:nvSpPr>
          <p:cNvPr id="369287054" name="Freeform 13"/>
          <p:cNvSpPr/>
          <p:nvPr/>
        </p:nvSpPr>
        <p:spPr bwMode="auto">
          <a:xfrm>
            <a:off x="2987040" y="7590790"/>
            <a:ext cx="1908810" cy="1546225"/>
          </a:xfrm>
          <a:custGeom>
            <a:avLst/>
            <a:gdLst/>
            <a:ahLst/>
            <a:cxnLst/>
            <a:rect l="0" t="0" r="1908810" b="1546225"/>
            <a:pathLst>
              <a:path w="1908810" h="1546225" extrusionOk="0">
                <a:moveTo>
                  <a:pt x="0" y="0"/>
                </a:moveTo>
                <a:lnTo>
                  <a:pt x="1908810" y="0"/>
                </a:lnTo>
                <a:lnTo>
                  <a:pt x="1908810" y="1546225"/>
                </a:lnTo>
                <a:lnTo>
                  <a:pt x="0" y="1546225"/>
                </a:lnTo>
                <a:lnTo>
                  <a:pt x="0" y="0"/>
                </a:lnTo>
                <a:close/>
              </a:path>
            </a:pathLst>
          </a:custGeom>
          <a:blipFill>
            <a:blip r:embed="rId6"/>
            <a:stretch/>
          </a:blipFill>
          <a:ln>
            <a:noFill/>
          </a:ln>
          <a:effectLst/>
        </p:spPr>
      </p:sp>
      <p:sp>
        <p:nvSpPr>
          <p:cNvPr id="2070237653" name="Freeform 14"/>
          <p:cNvSpPr/>
          <p:nvPr/>
        </p:nvSpPr>
        <p:spPr bwMode="auto">
          <a:xfrm>
            <a:off x="0" y="0"/>
            <a:ext cx="5100320" cy="2209800"/>
          </a:xfrm>
          <a:custGeom>
            <a:avLst/>
            <a:gdLst/>
            <a:ahLst/>
            <a:cxnLst/>
            <a:rect l="0" t="0" r="5100320" b="2209800"/>
            <a:pathLst>
              <a:path w="5100320" h="2209800" extrusionOk="0">
                <a:moveTo>
                  <a:pt x="0" y="0"/>
                </a:moveTo>
                <a:lnTo>
                  <a:pt x="5100320" y="0"/>
                </a:lnTo>
                <a:lnTo>
                  <a:pt x="5100320" y="2209800"/>
                </a:lnTo>
                <a:lnTo>
                  <a:pt x="0" y="2209800"/>
                </a:lnTo>
                <a:lnTo>
                  <a:pt x="0" y="0"/>
                </a:lnTo>
                <a:close/>
              </a:path>
            </a:pathLst>
          </a:custGeom>
          <a:blipFill>
            <a:blip r:embed="rId7"/>
            <a:stretch/>
          </a:blipFill>
          <a:ln>
            <a:noFill/>
          </a:ln>
          <a:effectLst/>
        </p:spPr>
      </p:sp>
      <p:sp>
        <p:nvSpPr>
          <p:cNvPr id="488872526" name="Freeform 15"/>
          <p:cNvSpPr/>
          <p:nvPr/>
        </p:nvSpPr>
        <p:spPr bwMode="auto">
          <a:xfrm>
            <a:off x="3079115" y="2919730"/>
            <a:ext cx="12129770" cy="5307965"/>
          </a:xfrm>
          <a:custGeom>
            <a:avLst/>
            <a:gdLst/>
            <a:ahLst/>
            <a:cxnLst/>
            <a:rect l="0" t="0" r="12129770" b="5307965"/>
            <a:pathLst>
              <a:path w="12129770" h="5307965" extrusionOk="0">
                <a:moveTo>
                  <a:pt x="0" y="0"/>
                </a:moveTo>
                <a:lnTo>
                  <a:pt x="12129770" y="0"/>
                </a:lnTo>
                <a:lnTo>
                  <a:pt x="12129770" y="5307966"/>
                </a:lnTo>
                <a:lnTo>
                  <a:pt x="0" y="5307966"/>
                </a:lnTo>
                <a:lnTo>
                  <a:pt x="0" y="0"/>
                </a:lnTo>
                <a:close/>
              </a:path>
            </a:pathLst>
          </a:custGeom>
          <a:blipFill>
            <a:blip r:embed="rId8"/>
            <a:srcRect t="53937" b="25866"/>
            <a:stretch/>
          </a:blipFill>
          <a:ln>
            <a:noFill/>
          </a:ln>
          <a:effectLst/>
        </p:spPr>
      </p:sp>
      <p:sp>
        <p:nvSpPr>
          <p:cNvPr id="1567392719" name="TextBox 16"/>
          <p:cNvSpPr/>
          <p:nvPr/>
        </p:nvSpPr>
        <p:spPr bwMode="auto">
          <a:xfrm>
            <a:off x="1028700" y="1964055"/>
            <a:ext cx="16230600" cy="852805"/>
          </a:xfrm>
          <a:prstGeom prst="rect">
            <a:avLst/>
          </a:prstGeom>
          <a:noFill/>
          <a:ln>
            <a:noFill/>
          </a:ln>
          <a:effectLst/>
        </p:spPr>
        <p:txBody>
          <a:bodyPr vert="horz" wrap="square" lIns="0" tIns="0" rIns="0" bIns="0" numCol="1" spcCol="215899" anchor="t"/>
          <a:lstStyle/>
          <a:p>
            <a:pPr algn="ctr">
              <a:lnSpc>
                <a:spcPts val="6715"/>
              </a:lnSpc>
              <a:defRPr sz="4800" b="1" cap="none">
                <a:solidFill>
                  <a:srgbClr val="FFFFFF"/>
                </a:solidFill>
                <a:latin typeface="Glacial Indifference"/>
                <a:ea typeface="Glacial Indifference"/>
                <a:cs typeface="Glacial Indifference"/>
              </a:defRPr>
            </a:pPr>
            <a:r>
              <a:t>Proses Keperawatan: Skrining Gizi</a:t>
            </a:r>
          </a:p>
        </p:txBody>
      </p:sp>
      <p:sp>
        <p:nvSpPr>
          <p:cNvPr id="1212140248" name="TextBox 17"/>
          <p:cNvSpPr/>
          <p:nvPr/>
        </p:nvSpPr>
        <p:spPr bwMode="auto">
          <a:xfrm>
            <a:off x="11430000" y="8963025"/>
            <a:ext cx="4752340" cy="523875"/>
          </a:xfrm>
          <a:prstGeom prst="rect">
            <a:avLst/>
          </a:prstGeom>
          <a:noFill/>
          <a:ln>
            <a:noFill/>
          </a:ln>
          <a:effectLst/>
        </p:spPr>
        <p:txBody>
          <a:bodyPr vert="horz" wrap="square" lIns="0" tIns="0" rIns="0" bIns="0" numCol="1" spcCol="215899" anchor="t"/>
          <a:lstStyle/>
          <a:p>
            <a:pPr algn="r">
              <a:lnSpc>
                <a:spcPts val="4200"/>
              </a:lnSpc>
              <a:defRPr sz="3000" b="1" cap="none">
                <a:solidFill>
                  <a:srgbClr val="FFFFFF"/>
                </a:solidFill>
                <a:latin typeface="Glacial Indifference"/>
                <a:ea typeface="Glacial Indifference"/>
                <a:cs typeface="Glacial Indifference"/>
              </a:defRPr>
            </a:pPr>
            <a:r>
              <a:t>FRAKTUR HUMERUS </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showMasterPhAnim="0">
  <p:cSld name="Proses Keperawatan 16">
    <p:spTree>
      <p:nvGrpSpPr>
        <p:cNvPr id="1" name=""/>
        <p:cNvGrpSpPr/>
        <p:nvPr/>
      </p:nvGrpSpPr>
      <p:grpSpPr bwMode="auto">
        <a:xfrm>
          <a:off x="0" y="0"/>
          <a:ext cx="0" cy="0"/>
          <a:chOff x="0" y="0"/>
          <a:chExt cx="0" cy="0"/>
        </a:xfrm>
      </p:grpSpPr>
      <p:grpSp>
        <p:nvGrpSpPr>
          <p:cNvPr id="1839530380" name="Group 2"/>
          <p:cNvGrpSpPr/>
          <p:nvPr/>
        </p:nvGrpSpPr>
        <p:grpSpPr bwMode="auto">
          <a:xfrm>
            <a:off x="0" y="0"/>
            <a:ext cx="18288000" cy="213360"/>
            <a:chOff x="0" y="0"/>
            <a:chExt cx="18288000" cy="213360"/>
          </a:xfrm>
        </p:grpSpPr>
        <p:sp>
          <p:nvSpPr>
            <p:cNvPr id="4" name="Freeform 3"/>
            <p:cNvSpPr/>
            <p:nvPr/>
          </p:nvSpPr>
          <p:spPr bwMode="auto">
            <a:xfrm>
              <a:off x="0" y="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BFDDD2"/>
            </a:solidFill>
            <a:ln>
              <a:noFill/>
            </a:ln>
            <a:effectLst/>
          </p:spPr>
        </p:sp>
        <p:sp>
          <p:nvSpPr>
            <p:cNvPr id="3" name="TextBox 4"/>
            <p:cNvSpPr/>
            <p:nvPr/>
          </p:nvSpPr>
          <p:spPr bwMode="auto">
            <a:xfrm>
              <a:off x="0" y="-14478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740952675" name="TextBox 5"/>
          <p:cNvSpPr/>
          <p:nvPr/>
        </p:nvSpPr>
        <p:spPr bwMode="auto">
          <a:xfrm>
            <a:off x="11430000" y="8963025"/>
            <a:ext cx="4752340" cy="523875"/>
          </a:xfrm>
          <a:prstGeom prst="rect">
            <a:avLst/>
          </a:prstGeom>
          <a:noFill/>
          <a:ln>
            <a:noFill/>
          </a:ln>
          <a:effectLst/>
        </p:spPr>
        <p:txBody>
          <a:bodyPr vert="horz" wrap="square" lIns="0" tIns="0" rIns="0" bIns="0" numCol="1" spcCol="215899" anchor="t"/>
          <a:lstStyle/>
          <a:p>
            <a:pPr algn="r">
              <a:lnSpc>
                <a:spcPts val="4200"/>
              </a:lnSpc>
              <a:defRPr sz="3000" b="1" cap="none">
                <a:solidFill>
                  <a:srgbClr val="000000"/>
                </a:solidFill>
                <a:latin typeface="Glacial Indifference"/>
                <a:ea typeface="Glacial Indifference"/>
                <a:cs typeface="Glacial Indifference"/>
              </a:defRPr>
            </a:pPr>
            <a:r>
              <a:t>FRAKTUR HUMERUS</a:t>
            </a:r>
          </a:p>
        </p:txBody>
      </p:sp>
      <p:sp>
        <p:nvSpPr>
          <p:cNvPr id="467854965" name="Freeform 6"/>
          <p:cNvSpPr/>
          <p:nvPr/>
        </p:nvSpPr>
        <p:spPr bwMode="auto">
          <a:xfrm>
            <a:off x="3695700" y="8016240"/>
            <a:ext cx="3905250" cy="4114800"/>
          </a:xfrm>
          <a:custGeom>
            <a:avLst/>
            <a:gdLst/>
            <a:ahLst/>
            <a:cxnLst/>
            <a:rect l="0" t="0" r="3905250" b="4114800"/>
            <a:pathLst>
              <a:path w="3905250" h="4114800" extrusionOk="0">
                <a:moveTo>
                  <a:pt x="0" y="0"/>
                </a:moveTo>
                <a:lnTo>
                  <a:pt x="3905250" y="0"/>
                </a:lnTo>
                <a:lnTo>
                  <a:pt x="3905250" y="4114800"/>
                </a:lnTo>
                <a:lnTo>
                  <a:pt x="0" y="4114800"/>
                </a:lnTo>
                <a:lnTo>
                  <a:pt x="0" y="0"/>
                </a:lnTo>
                <a:close/>
              </a:path>
            </a:pathLst>
          </a:custGeom>
          <a:blipFill>
            <a:blip r:embed="rId3"/>
            <a:stretch/>
          </a:blipFill>
          <a:ln>
            <a:noFill/>
          </a:ln>
          <a:effectLst/>
        </p:spPr>
      </p:sp>
      <p:grpSp>
        <p:nvGrpSpPr>
          <p:cNvPr id="310648773" name="Group 7"/>
          <p:cNvGrpSpPr/>
          <p:nvPr/>
        </p:nvGrpSpPr>
        <p:grpSpPr bwMode="auto">
          <a:xfrm>
            <a:off x="0" y="10073640"/>
            <a:ext cx="18288000" cy="213360"/>
            <a:chOff x="0" y="10073640"/>
            <a:chExt cx="18288000" cy="213360"/>
          </a:xfrm>
        </p:grpSpPr>
        <p:sp>
          <p:nvSpPr>
            <p:cNvPr id="9" name="Freeform 8"/>
            <p:cNvSpPr/>
            <p:nvPr/>
          </p:nvSpPr>
          <p:spPr bwMode="auto">
            <a:xfrm>
              <a:off x="0" y="1007364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5DA295"/>
            </a:solidFill>
            <a:ln>
              <a:noFill/>
            </a:ln>
            <a:effectLst/>
          </p:spPr>
        </p:sp>
        <p:sp>
          <p:nvSpPr>
            <p:cNvPr id="8" name="TextBox 9"/>
            <p:cNvSpPr/>
            <p:nvPr/>
          </p:nvSpPr>
          <p:spPr bwMode="auto">
            <a:xfrm>
              <a:off x="0" y="992886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1339965650" name="Group 10"/>
          <p:cNvGrpSpPr/>
          <p:nvPr/>
        </p:nvGrpSpPr>
        <p:grpSpPr bwMode="auto">
          <a:xfrm>
            <a:off x="7600950" y="2334260"/>
            <a:ext cx="10687050" cy="5618480"/>
            <a:chOff x="7600950" y="2334260"/>
            <a:chExt cx="10687050" cy="5618480"/>
          </a:xfrm>
        </p:grpSpPr>
        <p:sp>
          <p:nvSpPr>
            <p:cNvPr id="12" name="Freeform 11"/>
            <p:cNvSpPr/>
            <p:nvPr/>
          </p:nvSpPr>
          <p:spPr bwMode="auto">
            <a:xfrm>
              <a:off x="7600950" y="2334260"/>
              <a:ext cx="10687050" cy="5618480"/>
            </a:xfrm>
            <a:custGeom>
              <a:avLst/>
              <a:gdLst/>
              <a:ahLst/>
              <a:cxnLst/>
              <a:rect l="0" t="0" r="10687050" b="5618480"/>
              <a:pathLst>
                <a:path w="10687050" h="5618480" extrusionOk="0">
                  <a:moveTo>
                    <a:pt x="0" y="0"/>
                  </a:moveTo>
                  <a:lnTo>
                    <a:pt x="10687050" y="0"/>
                  </a:lnTo>
                  <a:lnTo>
                    <a:pt x="10687050" y="5618480"/>
                  </a:lnTo>
                  <a:lnTo>
                    <a:pt x="0" y="5618480"/>
                  </a:lnTo>
                  <a:close/>
                </a:path>
              </a:pathLst>
            </a:custGeom>
            <a:solidFill>
              <a:srgbClr val="BFDDD2"/>
            </a:solidFill>
            <a:ln>
              <a:noFill/>
            </a:ln>
            <a:effectLst/>
          </p:spPr>
        </p:sp>
        <p:sp>
          <p:nvSpPr>
            <p:cNvPr id="11" name="TextBox 12"/>
            <p:cNvSpPr/>
            <p:nvPr/>
          </p:nvSpPr>
          <p:spPr bwMode="auto">
            <a:xfrm>
              <a:off x="7600950" y="2189480"/>
              <a:ext cx="10687050" cy="576326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1260625000" name="Freeform 13"/>
          <p:cNvSpPr/>
          <p:nvPr/>
        </p:nvSpPr>
        <p:spPr bwMode="auto">
          <a:xfrm>
            <a:off x="16182340" y="758190"/>
            <a:ext cx="3675380" cy="3675380"/>
          </a:xfrm>
          <a:custGeom>
            <a:avLst/>
            <a:gdLst/>
            <a:ahLst/>
            <a:cxnLst/>
            <a:rect l="0" t="0" r="3675380" b="3675380"/>
            <a:pathLst>
              <a:path w="3675380" h="3675380" extrusionOk="0">
                <a:moveTo>
                  <a:pt x="0" y="0"/>
                </a:moveTo>
                <a:lnTo>
                  <a:pt x="3675380" y="0"/>
                </a:lnTo>
                <a:lnTo>
                  <a:pt x="3675380" y="3675380"/>
                </a:lnTo>
                <a:lnTo>
                  <a:pt x="0" y="3675380"/>
                </a:lnTo>
                <a:lnTo>
                  <a:pt x="0" y="0"/>
                </a:lnTo>
                <a:close/>
              </a:path>
            </a:pathLst>
          </a:custGeom>
          <a:blipFill>
            <a:blip r:embed="rId4"/>
            <a:stretch/>
          </a:blipFill>
          <a:ln>
            <a:noFill/>
          </a:ln>
          <a:effectLst/>
        </p:spPr>
      </p:sp>
      <p:sp>
        <p:nvSpPr>
          <p:cNvPr id="822386020" name="Freeform 14"/>
          <p:cNvSpPr/>
          <p:nvPr/>
        </p:nvSpPr>
        <p:spPr bwMode="auto">
          <a:xfrm>
            <a:off x="2484755" y="6805295"/>
            <a:ext cx="1210945" cy="1210945"/>
          </a:xfrm>
          <a:custGeom>
            <a:avLst/>
            <a:gdLst/>
            <a:ahLst/>
            <a:cxnLst/>
            <a:rect l="0" t="0" r="1210945" b="1210945"/>
            <a:pathLst>
              <a:path w="1210945" h="1210945" extrusionOk="0">
                <a:moveTo>
                  <a:pt x="0" y="0"/>
                </a:moveTo>
                <a:lnTo>
                  <a:pt x="1210946" y="0"/>
                </a:lnTo>
                <a:lnTo>
                  <a:pt x="1210946" y="1210946"/>
                </a:lnTo>
                <a:lnTo>
                  <a:pt x="0" y="1210946"/>
                </a:lnTo>
                <a:lnTo>
                  <a:pt x="0" y="0"/>
                </a:lnTo>
                <a:close/>
              </a:path>
            </a:pathLst>
          </a:custGeom>
          <a:blipFill>
            <a:blip r:embed="rId5"/>
            <a:stretch/>
          </a:blipFill>
          <a:ln>
            <a:noFill/>
          </a:ln>
          <a:effectLst/>
        </p:spPr>
      </p:sp>
      <p:sp>
        <p:nvSpPr>
          <p:cNvPr id="1618170986" name="TextBox 15"/>
          <p:cNvSpPr/>
          <p:nvPr/>
        </p:nvSpPr>
        <p:spPr bwMode="auto">
          <a:xfrm>
            <a:off x="1497330" y="3028315"/>
            <a:ext cx="4949190" cy="3472180"/>
          </a:xfrm>
          <a:prstGeom prst="rect">
            <a:avLst/>
          </a:prstGeom>
          <a:noFill/>
          <a:ln>
            <a:noFill/>
          </a:ln>
          <a:effectLst/>
        </p:spPr>
        <p:txBody>
          <a:bodyPr vert="horz" wrap="square" lIns="0" tIns="0" rIns="0" bIns="0" numCol="1" spcCol="215899" anchor="t"/>
          <a:lstStyle/>
          <a:p>
            <a:pPr algn="l">
              <a:lnSpc>
                <a:spcPts val="6840"/>
              </a:lnSpc>
              <a:defRPr sz="5400" b="1" cap="none">
                <a:solidFill>
                  <a:srgbClr val="000000"/>
                </a:solidFill>
                <a:latin typeface="Glacial Indifference"/>
                <a:ea typeface="Glacial Indifference"/>
                <a:cs typeface="Glacial Indifference"/>
              </a:defRPr>
            </a:pPr>
            <a:r>
              <a:t>Proses Keperawatan: Data Penunjang</a:t>
            </a:r>
          </a:p>
        </p:txBody>
      </p:sp>
      <p:sp>
        <p:nvSpPr>
          <p:cNvPr id="843209386" name="TextBox 16"/>
          <p:cNvSpPr/>
          <p:nvPr/>
        </p:nvSpPr>
        <p:spPr bwMode="auto">
          <a:xfrm>
            <a:off x="16563975" y="8834120"/>
            <a:ext cx="955040" cy="799465"/>
          </a:xfrm>
          <a:prstGeom prst="rect">
            <a:avLst/>
          </a:prstGeom>
          <a:noFill/>
          <a:ln>
            <a:noFill/>
          </a:ln>
          <a:effectLst/>
        </p:spPr>
        <p:txBody>
          <a:bodyPr vert="horz" wrap="square" lIns="0" tIns="0" rIns="0" bIns="0" numCol="1" spcCol="215899" anchor="t"/>
          <a:lstStyle/>
          <a:p>
            <a:pPr algn="r">
              <a:lnSpc>
                <a:spcPts val="6295"/>
              </a:lnSpc>
              <a:defRPr sz="4500" b="1" cap="none">
                <a:solidFill>
                  <a:srgbClr val="000000"/>
                </a:solidFill>
                <a:latin typeface="Glacial Indifference"/>
                <a:ea typeface="Glacial Indifference"/>
                <a:cs typeface="Glacial Indifference"/>
              </a:defRPr>
            </a:pPr>
            <a:r>
              <a:t>30</a:t>
            </a:r>
          </a:p>
        </p:txBody>
      </p:sp>
      <p:sp>
        <p:nvSpPr>
          <p:cNvPr id="567130465" name="TextBox 17"/>
          <p:cNvSpPr/>
          <p:nvPr/>
        </p:nvSpPr>
        <p:spPr bwMode="auto">
          <a:xfrm>
            <a:off x="8458835" y="2326005"/>
            <a:ext cx="8582660" cy="5600700"/>
          </a:xfrm>
          <a:prstGeom prst="rect">
            <a:avLst/>
          </a:prstGeom>
          <a:noFill/>
          <a:ln>
            <a:noFill/>
          </a:ln>
          <a:effectLst/>
        </p:spPr>
        <p:txBody>
          <a:bodyPr vert="horz" wrap="square" lIns="0" tIns="0" rIns="0" bIns="0" numCol="1" spcCol="215899" anchor="t"/>
          <a:lstStyle/>
          <a:p>
            <a:pPr algn="l">
              <a:lnSpc>
                <a:spcPts val="4900"/>
              </a:lnSpc>
              <a:defRPr sz="3200" cap="none">
                <a:solidFill>
                  <a:srgbClr val="000000"/>
                </a:solidFill>
                <a:latin typeface="Glacial Indifference"/>
                <a:ea typeface="Glacial Indifference"/>
                <a:cs typeface="Glacial Indifference"/>
              </a:defRPr>
            </a:pPr>
            <a:r>
              <a:t>Rontgen thorax (+)</a:t>
            </a:r>
          </a:p>
          <a:p>
            <a:pPr algn="l">
              <a:lnSpc>
                <a:spcPts val="4900"/>
              </a:lnSpc>
              <a:defRPr sz="3200" cap="none">
                <a:solidFill>
                  <a:srgbClr val="000000"/>
                </a:solidFill>
                <a:latin typeface="Glacial Indifference"/>
                <a:ea typeface="Glacial Indifference"/>
                <a:cs typeface="Glacial Indifference"/>
              </a:defRPr>
            </a:pPr>
            <a:r>
              <a:t>Humerus AP lateral (+)</a:t>
            </a:r>
          </a:p>
          <a:p>
            <a:pPr algn="l">
              <a:lnSpc>
                <a:spcPts val="4900"/>
              </a:lnSpc>
              <a:defRPr sz="3200" cap="none">
                <a:solidFill>
                  <a:srgbClr val="000000"/>
                </a:solidFill>
                <a:latin typeface="Glacial Indifference"/>
                <a:ea typeface="Glacial Indifference"/>
                <a:cs typeface="Glacial Indifference"/>
              </a:defRPr>
            </a:pPr>
            <a:r>
              <a:t>CT scan kepala (+)</a:t>
            </a:r>
          </a:p>
          <a:p>
            <a:pPr algn="l">
              <a:lnSpc>
                <a:spcPts val="4900"/>
              </a:lnSpc>
              <a:defRPr sz="3200" cap="none">
                <a:solidFill>
                  <a:srgbClr val="000000"/>
                </a:solidFill>
                <a:latin typeface="Glacial Indifference"/>
                <a:ea typeface="Glacial Indifference"/>
                <a:cs typeface="Glacial Indifference"/>
              </a:defRPr>
            </a:pPr>
            <a:r>
              <a:t>Veterbrata lumbo sacral  AP lateral (+)</a:t>
            </a:r>
          </a:p>
          <a:p>
            <a:pPr algn="l">
              <a:lnSpc>
                <a:spcPts val="4900"/>
              </a:lnSpc>
              <a:defRPr sz="3200" cap="none">
                <a:solidFill>
                  <a:srgbClr val="000000"/>
                </a:solidFill>
                <a:latin typeface="Glacial Indifference"/>
                <a:ea typeface="Glacial Indifference"/>
                <a:cs typeface="Glacial Indifference"/>
              </a:defRPr>
            </a:pPr>
            <a:r>
              <a:t>Veterbrata cervical AP lateral (+)</a:t>
            </a:r>
          </a:p>
          <a:p>
            <a:pPr algn="l">
              <a:lnSpc>
                <a:spcPts val="4900"/>
              </a:lnSpc>
              <a:defRPr sz="3200" cap="none">
                <a:solidFill>
                  <a:srgbClr val="000000"/>
                </a:solidFill>
                <a:latin typeface="Glacial Indifference"/>
                <a:ea typeface="Glacial Indifference"/>
                <a:cs typeface="Glacial Indifference"/>
              </a:defRPr>
            </a:pPr>
            <a:r>
              <a:t>Elbow joint AP lateral (+)</a:t>
            </a:r>
          </a:p>
          <a:p>
            <a:pPr algn="l">
              <a:lnSpc>
                <a:spcPts val="4900"/>
              </a:lnSpc>
              <a:defRPr sz="3200" cap="none">
                <a:solidFill>
                  <a:srgbClr val="000000"/>
                </a:solidFill>
                <a:latin typeface="Glacial Indifference"/>
                <a:ea typeface="Glacial Indifference"/>
                <a:cs typeface="Glacial Indifference"/>
              </a:defRPr>
            </a:pPr>
            <a:r>
              <a:t>Shoulder AP lateral (+)</a:t>
            </a:r>
          </a:p>
          <a:p>
            <a:pPr algn="l">
              <a:lnSpc>
                <a:spcPts val="4900"/>
              </a:lnSpc>
              <a:defRPr sz="3200" cap="none">
                <a:solidFill>
                  <a:srgbClr val="000000"/>
                </a:solidFill>
                <a:latin typeface="Glacial Indifference"/>
                <a:ea typeface="Glacial Indifference"/>
                <a:cs typeface="Glacial Indifference"/>
              </a:defRPr>
            </a:pPr>
            <a:r>
              <a:t>Elbow dextran (+)</a:t>
            </a:r>
          </a:p>
          <a:p>
            <a:pPr algn="l">
              <a:lnSpc>
                <a:spcPts val="4900"/>
              </a:lnSpc>
              <a:defRPr sz="3200" cap="none">
                <a:solidFill>
                  <a:srgbClr val="000000"/>
                </a:solidFill>
                <a:latin typeface="Glacial Indifference"/>
                <a:ea typeface="Glacial Indifference"/>
                <a:cs typeface="Glacial Indifference"/>
              </a:defRPr>
            </a:pPr>
            <a:r>
              <a:t>X-ray elbow dextran AP lateral</a:t>
            </a:r>
          </a:p>
        </p:txBody>
      </p:sp>
      <p:sp>
        <p:nvSpPr>
          <p:cNvPr id="514571428" name="AutoShape 18"/>
          <p:cNvSpPr/>
          <p:nvPr/>
        </p:nvSpPr>
        <p:spPr bwMode="auto">
          <a:xfrm>
            <a:off x="16563975" y="8877300"/>
            <a:ext cx="0" cy="762000"/>
          </a:xfrm>
          <a:prstGeom prst="line">
            <a:avLst/>
          </a:prstGeom>
          <a:noFill/>
          <a:ln w="95250" cap="flat" cmpd="sng" algn="ctr">
            <a:solidFill>
              <a:srgbClr val="5DA295"/>
            </a:solidFill>
            <a:prstDash val="solid"/>
            <a:headEnd type="none"/>
            <a:tailEnd type="none"/>
          </a:ln>
          <a:effectLst/>
        </p:spPr>
      </p:sp>
      <p:sp>
        <p:nvSpPr>
          <p:cNvPr id="811363484" name="Freeform 19"/>
          <p:cNvSpPr/>
          <p:nvPr/>
        </p:nvSpPr>
        <p:spPr bwMode="auto">
          <a:xfrm>
            <a:off x="0" y="0"/>
            <a:ext cx="5100320" cy="2209800"/>
          </a:xfrm>
          <a:custGeom>
            <a:avLst/>
            <a:gdLst/>
            <a:ahLst/>
            <a:cxnLst/>
            <a:rect l="0" t="0" r="5100320" b="2209800"/>
            <a:pathLst>
              <a:path w="5100320" h="2209800" extrusionOk="0">
                <a:moveTo>
                  <a:pt x="0" y="0"/>
                </a:moveTo>
                <a:lnTo>
                  <a:pt x="5100320" y="0"/>
                </a:lnTo>
                <a:lnTo>
                  <a:pt x="5100320" y="2209800"/>
                </a:lnTo>
                <a:lnTo>
                  <a:pt x="0" y="2209800"/>
                </a:lnTo>
                <a:lnTo>
                  <a:pt x="0" y="0"/>
                </a:lnTo>
                <a:close/>
              </a:path>
            </a:pathLst>
          </a:custGeom>
          <a:blipFill>
            <a:blip r:embed="rId6"/>
            <a:stretch/>
          </a:blipFill>
          <a:ln>
            <a:noFill/>
          </a:ln>
          <a:effectLst/>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showMasterPhAnim="0">
  <p:cSld name="Proses Keperawatan 17">
    <p:spTree>
      <p:nvGrpSpPr>
        <p:cNvPr id="1" name=""/>
        <p:cNvGrpSpPr/>
        <p:nvPr/>
      </p:nvGrpSpPr>
      <p:grpSpPr bwMode="auto">
        <a:xfrm>
          <a:off x="0" y="0"/>
          <a:ext cx="0" cy="0"/>
          <a:chOff x="0" y="0"/>
          <a:chExt cx="0" cy="0"/>
        </a:xfrm>
      </p:grpSpPr>
      <p:grpSp>
        <p:nvGrpSpPr>
          <p:cNvPr id="1596394622" name="Group 2"/>
          <p:cNvGrpSpPr/>
          <p:nvPr/>
        </p:nvGrpSpPr>
        <p:grpSpPr bwMode="auto">
          <a:xfrm>
            <a:off x="0" y="0"/>
            <a:ext cx="18288000" cy="213360"/>
            <a:chOff x="0" y="0"/>
            <a:chExt cx="18288000" cy="213360"/>
          </a:xfrm>
        </p:grpSpPr>
        <p:sp>
          <p:nvSpPr>
            <p:cNvPr id="4" name="Freeform 3"/>
            <p:cNvSpPr/>
            <p:nvPr/>
          </p:nvSpPr>
          <p:spPr bwMode="auto">
            <a:xfrm>
              <a:off x="0" y="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BFDDD2"/>
            </a:solidFill>
            <a:ln>
              <a:noFill/>
            </a:ln>
            <a:effectLst/>
          </p:spPr>
        </p:sp>
        <p:sp>
          <p:nvSpPr>
            <p:cNvPr id="3" name="TextBox 4"/>
            <p:cNvSpPr/>
            <p:nvPr/>
          </p:nvSpPr>
          <p:spPr bwMode="auto">
            <a:xfrm>
              <a:off x="0" y="-14478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1083310426" name="TextBox 5"/>
          <p:cNvSpPr/>
          <p:nvPr/>
        </p:nvSpPr>
        <p:spPr bwMode="auto">
          <a:xfrm>
            <a:off x="11430000" y="8963025"/>
            <a:ext cx="4752340" cy="533400"/>
          </a:xfrm>
          <a:prstGeom prst="rect">
            <a:avLst/>
          </a:prstGeom>
          <a:noFill/>
          <a:ln>
            <a:noFill/>
          </a:ln>
          <a:effectLst/>
        </p:spPr>
        <p:txBody>
          <a:bodyPr vert="horz" wrap="square" lIns="0" tIns="0" rIns="0" bIns="0" numCol="1" spcCol="215899" anchor="t"/>
          <a:lstStyle/>
          <a:p>
            <a:pPr algn="r">
              <a:lnSpc>
                <a:spcPts val="4200"/>
              </a:lnSpc>
              <a:defRPr sz="3000" b="1" cap="none">
                <a:solidFill>
                  <a:srgbClr val="000000"/>
                </a:solidFill>
                <a:latin typeface="Glacial Indifference"/>
                <a:ea typeface="Glacial Indifference"/>
                <a:cs typeface="Glacial Indifference"/>
              </a:defRPr>
            </a:pPr>
            <a:r>
              <a:t>FRAKTUR HUMERUS</a:t>
            </a:r>
          </a:p>
        </p:txBody>
      </p:sp>
      <p:sp>
        <p:nvSpPr>
          <p:cNvPr id="369874648" name="Freeform 6"/>
          <p:cNvSpPr/>
          <p:nvPr/>
        </p:nvSpPr>
        <p:spPr bwMode="auto">
          <a:xfrm>
            <a:off x="3695700" y="8016240"/>
            <a:ext cx="3905250" cy="4114800"/>
          </a:xfrm>
          <a:custGeom>
            <a:avLst/>
            <a:gdLst/>
            <a:ahLst/>
            <a:cxnLst/>
            <a:rect l="0" t="0" r="3905250" b="4114800"/>
            <a:pathLst>
              <a:path w="3905250" h="4114800" extrusionOk="0">
                <a:moveTo>
                  <a:pt x="0" y="0"/>
                </a:moveTo>
                <a:lnTo>
                  <a:pt x="3905250" y="0"/>
                </a:lnTo>
                <a:lnTo>
                  <a:pt x="3905250" y="4114800"/>
                </a:lnTo>
                <a:lnTo>
                  <a:pt x="0" y="4114800"/>
                </a:lnTo>
                <a:lnTo>
                  <a:pt x="0" y="0"/>
                </a:lnTo>
                <a:close/>
              </a:path>
            </a:pathLst>
          </a:custGeom>
          <a:blipFill>
            <a:blip r:embed="rId3"/>
            <a:stretch/>
          </a:blipFill>
          <a:ln>
            <a:noFill/>
          </a:ln>
          <a:effectLst/>
        </p:spPr>
      </p:sp>
      <p:grpSp>
        <p:nvGrpSpPr>
          <p:cNvPr id="574330573" name="Group 7"/>
          <p:cNvGrpSpPr/>
          <p:nvPr/>
        </p:nvGrpSpPr>
        <p:grpSpPr bwMode="auto">
          <a:xfrm>
            <a:off x="0" y="10073640"/>
            <a:ext cx="18288000" cy="213360"/>
            <a:chOff x="0" y="10073640"/>
            <a:chExt cx="18288000" cy="213360"/>
          </a:xfrm>
        </p:grpSpPr>
        <p:sp>
          <p:nvSpPr>
            <p:cNvPr id="9" name="Freeform 8"/>
            <p:cNvSpPr/>
            <p:nvPr/>
          </p:nvSpPr>
          <p:spPr bwMode="auto">
            <a:xfrm>
              <a:off x="0" y="1007364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5DA295"/>
            </a:solidFill>
            <a:ln>
              <a:noFill/>
            </a:ln>
            <a:effectLst/>
          </p:spPr>
        </p:sp>
        <p:sp>
          <p:nvSpPr>
            <p:cNvPr id="8" name="TextBox 9"/>
            <p:cNvSpPr/>
            <p:nvPr/>
          </p:nvSpPr>
          <p:spPr bwMode="auto">
            <a:xfrm>
              <a:off x="0" y="992886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1235938153" name="Group 10"/>
          <p:cNvGrpSpPr/>
          <p:nvPr/>
        </p:nvGrpSpPr>
        <p:grpSpPr bwMode="auto">
          <a:xfrm>
            <a:off x="7600950" y="2334260"/>
            <a:ext cx="10687050" cy="5618480"/>
            <a:chOff x="7600950" y="2334260"/>
            <a:chExt cx="10687050" cy="5618480"/>
          </a:xfrm>
        </p:grpSpPr>
        <p:sp>
          <p:nvSpPr>
            <p:cNvPr id="12" name="Freeform 11"/>
            <p:cNvSpPr/>
            <p:nvPr/>
          </p:nvSpPr>
          <p:spPr bwMode="auto">
            <a:xfrm>
              <a:off x="7600950" y="2334260"/>
              <a:ext cx="10687050" cy="5618480"/>
            </a:xfrm>
            <a:custGeom>
              <a:avLst/>
              <a:gdLst/>
              <a:ahLst/>
              <a:cxnLst/>
              <a:rect l="0" t="0" r="10687050" b="5618480"/>
              <a:pathLst>
                <a:path w="10687050" h="5618480" extrusionOk="0">
                  <a:moveTo>
                    <a:pt x="0" y="0"/>
                  </a:moveTo>
                  <a:lnTo>
                    <a:pt x="10687050" y="0"/>
                  </a:lnTo>
                  <a:lnTo>
                    <a:pt x="10687050" y="5618480"/>
                  </a:lnTo>
                  <a:lnTo>
                    <a:pt x="0" y="5618480"/>
                  </a:lnTo>
                  <a:close/>
                </a:path>
              </a:pathLst>
            </a:custGeom>
            <a:solidFill>
              <a:srgbClr val="BFDDD2"/>
            </a:solidFill>
            <a:ln>
              <a:noFill/>
            </a:ln>
            <a:effectLst/>
          </p:spPr>
        </p:sp>
        <p:sp>
          <p:nvSpPr>
            <p:cNvPr id="11" name="TextBox 12"/>
            <p:cNvSpPr/>
            <p:nvPr/>
          </p:nvSpPr>
          <p:spPr bwMode="auto">
            <a:xfrm>
              <a:off x="7600950" y="2189480"/>
              <a:ext cx="10687050" cy="576326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813028813" name="Freeform 13"/>
          <p:cNvSpPr/>
          <p:nvPr/>
        </p:nvSpPr>
        <p:spPr bwMode="auto">
          <a:xfrm>
            <a:off x="16182340" y="758190"/>
            <a:ext cx="3675380" cy="3675380"/>
          </a:xfrm>
          <a:custGeom>
            <a:avLst/>
            <a:gdLst/>
            <a:ahLst/>
            <a:cxnLst/>
            <a:rect l="0" t="0" r="3675380" b="3675380"/>
            <a:pathLst>
              <a:path w="3675380" h="3675380" extrusionOk="0">
                <a:moveTo>
                  <a:pt x="0" y="0"/>
                </a:moveTo>
                <a:lnTo>
                  <a:pt x="3675380" y="0"/>
                </a:lnTo>
                <a:lnTo>
                  <a:pt x="3675380" y="3675380"/>
                </a:lnTo>
                <a:lnTo>
                  <a:pt x="0" y="3675380"/>
                </a:lnTo>
                <a:lnTo>
                  <a:pt x="0" y="0"/>
                </a:lnTo>
                <a:close/>
              </a:path>
            </a:pathLst>
          </a:custGeom>
          <a:blipFill>
            <a:blip r:embed="rId4"/>
            <a:stretch/>
          </a:blipFill>
          <a:ln>
            <a:noFill/>
          </a:ln>
          <a:effectLst/>
        </p:spPr>
      </p:sp>
      <p:sp>
        <p:nvSpPr>
          <p:cNvPr id="1891288322" name="Freeform 14"/>
          <p:cNvSpPr/>
          <p:nvPr/>
        </p:nvSpPr>
        <p:spPr bwMode="auto">
          <a:xfrm>
            <a:off x="2484755" y="6805295"/>
            <a:ext cx="1210945" cy="1210945"/>
          </a:xfrm>
          <a:custGeom>
            <a:avLst/>
            <a:gdLst/>
            <a:ahLst/>
            <a:cxnLst/>
            <a:rect l="0" t="0" r="1210945" b="1210945"/>
            <a:pathLst>
              <a:path w="1210945" h="1210945" extrusionOk="0">
                <a:moveTo>
                  <a:pt x="0" y="0"/>
                </a:moveTo>
                <a:lnTo>
                  <a:pt x="1210946" y="0"/>
                </a:lnTo>
                <a:lnTo>
                  <a:pt x="1210946" y="1210946"/>
                </a:lnTo>
                <a:lnTo>
                  <a:pt x="0" y="1210946"/>
                </a:lnTo>
                <a:lnTo>
                  <a:pt x="0" y="0"/>
                </a:lnTo>
                <a:close/>
              </a:path>
            </a:pathLst>
          </a:custGeom>
          <a:blipFill>
            <a:blip r:embed="rId5"/>
            <a:stretch/>
          </a:blipFill>
          <a:ln>
            <a:noFill/>
          </a:ln>
          <a:effectLst/>
        </p:spPr>
      </p:sp>
      <p:sp>
        <p:nvSpPr>
          <p:cNvPr id="2042448779" name="TextBox 15"/>
          <p:cNvSpPr/>
          <p:nvPr/>
        </p:nvSpPr>
        <p:spPr bwMode="auto">
          <a:xfrm>
            <a:off x="1497330" y="3028315"/>
            <a:ext cx="4949190" cy="3472180"/>
          </a:xfrm>
          <a:prstGeom prst="rect">
            <a:avLst/>
          </a:prstGeom>
          <a:noFill/>
          <a:ln>
            <a:noFill/>
          </a:ln>
          <a:effectLst/>
        </p:spPr>
        <p:txBody>
          <a:bodyPr vert="horz" wrap="square" lIns="0" tIns="0" rIns="0" bIns="0" numCol="1" spcCol="215899" anchor="t"/>
          <a:lstStyle/>
          <a:p>
            <a:pPr algn="l">
              <a:lnSpc>
                <a:spcPts val="6840"/>
              </a:lnSpc>
              <a:defRPr sz="5400" b="1" cap="none">
                <a:solidFill>
                  <a:srgbClr val="000000"/>
                </a:solidFill>
                <a:latin typeface="Glacial Indifference"/>
                <a:ea typeface="Glacial Indifference"/>
                <a:cs typeface="Glacial Indifference"/>
              </a:defRPr>
            </a:pPr>
            <a:r>
              <a:t>Proses Keperawatan: Diagnosa Keperawatan</a:t>
            </a:r>
          </a:p>
        </p:txBody>
      </p:sp>
      <p:sp>
        <p:nvSpPr>
          <p:cNvPr id="1764415366" name="TextBox 16"/>
          <p:cNvSpPr/>
          <p:nvPr/>
        </p:nvSpPr>
        <p:spPr bwMode="auto">
          <a:xfrm>
            <a:off x="16563975" y="8834120"/>
            <a:ext cx="955040" cy="799465"/>
          </a:xfrm>
          <a:prstGeom prst="rect">
            <a:avLst/>
          </a:prstGeom>
          <a:noFill/>
          <a:ln>
            <a:noFill/>
          </a:ln>
          <a:effectLst/>
        </p:spPr>
        <p:txBody>
          <a:bodyPr vert="horz" wrap="square" lIns="0" tIns="0" rIns="0" bIns="0" numCol="1" spcCol="215899" anchor="t"/>
          <a:lstStyle/>
          <a:p>
            <a:pPr algn="r">
              <a:lnSpc>
                <a:spcPts val="6295"/>
              </a:lnSpc>
              <a:defRPr sz="4500" b="1" cap="none">
                <a:solidFill>
                  <a:srgbClr val="000000"/>
                </a:solidFill>
                <a:latin typeface="Glacial Indifference"/>
                <a:ea typeface="Glacial Indifference"/>
                <a:cs typeface="Glacial Indifference"/>
              </a:defRPr>
            </a:pPr>
            <a:r>
              <a:t>31</a:t>
            </a:r>
          </a:p>
        </p:txBody>
      </p:sp>
      <p:sp>
        <p:nvSpPr>
          <p:cNvPr id="691184977" name="TextBox 17"/>
          <p:cNvSpPr/>
          <p:nvPr/>
        </p:nvSpPr>
        <p:spPr bwMode="auto">
          <a:xfrm>
            <a:off x="8458835" y="2944495"/>
            <a:ext cx="8582660" cy="4356100"/>
          </a:xfrm>
          <a:prstGeom prst="rect">
            <a:avLst/>
          </a:prstGeom>
          <a:noFill/>
          <a:ln>
            <a:noFill/>
          </a:ln>
          <a:effectLst/>
        </p:spPr>
        <p:txBody>
          <a:bodyPr vert="horz" wrap="square" lIns="0" tIns="0" rIns="0" bIns="0" numCol="1" spcCol="215899" anchor="t"/>
          <a:lstStyle/>
          <a:p>
            <a:pPr algn="l">
              <a:lnSpc>
                <a:spcPts val="4900"/>
              </a:lnSpc>
              <a:defRPr sz="3200" cap="none"/>
            </a:pPr>
            <a:r>
              <a:rPr cap="none">
                <a:solidFill>
                  <a:srgbClr val="000000"/>
                </a:solidFill>
                <a:latin typeface="Glacial Indifference"/>
                <a:ea typeface="Glacial Indifference"/>
                <a:cs typeface="Glacial Indifference"/>
              </a:rPr>
              <a:t>Diagnosa diurutkan sesuai prioritas</a:t>
            </a:r>
          </a:p>
          <a:p>
            <a:pPr marL="539750" indent="-360045" algn="l">
              <a:lnSpc>
                <a:spcPts val="4900"/>
              </a:lnSpc>
              <a:buFont typeface="Arial"/>
              <a:buChar char="•"/>
              <a:defRPr sz="3200" cap="none"/>
            </a:pPr>
            <a:r>
              <a:rPr cap="none">
                <a:solidFill>
                  <a:srgbClr val="000000"/>
                </a:solidFill>
                <a:latin typeface="Glacial Indifference"/>
                <a:ea typeface="Glacial Indifference"/>
                <a:cs typeface="Glacial Indifference"/>
              </a:rPr>
              <a:t>Nyeri akut b.d. trauma jaringan post-operative</a:t>
            </a:r>
          </a:p>
          <a:p>
            <a:pPr marL="539750" indent="-360045" algn="l">
              <a:lnSpc>
                <a:spcPts val="4900"/>
              </a:lnSpc>
              <a:buFont typeface="Arial"/>
              <a:buChar char="•"/>
              <a:defRPr sz="3200" cap="none"/>
            </a:pPr>
            <a:r>
              <a:rPr cap="none">
                <a:solidFill>
                  <a:srgbClr val="000000"/>
                </a:solidFill>
                <a:latin typeface="Glacial Indifference"/>
                <a:ea typeface="Glacial Indifference"/>
                <a:cs typeface="Glacial Indifference"/>
              </a:rPr>
              <a:t>Hambatan mobilisasi fisik b.d. kerusakan rangka neuromuscular, nyeri, terapi restriktif (imobilisasi)</a:t>
            </a:r>
          </a:p>
          <a:p>
            <a:pPr marL="539750" indent="-360045" algn="l">
              <a:lnSpc>
                <a:spcPts val="4900"/>
              </a:lnSpc>
              <a:buFont typeface="Arial"/>
              <a:buChar char="•"/>
              <a:defRPr sz="3200" cap="none"/>
            </a:pPr>
            <a:r>
              <a:rPr cap="none">
                <a:solidFill>
                  <a:srgbClr val="000000"/>
                </a:solidFill>
                <a:latin typeface="Glacial Indifference"/>
                <a:ea typeface="Glacial Indifference"/>
                <a:cs typeface="Glacial Indifference"/>
              </a:rPr>
              <a:t>Risiko infeksi b.d. tindakan invasif</a:t>
            </a:r>
          </a:p>
        </p:txBody>
      </p:sp>
      <p:sp>
        <p:nvSpPr>
          <p:cNvPr id="1865839302" name="AutoShape 18"/>
          <p:cNvSpPr/>
          <p:nvPr/>
        </p:nvSpPr>
        <p:spPr bwMode="auto">
          <a:xfrm>
            <a:off x="16563975" y="8877300"/>
            <a:ext cx="0" cy="762000"/>
          </a:xfrm>
          <a:prstGeom prst="line">
            <a:avLst/>
          </a:prstGeom>
          <a:noFill/>
          <a:ln w="95250" cap="flat" cmpd="sng" algn="ctr">
            <a:solidFill>
              <a:srgbClr val="5DA295"/>
            </a:solidFill>
            <a:prstDash val="solid"/>
            <a:headEnd type="none"/>
            <a:tailEnd type="none"/>
          </a:ln>
          <a:effectLst/>
        </p:spPr>
      </p:sp>
      <p:sp>
        <p:nvSpPr>
          <p:cNvPr id="17487377" name="Freeform 19"/>
          <p:cNvSpPr/>
          <p:nvPr/>
        </p:nvSpPr>
        <p:spPr bwMode="auto">
          <a:xfrm>
            <a:off x="0" y="0"/>
            <a:ext cx="5100320" cy="2209800"/>
          </a:xfrm>
          <a:custGeom>
            <a:avLst/>
            <a:gdLst/>
            <a:ahLst/>
            <a:cxnLst/>
            <a:rect l="0" t="0" r="5100320" b="2209800"/>
            <a:pathLst>
              <a:path w="5100320" h="2209800" extrusionOk="0">
                <a:moveTo>
                  <a:pt x="0" y="0"/>
                </a:moveTo>
                <a:lnTo>
                  <a:pt x="5100320" y="0"/>
                </a:lnTo>
                <a:lnTo>
                  <a:pt x="5100320" y="2209800"/>
                </a:lnTo>
                <a:lnTo>
                  <a:pt x="0" y="2209800"/>
                </a:lnTo>
                <a:lnTo>
                  <a:pt x="0" y="0"/>
                </a:lnTo>
                <a:close/>
              </a:path>
            </a:pathLst>
          </a:custGeom>
          <a:blipFill>
            <a:blip r:embed="rId6"/>
            <a:stretch/>
          </a:blipFill>
          <a:ln>
            <a:noFill/>
          </a:ln>
          <a:effectLst/>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showMasterPhAnim="0">
  <p:cSld name="Proses Keperawatan 18">
    <p:bg>
      <p:bgPr>
        <a:solidFill>
          <a:srgbClr val="5DA295"/>
        </a:solidFill>
        <a:effectLst/>
      </p:bgPr>
    </p:bg>
    <p:spTree>
      <p:nvGrpSpPr>
        <p:cNvPr id="1" name=""/>
        <p:cNvGrpSpPr/>
        <p:nvPr/>
      </p:nvGrpSpPr>
      <p:grpSpPr bwMode="auto">
        <a:xfrm>
          <a:off x="0" y="0"/>
          <a:ext cx="0" cy="0"/>
          <a:chOff x="0" y="0"/>
          <a:chExt cx="0" cy="0"/>
        </a:xfrm>
      </p:grpSpPr>
      <p:grpSp>
        <p:nvGrpSpPr>
          <p:cNvPr id="3485754" name="Group 2"/>
          <p:cNvGrpSpPr/>
          <p:nvPr/>
        </p:nvGrpSpPr>
        <p:grpSpPr bwMode="auto">
          <a:xfrm>
            <a:off x="0" y="10073640"/>
            <a:ext cx="18288000" cy="213360"/>
            <a:chOff x="0" y="10073640"/>
            <a:chExt cx="18288000" cy="213360"/>
          </a:xfrm>
        </p:grpSpPr>
        <p:sp>
          <p:nvSpPr>
            <p:cNvPr id="4" name="Freeform 3"/>
            <p:cNvSpPr/>
            <p:nvPr/>
          </p:nvSpPr>
          <p:spPr bwMode="auto">
            <a:xfrm>
              <a:off x="0" y="1007364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E4E4E4"/>
            </a:solidFill>
            <a:ln>
              <a:noFill/>
            </a:ln>
            <a:effectLst/>
          </p:spPr>
        </p:sp>
        <p:sp>
          <p:nvSpPr>
            <p:cNvPr id="3" name="TextBox 4"/>
            <p:cNvSpPr/>
            <p:nvPr/>
          </p:nvSpPr>
          <p:spPr bwMode="auto">
            <a:xfrm>
              <a:off x="0" y="992886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924225403" name="Group 5"/>
          <p:cNvGrpSpPr/>
          <p:nvPr/>
        </p:nvGrpSpPr>
        <p:grpSpPr bwMode="auto">
          <a:xfrm>
            <a:off x="0" y="0"/>
            <a:ext cx="18288000" cy="213360"/>
            <a:chOff x="0" y="0"/>
            <a:chExt cx="18288000" cy="213360"/>
          </a:xfrm>
        </p:grpSpPr>
        <p:sp>
          <p:nvSpPr>
            <p:cNvPr id="7" name="Freeform 6"/>
            <p:cNvSpPr/>
            <p:nvPr/>
          </p:nvSpPr>
          <p:spPr bwMode="auto">
            <a:xfrm>
              <a:off x="0" y="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BFDDD2"/>
            </a:solidFill>
            <a:ln>
              <a:noFill/>
            </a:ln>
            <a:effectLst/>
          </p:spPr>
        </p:sp>
        <p:sp>
          <p:nvSpPr>
            <p:cNvPr id="6" name="TextBox 7"/>
            <p:cNvSpPr/>
            <p:nvPr/>
          </p:nvSpPr>
          <p:spPr bwMode="auto">
            <a:xfrm>
              <a:off x="0" y="-14478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2040826912" name="TextBox 8"/>
          <p:cNvSpPr/>
          <p:nvPr/>
        </p:nvSpPr>
        <p:spPr bwMode="auto">
          <a:xfrm>
            <a:off x="16563975" y="8834120"/>
            <a:ext cx="955040" cy="799465"/>
          </a:xfrm>
          <a:prstGeom prst="rect">
            <a:avLst/>
          </a:prstGeom>
          <a:noFill/>
          <a:ln>
            <a:noFill/>
          </a:ln>
          <a:effectLst/>
        </p:spPr>
        <p:txBody>
          <a:bodyPr vert="horz" wrap="square" lIns="0" tIns="0" rIns="0" bIns="0" numCol="1" spcCol="215899" anchor="t"/>
          <a:lstStyle/>
          <a:p>
            <a:pPr algn="r">
              <a:lnSpc>
                <a:spcPts val="6295"/>
              </a:lnSpc>
              <a:defRPr sz="4500" b="1" cap="none">
                <a:solidFill>
                  <a:srgbClr val="FFFFFF"/>
                </a:solidFill>
                <a:latin typeface="Glacial Indifference"/>
                <a:ea typeface="Glacial Indifference"/>
                <a:cs typeface="Glacial Indifference"/>
              </a:defRPr>
            </a:pPr>
            <a:r>
              <a:t>32</a:t>
            </a:r>
          </a:p>
        </p:txBody>
      </p:sp>
      <p:sp>
        <p:nvSpPr>
          <p:cNvPr id="623909122" name="AutoShape 9"/>
          <p:cNvSpPr/>
          <p:nvPr/>
        </p:nvSpPr>
        <p:spPr bwMode="auto">
          <a:xfrm>
            <a:off x="16563975" y="8877300"/>
            <a:ext cx="0" cy="762000"/>
          </a:xfrm>
          <a:prstGeom prst="line">
            <a:avLst/>
          </a:prstGeom>
          <a:noFill/>
          <a:ln w="95250" cap="flat" cmpd="sng" algn="ctr">
            <a:solidFill>
              <a:srgbClr val="BFDDD2"/>
            </a:solidFill>
            <a:prstDash val="solid"/>
            <a:headEnd type="none"/>
            <a:tailEnd type="none"/>
          </a:ln>
          <a:effectLst/>
        </p:spPr>
      </p:sp>
      <p:sp>
        <p:nvSpPr>
          <p:cNvPr id="996083018" name="Freeform 10"/>
          <p:cNvSpPr/>
          <p:nvPr/>
        </p:nvSpPr>
        <p:spPr bwMode="auto">
          <a:xfrm>
            <a:off x="16315690" y="677545"/>
            <a:ext cx="1452245" cy="1457325"/>
          </a:xfrm>
          <a:custGeom>
            <a:avLst/>
            <a:gdLst/>
            <a:ahLst/>
            <a:cxnLst/>
            <a:rect l="0" t="0" r="1452245" b="1457325"/>
            <a:pathLst>
              <a:path w="1452245" h="1457325" extrusionOk="0">
                <a:moveTo>
                  <a:pt x="0" y="0"/>
                </a:moveTo>
                <a:lnTo>
                  <a:pt x="1452246" y="0"/>
                </a:lnTo>
                <a:lnTo>
                  <a:pt x="1452246" y="1457325"/>
                </a:lnTo>
                <a:lnTo>
                  <a:pt x="0" y="1457325"/>
                </a:lnTo>
                <a:lnTo>
                  <a:pt x="0" y="0"/>
                </a:lnTo>
                <a:close/>
              </a:path>
            </a:pathLst>
          </a:custGeom>
          <a:blipFill>
            <a:blip r:embed="rId3"/>
            <a:stretch/>
          </a:blipFill>
          <a:ln>
            <a:noFill/>
          </a:ln>
          <a:effectLst/>
        </p:spPr>
      </p:sp>
      <p:sp>
        <p:nvSpPr>
          <p:cNvPr id="784875796" name="Freeform 11"/>
          <p:cNvSpPr/>
          <p:nvPr/>
        </p:nvSpPr>
        <p:spPr bwMode="auto">
          <a:xfrm>
            <a:off x="15555595" y="2275205"/>
            <a:ext cx="713105" cy="713105"/>
          </a:xfrm>
          <a:custGeom>
            <a:avLst/>
            <a:gdLst/>
            <a:ahLst/>
            <a:cxnLst/>
            <a:rect l="0" t="0" r="713105" b="713105"/>
            <a:pathLst>
              <a:path w="713105" h="713105" extrusionOk="0">
                <a:moveTo>
                  <a:pt x="0" y="0"/>
                </a:moveTo>
                <a:lnTo>
                  <a:pt x="713105" y="0"/>
                </a:lnTo>
                <a:lnTo>
                  <a:pt x="713105" y="713105"/>
                </a:lnTo>
                <a:lnTo>
                  <a:pt x="0" y="713105"/>
                </a:lnTo>
                <a:lnTo>
                  <a:pt x="0" y="0"/>
                </a:lnTo>
                <a:close/>
              </a:path>
            </a:pathLst>
          </a:custGeom>
          <a:blipFill>
            <a:blip r:embed="rId4"/>
            <a:stretch/>
          </a:blipFill>
          <a:ln>
            <a:noFill/>
          </a:ln>
          <a:effectLst/>
        </p:spPr>
      </p:sp>
      <p:sp>
        <p:nvSpPr>
          <p:cNvPr id="1297358323" name="Freeform 12"/>
          <p:cNvSpPr/>
          <p:nvPr/>
        </p:nvSpPr>
        <p:spPr bwMode="auto">
          <a:xfrm>
            <a:off x="-546100" y="6885305"/>
            <a:ext cx="3983990" cy="3984625"/>
          </a:xfrm>
          <a:custGeom>
            <a:avLst/>
            <a:gdLst/>
            <a:ahLst/>
            <a:cxnLst/>
            <a:rect l="0" t="0" r="3983990" b="3984625"/>
            <a:pathLst>
              <a:path w="3983990" h="3984625" extrusionOk="0">
                <a:moveTo>
                  <a:pt x="0" y="0"/>
                </a:moveTo>
                <a:lnTo>
                  <a:pt x="3983990" y="0"/>
                </a:lnTo>
                <a:lnTo>
                  <a:pt x="3983990" y="3984623"/>
                </a:lnTo>
                <a:lnTo>
                  <a:pt x="0" y="3984623"/>
                </a:lnTo>
                <a:lnTo>
                  <a:pt x="0" y="0"/>
                </a:lnTo>
                <a:close/>
              </a:path>
            </a:pathLst>
          </a:custGeom>
          <a:blipFill>
            <a:blip r:embed="rId5"/>
            <a:stretch/>
          </a:blipFill>
          <a:ln>
            <a:noFill/>
          </a:ln>
          <a:effectLst/>
        </p:spPr>
      </p:sp>
      <p:sp>
        <p:nvSpPr>
          <p:cNvPr id="1078498954" name="Freeform 13"/>
          <p:cNvSpPr/>
          <p:nvPr/>
        </p:nvSpPr>
        <p:spPr bwMode="auto">
          <a:xfrm>
            <a:off x="2987040" y="7590790"/>
            <a:ext cx="1908810" cy="1546225"/>
          </a:xfrm>
          <a:custGeom>
            <a:avLst/>
            <a:gdLst/>
            <a:ahLst/>
            <a:cxnLst/>
            <a:rect l="0" t="0" r="1908810" b="1546225"/>
            <a:pathLst>
              <a:path w="1908810" h="1546225" extrusionOk="0">
                <a:moveTo>
                  <a:pt x="0" y="0"/>
                </a:moveTo>
                <a:lnTo>
                  <a:pt x="1908810" y="0"/>
                </a:lnTo>
                <a:lnTo>
                  <a:pt x="1908810" y="1546225"/>
                </a:lnTo>
                <a:lnTo>
                  <a:pt x="0" y="1546225"/>
                </a:lnTo>
                <a:lnTo>
                  <a:pt x="0" y="0"/>
                </a:lnTo>
                <a:close/>
              </a:path>
            </a:pathLst>
          </a:custGeom>
          <a:blipFill>
            <a:blip r:embed="rId6"/>
            <a:stretch/>
          </a:blipFill>
          <a:ln>
            <a:noFill/>
          </a:ln>
          <a:effectLst/>
        </p:spPr>
      </p:sp>
      <p:sp>
        <p:nvSpPr>
          <p:cNvPr id="1309713178" name="Freeform 14"/>
          <p:cNvSpPr/>
          <p:nvPr/>
        </p:nvSpPr>
        <p:spPr bwMode="auto">
          <a:xfrm>
            <a:off x="0" y="0"/>
            <a:ext cx="5100320" cy="2209800"/>
          </a:xfrm>
          <a:custGeom>
            <a:avLst/>
            <a:gdLst/>
            <a:ahLst/>
            <a:cxnLst/>
            <a:rect l="0" t="0" r="5100320" b="2209800"/>
            <a:pathLst>
              <a:path w="5100320" h="2209800" extrusionOk="0">
                <a:moveTo>
                  <a:pt x="0" y="0"/>
                </a:moveTo>
                <a:lnTo>
                  <a:pt x="5100320" y="0"/>
                </a:lnTo>
                <a:lnTo>
                  <a:pt x="5100320" y="2209800"/>
                </a:lnTo>
                <a:lnTo>
                  <a:pt x="0" y="2209800"/>
                </a:lnTo>
                <a:lnTo>
                  <a:pt x="0" y="0"/>
                </a:lnTo>
                <a:close/>
              </a:path>
            </a:pathLst>
          </a:custGeom>
          <a:blipFill>
            <a:blip r:embed="rId7"/>
            <a:stretch/>
          </a:blipFill>
          <a:ln>
            <a:noFill/>
          </a:ln>
          <a:effectLst/>
        </p:spPr>
      </p:sp>
      <p:graphicFrame>
        <p:nvGraphicFramePr>
          <p:cNvPr id="1580950373" name="Tabel 1580950372"/>
          <p:cNvGraphicFramePr>
            <a:graphicFrameLocks noGrp="1"/>
          </p:cNvGraphicFramePr>
          <p:nvPr/>
        </p:nvGraphicFramePr>
        <p:xfrm>
          <a:off x="1028700" y="2933699"/>
          <a:ext cx="16230600" cy="5921375"/>
        </p:xfrm>
        <a:graphic>
          <a:graphicData uri="http://schemas.openxmlformats.org/drawingml/2006/table">
            <a:tbl>
              <a:tblPr>
                <a:noFill/>
              </a:tblPr>
              <a:tblGrid>
                <a:gridCol w="5102860">
                  <a:extLst>
                    <a:ext uri="{9D8B030D-6E8A-4147-A177-3AD203B41FA5}">
                      <a16:colId xmlns:a16="http://schemas.microsoft.com/office/drawing/2014/main" val="20000"/>
                    </a:ext>
                  </a:extLst>
                </a:gridCol>
                <a:gridCol w="6405880">
                  <a:extLst>
                    <a:ext uri="{9D8B030D-6E8A-4147-A177-3AD203B41FA5}">
                      <a16:colId xmlns:a16="http://schemas.microsoft.com/office/drawing/2014/main" val="20001"/>
                    </a:ext>
                  </a:extLst>
                </a:gridCol>
                <a:gridCol w="4721860">
                  <a:extLst>
                    <a:ext uri="{9D8B030D-6E8A-4147-A177-3AD203B41FA5}">
                      <a16:colId xmlns:a16="http://schemas.microsoft.com/office/drawing/2014/main" val="20002"/>
                    </a:ext>
                  </a:extLst>
                </a:gridCol>
              </a:tblGrid>
              <a:tr h="853440">
                <a:tc>
                  <a:txBody>
                    <a:bodyPr/>
                    <a:lstStyle/>
                    <a:p>
                      <a:pPr marL="0" marR="0" indent="0" algn="ctr">
                        <a:lnSpc>
                          <a:spcPts val="3355"/>
                        </a:lnSpc>
                        <a:buNone/>
                        <a:defRPr sz="2400" cap="none">
                          <a:latin typeface="Glacial Indifference"/>
                          <a:ea typeface="Glacial Indifference"/>
                          <a:cs typeface="Glacial Indifference"/>
                        </a:defRPr>
                      </a:pPr>
                      <a:r>
                        <a:rPr b="1" cap="none">
                          <a:solidFill>
                            <a:srgbClr val="FFFFFF"/>
                          </a:solidFill>
                        </a:rPr>
                        <a:t>Diagnosa Keperawatan</a:t>
                      </a:r>
                    </a:p>
                  </a:txBody>
                  <a:tcPr marL="190500" marR="190500" marT="190500" marB="190500" anchor="ctr">
                    <a:lnL w="38100" algn="ctr">
                      <a:solidFill>
                        <a:srgbClr val="BFDDD2"/>
                      </a:solidFill>
                    </a:lnL>
                    <a:lnR w="38100" algn="ctr">
                      <a:solidFill>
                        <a:srgbClr val="BFDDD2"/>
                      </a:solidFill>
                    </a:lnR>
                    <a:lnT w="38100" algn="ctr">
                      <a:solidFill>
                        <a:srgbClr val="BFDDD2"/>
                      </a:solidFill>
                    </a:lnT>
                    <a:lnB w="38100" algn="ctr">
                      <a:solidFill>
                        <a:srgbClr val="BFDDD2"/>
                      </a:solidFill>
                    </a:lnB>
                    <a:noFill/>
                  </a:tcPr>
                </a:tc>
                <a:tc>
                  <a:txBody>
                    <a:bodyPr/>
                    <a:lstStyle/>
                    <a:p>
                      <a:pPr marL="0" marR="0" indent="0" algn="ctr">
                        <a:lnSpc>
                          <a:spcPts val="3355"/>
                        </a:lnSpc>
                        <a:buNone/>
                        <a:defRPr sz="2400" b="1" cap="none">
                          <a:solidFill>
                            <a:srgbClr val="FFFFFF"/>
                          </a:solidFill>
                          <a:latin typeface="Glacial Indifference"/>
                          <a:ea typeface="Glacial Indifference"/>
                          <a:cs typeface="Glacial Indifference"/>
                        </a:defRPr>
                      </a:pPr>
                      <a:r>
                        <a:t>Tujuan dan Kriteria Hasil</a:t>
                      </a:r>
                    </a:p>
                  </a:txBody>
                  <a:tcPr marL="190500" marR="190500" marT="190500" marB="190500" anchor="ctr">
                    <a:lnL w="38100" algn="ctr">
                      <a:solidFill>
                        <a:srgbClr val="BFDDD2"/>
                      </a:solidFill>
                    </a:lnL>
                    <a:lnR w="38100" algn="ctr">
                      <a:solidFill>
                        <a:srgbClr val="BFDDD2"/>
                      </a:solidFill>
                    </a:lnR>
                    <a:lnT w="38100" algn="ctr">
                      <a:solidFill>
                        <a:srgbClr val="BFDDD2"/>
                      </a:solidFill>
                    </a:lnT>
                    <a:lnB w="38100" algn="ctr">
                      <a:solidFill>
                        <a:srgbClr val="BFDDD2"/>
                      </a:solidFill>
                    </a:lnB>
                    <a:noFill/>
                  </a:tcPr>
                </a:tc>
                <a:tc>
                  <a:txBody>
                    <a:bodyPr/>
                    <a:lstStyle/>
                    <a:p>
                      <a:pPr marL="0" marR="0" indent="0" algn="ctr">
                        <a:lnSpc>
                          <a:spcPts val="3355"/>
                        </a:lnSpc>
                        <a:buNone/>
                        <a:defRPr sz="2400" cap="none">
                          <a:latin typeface="Glacial Indifference"/>
                          <a:ea typeface="Glacial Indifference"/>
                          <a:cs typeface="Glacial Indifference"/>
                        </a:defRPr>
                      </a:pPr>
                      <a:r>
                        <a:rPr b="1" cap="none">
                          <a:solidFill>
                            <a:srgbClr val="FFFFFF"/>
                          </a:solidFill>
                        </a:rPr>
                        <a:t>Rencana Tindakan</a:t>
                      </a:r>
                    </a:p>
                  </a:txBody>
                  <a:tcPr marL="190500" marR="190500" marT="190500" marB="190500" anchor="ctr">
                    <a:lnL w="38100" algn="ctr">
                      <a:solidFill>
                        <a:srgbClr val="BFDDD2"/>
                      </a:solidFill>
                    </a:lnL>
                    <a:lnR w="38100" algn="ctr">
                      <a:solidFill>
                        <a:srgbClr val="BFDDD2"/>
                      </a:solidFill>
                    </a:lnR>
                    <a:lnT w="38100" algn="ctr">
                      <a:solidFill>
                        <a:srgbClr val="BFDDD2"/>
                      </a:solidFill>
                    </a:lnT>
                    <a:lnB w="38100" algn="ctr">
                      <a:solidFill>
                        <a:srgbClr val="BFDDD2"/>
                      </a:solidFill>
                    </a:lnB>
                    <a:noFill/>
                  </a:tcPr>
                </a:tc>
                <a:extLst>
                  <a:ext uri="{0D108BD9-81ED-4DB2-BD59-A6C34878D82A}">
                    <a16:rowId xmlns:a16="http://schemas.microsoft.com/office/drawing/2014/main" val="10000"/>
                  </a:ext>
                </a:extLst>
              </a:tr>
              <a:tr h="4652010">
                <a:tc>
                  <a:txBody>
                    <a:bodyPr/>
                    <a:lstStyle/>
                    <a:p>
                      <a:pPr marL="0" marR="0" indent="0" algn="l">
                        <a:lnSpc>
                          <a:spcPts val="3355"/>
                        </a:lnSpc>
                        <a:buNone/>
                        <a:defRPr sz="2400" cap="none">
                          <a:latin typeface="Glacial Indifference"/>
                          <a:ea typeface="Glacial Indifference"/>
                          <a:cs typeface="Glacial Indifference"/>
                        </a:defRPr>
                      </a:pPr>
                      <a:r>
                        <a:rPr cap="none">
                          <a:solidFill>
                            <a:srgbClr val="E4E4E4"/>
                          </a:solidFill>
                        </a:rPr>
                        <a:t>Nyeri akut b.d. trauma jaringan post-operative</a:t>
                      </a:r>
                    </a:p>
                  </a:txBody>
                  <a:tcPr marL="190500" marR="190500" marT="190500" marB="190500">
                    <a:lnL w="38100" algn="ctr">
                      <a:solidFill>
                        <a:srgbClr val="BFDDD2"/>
                      </a:solidFill>
                    </a:lnL>
                    <a:lnR w="38100" algn="ctr">
                      <a:solidFill>
                        <a:srgbClr val="BFDDD2"/>
                      </a:solidFill>
                    </a:lnR>
                    <a:lnT w="38100" algn="ctr">
                      <a:solidFill>
                        <a:srgbClr val="BFDDD2"/>
                      </a:solidFill>
                    </a:lnT>
                    <a:lnB w="38100" algn="ctr">
                      <a:solidFill>
                        <a:srgbClr val="BFDDD2"/>
                      </a:solidFill>
                    </a:lnB>
                    <a:noFill/>
                  </a:tcPr>
                </a:tc>
                <a:tc>
                  <a:txBody>
                    <a:bodyPr/>
                    <a:lstStyle/>
                    <a:p>
                      <a:pPr marL="0" marR="0" indent="0" algn="l">
                        <a:lnSpc>
                          <a:spcPts val="3355"/>
                        </a:lnSpc>
                        <a:buNone/>
                        <a:defRPr sz="2400" cap="none">
                          <a:latin typeface="Glacial Indifference"/>
                          <a:ea typeface="Glacial Indifference"/>
                          <a:cs typeface="Glacial Indifference"/>
                        </a:defRPr>
                      </a:pPr>
                      <a:r>
                        <a:rPr cap="none">
                          <a:solidFill>
                            <a:srgbClr val="E4E4E4"/>
                          </a:solidFill>
                        </a:rPr>
                        <a:t>Setelah dilakukan tindakan keperawatan 3 x 24 jam, diharapkan nyeri yang dirasakan klien berkurang dengan kriteria hasil.</a:t>
                      </a:r>
                    </a:p>
                    <a:p>
                      <a:pPr marL="360045" marR="0" indent="-360045" algn="l">
                        <a:lnSpc>
                          <a:spcPts val="3355"/>
                        </a:lnSpc>
                        <a:buFont typeface="Arial"/>
                        <a:buChar char="•"/>
                        <a:defRPr sz="2400" cap="none">
                          <a:latin typeface="Glacial Indifference"/>
                          <a:ea typeface="Glacial Indifference"/>
                          <a:cs typeface="Glacial Indifference"/>
                        </a:defRPr>
                      </a:pPr>
                      <a:r>
                        <a:rPr cap="none">
                          <a:solidFill>
                            <a:srgbClr val="E4E4E4"/>
                          </a:solidFill>
                        </a:rPr>
                        <a:t>Klien sudah tidak meringis saat bergerak</a:t>
                      </a:r>
                    </a:p>
                    <a:p>
                      <a:pPr marL="360045" marR="0" indent="-360045" algn="l">
                        <a:lnSpc>
                          <a:spcPts val="3355"/>
                        </a:lnSpc>
                        <a:buFont typeface="Arial"/>
                        <a:buChar char="•"/>
                        <a:defRPr sz="2400" cap="none">
                          <a:latin typeface="Glacial Indifference"/>
                          <a:ea typeface="Glacial Indifference"/>
                          <a:cs typeface="Glacial Indifference"/>
                        </a:defRPr>
                      </a:pPr>
                      <a:r>
                        <a:rPr cap="none">
                          <a:solidFill>
                            <a:srgbClr val="E4E4E4"/>
                          </a:solidFill>
                        </a:rPr>
                        <a:t>Klien dan keluarga mengetahui penyebab nyeri</a:t>
                      </a:r>
                      <a:br>
                        <a:rPr/>
                      </a:br>
                      <a:endParaRPr cap="none">
                        <a:solidFill>
                          <a:srgbClr val="E4E4E4"/>
                        </a:solidFill>
                      </a:endParaRPr>
                    </a:p>
                    <a:p>
                      <a:pPr marL="0" marR="0" indent="0" algn="l">
                        <a:lnSpc>
                          <a:spcPts val="3355"/>
                        </a:lnSpc>
                        <a:buNone/>
                        <a:defRPr sz="2400" cap="none">
                          <a:latin typeface="Glacial Indifference"/>
                          <a:ea typeface="Glacial Indifference"/>
                          <a:cs typeface="Glacial Indifference"/>
                        </a:defRPr>
                      </a:pPr>
                      <a:r>
                        <a:rPr cap="none">
                          <a:solidFill>
                            <a:srgbClr val="E4E4E4"/>
                          </a:solidFill>
                        </a:rPr>
                        <a:t>TD: 129/74</a:t>
                      </a:r>
                    </a:p>
                    <a:p>
                      <a:pPr marL="0" marR="0" indent="0" algn="l">
                        <a:lnSpc>
                          <a:spcPts val="3355"/>
                        </a:lnSpc>
                        <a:buNone/>
                        <a:defRPr sz="2400" cap="none">
                          <a:latin typeface="Glacial Indifference"/>
                          <a:ea typeface="Glacial Indifference"/>
                          <a:cs typeface="Glacial Indifference"/>
                        </a:defRPr>
                      </a:pPr>
                      <a:r>
                        <a:rPr cap="none">
                          <a:solidFill>
                            <a:srgbClr val="E4E4E4"/>
                          </a:solidFill>
                        </a:rPr>
                        <a:t>N: 93x/menit</a:t>
                      </a:r>
                    </a:p>
                    <a:p>
                      <a:pPr marL="0" marR="0" indent="0" algn="l">
                        <a:lnSpc>
                          <a:spcPts val="3355"/>
                        </a:lnSpc>
                        <a:buNone/>
                        <a:defRPr sz="2400" cap="none">
                          <a:latin typeface="Glacial Indifference"/>
                          <a:ea typeface="Glacial Indifference"/>
                          <a:cs typeface="Glacial Indifference"/>
                        </a:defRPr>
                      </a:pPr>
                      <a:r>
                        <a:rPr cap="none">
                          <a:solidFill>
                            <a:srgbClr val="E4E4E4"/>
                          </a:solidFill>
                        </a:rPr>
                        <a:t>S: 36.9°C</a:t>
                      </a:r>
                    </a:p>
                    <a:p>
                      <a:pPr marL="0" marR="0" indent="0" algn="l">
                        <a:lnSpc>
                          <a:spcPts val="3355"/>
                        </a:lnSpc>
                        <a:buNone/>
                        <a:defRPr sz="2400" cap="none">
                          <a:latin typeface="Glacial Indifference"/>
                          <a:ea typeface="Glacial Indifference"/>
                          <a:cs typeface="Glacial Indifference"/>
                        </a:defRPr>
                      </a:pPr>
                      <a:r>
                        <a:rPr cap="none">
                          <a:solidFill>
                            <a:srgbClr val="E4E4E4"/>
                          </a:solidFill>
                        </a:rPr>
                        <a:t>RR:20x/menit</a:t>
                      </a:r>
                    </a:p>
                  </a:txBody>
                  <a:tcPr marL="190500" marR="190500" marT="190500" marB="190500">
                    <a:lnL w="38100" algn="ctr">
                      <a:solidFill>
                        <a:srgbClr val="BFDDD2"/>
                      </a:solidFill>
                    </a:lnL>
                    <a:lnR w="38100" algn="ctr">
                      <a:solidFill>
                        <a:srgbClr val="BFDDD2"/>
                      </a:solidFill>
                    </a:lnR>
                    <a:lnT w="38100" algn="ctr">
                      <a:solidFill>
                        <a:srgbClr val="BFDDD2"/>
                      </a:solidFill>
                    </a:lnT>
                    <a:lnB w="38100" algn="ctr">
                      <a:solidFill>
                        <a:srgbClr val="BFDDD2"/>
                      </a:solidFill>
                    </a:lnB>
                    <a:noFill/>
                  </a:tcPr>
                </a:tc>
                <a:tc>
                  <a:txBody>
                    <a:bodyPr/>
                    <a:lstStyle/>
                    <a:p>
                      <a:pPr marL="360045" marR="0" indent="-360045" algn="l">
                        <a:lnSpc>
                          <a:spcPts val="3355"/>
                        </a:lnSpc>
                        <a:buFont typeface="Arial"/>
                        <a:buChar char="•"/>
                        <a:defRPr sz="2400" cap="none">
                          <a:latin typeface="Glacial Indifference"/>
                          <a:ea typeface="Glacial Indifference"/>
                          <a:cs typeface="Glacial Indifference"/>
                        </a:defRPr>
                      </a:pPr>
                      <a:r>
                        <a:rPr cap="none">
                          <a:solidFill>
                            <a:srgbClr val="E4E4E4"/>
                          </a:solidFill>
                        </a:rPr>
                        <a:t>Observasi TTV</a:t>
                      </a:r>
                    </a:p>
                    <a:p>
                      <a:pPr marL="360045" marR="0" indent="-360045" algn="l">
                        <a:lnSpc>
                          <a:spcPts val="3355"/>
                        </a:lnSpc>
                        <a:buFont typeface="Arial"/>
                        <a:buChar char="•"/>
                        <a:defRPr sz="2400" cap="none">
                          <a:latin typeface="Glacial Indifference"/>
                          <a:ea typeface="Glacial Indifference"/>
                          <a:cs typeface="Glacial Indifference"/>
                        </a:defRPr>
                      </a:pPr>
                      <a:r>
                        <a:rPr cap="none">
                          <a:solidFill>
                            <a:srgbClr val="E4E4E4"/>
                          </a:solidFill>
                        </a:rPr>
                        <a:t>Kaji tingkat studi nyeri</a:t>
                      </a:r>
                    </a:p>
                    <a:p>
                      <a:pPr marL="360045" marR="0" indent="-360045" algn="l">
                        <a:lnSpc>
                          <a:spcPts val="3355"/>
                        </a:lnSpc>
                        <a:buFont typeface="Arial"/>
                        <a:buChar char="•"/>
                        <a:defRPr sz="2400" cap="none">
                          <a:latin typeface="Glacial Indifference"/>
                          <a:ea typeface="Glacial Indifference"/>
                          <a:cs typeface="Glacial Indifference"/>
                        </a:defRPr>
                      </a:pPr>
                      <a:r>
                        <a:rPr cap="none">
                          <a:solidFill>
                            <a:srgbClr val="E4E4E4"/>
                          </a:solidFill>
                        </a:rPr>
                        <a:t>Berikan posisi nyaman</a:t>
                      </a:r>
                    </a:p>
                    <a:p>
                      <a:pPr marL="360045" marR="0" indent="-360045" algn="l">
                        <a:lnSpc>
                          <a:spcPts val="3355"/>
                        </a:lnSpc>
                        <a:buFont typeface="Arial"/>
                        <a:buChar char="•"/>
                        <a:defRPr sz="2400" cap="none">
                          <a:latin typeface="Glacial Indifference"/>
                          <a:ea typeface="Glacial Indifference"/>
                          <a:cs typeface="Glacial Indifference"/>
                        </a:defRPr>
                      </a:pPr>
                      <a:r>
                        <a:rPr cap="none">
                          <a:solidFill>
                            <a:srgbClr val="E4E4E4"/>
                          </a:solidFill>
                        </a:rPr>
                        <a:t>Kolaborasi dengan tim medis dalam pemberian obat</a:t>
                      </a:r>
                    </a:p>
                  </a:txBody>
                  <a:tcPr marL="190500" marR="190500" marT="190500" marB="190500">
                    <a:lnL w="38100" algn="ctr">
                      <a:solidFill>
                        <a:srgbClr val="BFDDD2"/>
                      </a:solidFill>
                    </a:lnL>
                    <a:lnR w="38100" algn="ctr">
                      <a:solidFill>
                        <a:srgbClr val="BFDDD2"/>
                      </a:solidFill>
                    </a:lnR>
                    <a:lnT w="38100" algn="ctr">
                      <a:solidFill>
                        <a:srgbClr val="BFDDD2"/>
                      </a:solidFill>
                    </a:lnT>
                    <a:lnB w="38100" algn="ctr">
                      <a:solidFill>
                        <a:srgbClr val="BFDDD2"/>
                      </a:solidFill>
                    </a:lnB>
                    <a:noFill/>
                  </a:tcPr>
                </a:tc>
                <a:extLst>
                  <a:ext uri="{0D108BD9-81ED-4DB2-BD59-A6C34878D82A}">
                    <a16:rowId xmlns:a16="http://schemas.microsoft.com/office/drawing/2014/main" val="10001"/>
                  </a:ext>
                </a:extLst>
              </a:tr>
            </a:tbl>
          </a:graphicData>
        </a:graphic>
      </p:graphicFrame>
      <p:sp>
        <p:nvSpPr>
          <p:cNvPr id="1766508566" name="TextBox 16"/>
          <p:cNvSpPr/>
          <p:nvPr/>
        </p:nvSpPr>
        <p:spPr bwMode="auto">
          <a:xfrm>
            <a:off x="1028700" y="1812290"/>
            <a:ext cx="16230600" cy="821055"/>
          </a:xfrm>
          <a:prstGeom prst="rect">
            <a:avLst/>
          </a:prstGeom>
          <a:noFill/>
          <a:ln>
            <a:noFill/>
          </a:ln>
          <a:effectLst/>
        </p:spPr>
        <p:txBody>
          <a:bodyPr vert="horz" wrap="square" lIns="0" tIns="0" rIns="0" bIns="0" numCol="1" spcCol="215899" anchor="t"/>
          <a:lstStyle/>
          <a:p>
            <a:pPr algn="ctr">
              <a:lnSpc>
                <a:spcPts val="6715"/>
              </a:lnSpc>
              <a:defRPr sz="4800" b="1" cap="none">
                <a:solidFill>
                  <a:srgbClr val="FFFFFF"/>
                </a:solidFill>
                <a:latin typeface="Glacial Indifference"/>
                <a:ea typeface="Glacial Indifference"/>
                <a:cs typeface="Glacial Indifference"/>
              </a:defRPr>
            </a:pPr>
            <a:r>
              <a:t>Proses Keperawatan: Perencanaan Keperawatan</a:t>
            </a:r>
          </a:p>
        </p:txBody>
      </p:sp>
      <p:sp>
        <p:nvSpPr>
          <p:cNvPr id="341187151" name="TextBox 17"/>
          <p:cNvSpPr/>
          <p:nvPr/>
        </p:nvSpPr>
        <p:spPr bwMode="auto">
          <a:xfrm>
            <a:off x="11430000" y="8963025"/>
            <a:ext cx="4752340" cy="523875"/>
          </a:xfrm>
          <a:prstGeom prst="rect">
            <a:avLst/>
          </a:prstGeom>
          <a:noFill/>
          <a:ln>
            <a:noFill/>
          </a:ln>
          <a:effectLst/>
        </p:spPr>
        <p:txBody>
          <a:bodyPr vert="horz" wrap="square" lIns="0" tIns="0" rIns="0" bIns="0" numCol="1" spcCol="215899" anchor="t"/>
          <a:lstStyle/>
          <a:p>
            <a:pPr algn="r">
              <a:lnSpc>
                <a:spcPts val="4200"/>
              </a:lnSpc>
              <a:defRPr sz="3000" b="1" cap="none">
                <a:solidFill>
                  <a:srgbClr val="FFFFFF"/>
                </a:solidFill>
                <a:latin typeface="Glacial Indifference"/>
                <a:ea typeface="Glacial Indifference"/>
                <a:cs typeface="Glacial Indifference"/>
              </a:defRPr>
            </a:pPr>
            <a:r>
              <a:t>FRAKTUR HUMERUS </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showMasterPhAnim="0">
  <p:cSld>
    <p:bg>
      <p:bgPr>
        <a:solidFill>
          <a:srgbClr val="5DA295"/>
        </a:solidFill>
        <a:effectLst/>
      </p:bgPr>
    </p:bg>
    <p:spTree>
      <p:nvGrpSpPr>
        <p:cNvPr id="1" name=""/>
        <p:cNvGrpSpPr/>
        <p:nvPr/>
      </p:nvGrpSpPr>
      <p:grpSpPr bwMode="auto">
        <a:xfrm>
          <a:off x="0" y="0"/>
          <a:ext cx="0" cy="0"/>
          <a:chOff x="0" y="0"/>
          <a:chExt cx="0" cy="0"/>
        </a:xfrm>
      </p:grpSpPr>
      <p:grpSp>
        <p:nvGrpSpPr>
          <p:cNvPr id="391656090" name="Group 2"/>
          <p:cNvGrpSpPr/>
          <p:nvPr/>
        </p:nvGrpSpPr>
        <p:grpSpPr bwMode="auto">
          <a:xfrm>
            <a:off x="0" y="10073640"/>
            <a:ext cx="18288000" cy="213360"/>
            <a:chOff x="0" y="10073640"/>
            <a:chExt cx="18288000" cy="213360"/>
          </a:xfrm>
        </p:grpSpPr>
        <p:sp>
          <p:nvSpPr>
            <p:cNvPr id="4" name="Freeform 3"/>
            <p:cNvSpPr/>
            <p:nvPr/>
          </p:nvSpPr>
          <p:spPr bwMode="auto">
            <a:xfrm>
              <a:off x="0" y="1007364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E4E4E4"/>
            </a:solidFill>
            <a:ln>
              <a:noFill/>
            </a:ln>
            <a:effectLst/>
          </p:spPr>
        </p:sp>
        <p:sp>
          <p:nvSpPr>
            <p:cNvPr id="3" name="TextBox 4"/>
            <p:cNvSpPr/>
            <p:nvPr/>
          </p:nvSpPr>
          <p:spPr bwMode="auto">
            <a:xfrm>
              <a:off x="0" y="992886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302518689" name="Group 5"/>
          <p:cNvGrpSpPr/>
          <p:nvPr/>
        </p:nvGrpSpPr>
        <p:grpSpPr bwMode="auto">
          <a:xfrm>
            <a:off x="0" y="0"/>
            <a:ext cx="18288000" cy="213360"/>
            <a:chOff x="0" y="0"/>
            <a:chExt cx="18288000" cy="213360"/>
          </a:xfrm>
        </p:grpSpPr>
        <p:sp>
          <p:nvSpPr>
            <p:cNvPr id="7" name="Freeform 6"/>
            <p:cNvSpPr/>
            <p:nvPr/>
          </p:nvSpPr>
          <p:spPr bwMode="auto">
            <a:xfrm>
              <a:off x="0" y="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BFDDD2"/>
            </a:solidFill>
            <a:ln>
              <a:noFill/>
            </a:ln>
            <a:effectLst/>
          </p:spPr>
        </p:sp>
        <p:sp>
          <p:nvSpPr>
            <p:cNvPr id="6" name="TextBox 7"/>
            <p:cNvSpPr/>
            <p:nvPr/>
          </p:nvSpPr>
          <p:spPr bwMode="auto">
            <a:xfrm>
              <a:off x="0" y="-14478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1849599448" name="TextBox 8"/>
          <p:cNvSpPr/>
          <p:nvPr/>
        </p:nvSpPr>
        <p:spPr bwMode="auto">
          <a:xfrm>
            <a:off x="16563975" y="8834120"/>
            <a:ext cx="955040" cy="799465"/>
          </a:xfrm>
          <a:prstGeom prst="rect">
            <a:avLst/>
          </a:prstGeom>
          <a:noFill/>
          <a:ln>
            <a:noFill/>
          </a:ln>
          <a:effectLst/>
        </p:spPr>
        <p:txBody>
          <a:bodyPr vert="horz" wrap="square" lIns="0" tIns="0" rIns="0" bIns="0" numCol="1" spcCol="215899" anchor="t"/>
          <a:lstStyle/>
          <a:p>
            <a:pPr algn="r">
              <a:lnSpc>
                <a:spcPts val="6295"/>
              </a:lnSpc>
              <a:defRPr sz="4500" b="1" cap="none">
                <a:solidFill>
                  <a:srgbClr val="FFFFFF"/>
                </a:solidFill>
                <a:latin typeface="Glacial Indifference"/>
                <a:ea typeface="Glacial Indifference"/>
                <a:cs typeface="Glacial Indifference"/>
              </a:defRPr>
            </a:pPr>
            <a:r>
              <a:t>33</a:t>
            </a:r>
          </a:p>
        </p:txBody>
      </p:sp>
      <p:sp>
        <p:nvSpPr>
          <p:cNvPr id="1393072238" name="AutoShape 9"/>
          <p:cNvSpPr/>
          <p:nvPr/>
        </p:nvSpPr>
        <p:spPr bwMode="auto">
          <a:xfrm>
            <a:off x="16563975" y="8877300"/>
            <a:ext cx="0" cy="762000"/>
          </a:xfrm>
          <a:prstGeom prst="line">
            <a:avLst/>
          </a:prstGeom>
          <a:noFill/>
          <a:ln w="95250" cap="flat" cmpd="sng" algn="ctr">
            <a:solidFill>
              <a:srgbClr val="BFDDD2"/>
            </a:solidFill>
            <a:prstDash val="solid"/>
            <a:headEnd type="none"/>
            <a:tailEnd type="none"/>
          </a:ln>
          <a:effectLst/>
        </p:spPr>
      </p:sp>
      <p:sp>
        <p:nvSpPr>
          <p:cNvPr id="1031328391" name="Freeform 10"/>
          <p:cNvSpPr/>
          <p:nvPr/>
        </p:nvSpPr>
        <p:spPr bwMode="auto">
          <a:xfrm>
            <a:off x="16315690" y="677545"/>
            <a:ext cx="1452245" cy="1457325"/>
          </a:xfrm>
          <a:custGeom>
            <a:avLst/>
            <a:gdLst/>
            <a:ahLst/>
            <a:cxnLst/>
            <a:rect l="0" t="0" r="1452245" b="1457325"/>
            <a:pathLst>
              <a:path w="1452245" h="1457325" extrusionOk="0">
                <a:moveTo>
                  <a:pt x="0" y="0"/>
                </a:moveTo>
                <a:lnTo>
                  <a:pt x="1452246" y="0"/>
                </a:lnTo>
                <a:lnTo>
                  <a:pt x="1452246" y="1457325"/>
                </a:lnTo>
                <a:lnTo>
                  <a:pt x="0" y="1457325"/>
                </a:lnTo>
                <a:lnTo>
                  <a:pt x="0" y="0"/>
                </a:lnTo>
                <a:close/>
              </a:path>
            </a:pathLst>
          </a:custGeom>
          <a:blipFill>
            <a:blip r:embed="rId3"/>
            <a:stretch/>
          </a:blipFill>
          <a:ln>
            <a:noFill/>
          </a:ln>
          <a:effectLst/>
        </p:spPr>
      </p:sp>
      <p:sp>
        <p:nvSpPr>
          <p:cNvPr id="282331850" name="Freeform 11"/>
          <p:cNvSpPr/>
          <p:nvPr/>
        </p:nvSpPr>
        <p:spPr bwMode="auto">
          <a:xfrm>
            <a:off x="15555595" y="2275205"/>
            <a:ext cx="713105" cy="713105"/>
          </a:xfrm>
          <a:custGeom>
            <a:avLst/>
            <a:gdLst/>
            <a:ahLst/>
            <a:cxnLst/>
            <a:rect l="0" t="0" r="713105" b="713105"/>
            <a:pathLst>
              <a:path w="713105" h="713105" extrusionOk="0">
                <a:moveTo>
                  <a:pt x="0" y="0"/>
                </a:moveTo>
                <a:lnTo>
                  <a:pt x="713105" y="0"/>
                </a:lnTo>
                <a:lnTo>
                  <a:pt x="713105" y="713105"/>
                </a:lnTo>
                <a:lnTo>
                  <a:pt x="0" y="713105"/>
                </a:lnTo>
                <a:lnTo>
                  <a:pt x="0" y="0"/>
                </a:lnTo>
                <a:close/>
              </a:path>
            </a:pathLst>
          </a:custGeom>
          <a:blipFill>
            <a:blip r:embed="rId4"/>
            <a:stretch/>
          </a:blipFill>
          <a:ln>
            <a:noFill/>
          </a:ln>
          <a:effectLst/>
        </p:spPr>
      </p:sp>
      <p:sp>
        <p:nvSpPr>
          <p:cNvPr id="1087835314" name="Freeform 12"/>
          <p:cNvSpPr/>
          <p:nvPr/>
        </p:nvSpPr>
        <p:spPr bwMode="auto">
          <a:xfrm>
            <a:off x="-546100" y="6885305"/>
            <a:ext cx="3983990" cy="3984625"/>
          </a:xfrm>
          <a:custGeom>
            <a:avLst/>
            <a:gdLst/>
            <a:ahLst/>
            <a:cxnLst/>
            <a:rect l="0" t="0" r="3983990" b="3984625"/>
            <a:pathLst>
              <a:path w="3983990" h="3984625" extrusionOk="0">
                <a:moveTo>
                  <a:pt x="0" y="0"/>
                </a:moveTo>
                <a:lnTo>
                  <a:pt x="3983990" y="0"/>
                </a:lnTo>
                <a:lnTo>
                  <a:pt x="3983990" y="3984623"/>
                </a:lnTo>
                <a:lnTo>
                  <a:pt x="0" y="3984623"/>
                </a:lnTo>
                <a:lnTo>
                  <a:pt x="0" y="0"/>
                </a:lnTo>
                <a:close/>
              </a:path>
            </a:pathLst>
          </a:custGeom>
          <a:blipFill>
            <a:blip r:embed="rId5"/>
            <a:stretch/>
          </a:blipFill>
          <a:ln>
            <a:noFill/>
          </a:ln>
          <a:effectLst/>
        </p:spPr>
      </p:sp>
      <p:sp>
        <p:nvSpPr>
          <p:cNvPr id="1818805087" name="Freeform 13"/>
          <p:cNvSpPr/>
          <p:nvPr/>
        </p:nvSpPr>
        <p:spPr bwMode="auto">
          <a:xfrm>
            <a:off x="2987040" y="7590790"/>
            <a:ext cx="1908810" cy="1546225"/>
          </a:xfrm>
          <a:custGeom>
            <a:avLst/>
            <a:gdLst/>
            <a:ahLst/>
            <a:cxnLst/>
            <a:rect l="0" t="0" r="1908810" b="1546225"/>
            <a:pathLst>
              <a:path w="1908810" h="1546225" extrusionOk="0">
                <a:moveTo>
                  <a:pt x="0" y="0"/>
                </a:moveTo>
                <a:lnTo>
                  <a:pt x="1908810" y="0"/>
                </a:lnTo>
                <a:lnTo>
                  <a:pt x="1908810" y="1546225"/>
                </a:lnTo>
                <a:lnTo>
                  <a:pt x="0" y="1546225"/>
                </a:lnTo>
                <a:lnTo>
                  <a:pt x="0" y="0"/>
                </a:lnTo>
                <a:close/>
              </a:path>
            </a:pathLst>
          </a:custGeom>
          <a:blipFill>
            <a:blip r:embed="rId6"/>
            <a:stretch/>
          </a:blipFill>
          <a:ln>
            <a:noFill/>
          </a:ln>
          <a:effectLst/>
        </p:spPr>
      </p:sp>
      <p:sp>
        <p:nvSpPr>
          <p:cNvPr id="840908915" name="Freeform 14"/>
          <p:cNvSpPr/>
          <p:nvPr/>
        </p:nvSpPr>
        <p:spPr bwMode="auto">
          <a:xfrm>
            <a:off x="0" y="0"/>
            <a:ext cx="5100320" cy="2209800"/>
          </a:xfrm>
          <a:custGeom>
            <a:avLst/>
            <a:gdLst/>
            <a:ahLst/>
            <a:cxnLst/>
            <a:rect l="0" t="0" r="5100320" b="2209800"/>
            <a:pathLst>
              <a:path w="5100320" h="2209800" extrusionOk="0">
                <a:moveTo>
                  <a:pt x="0" y="0"/>
                </a:moveTo>
                <a:lnTo>
                  <a:pt x="5100320" y="0"/>
                </a:lnTo>
                <a:lnTo>
                  <a:pt x="5100320" y="2209800"/>
                </a:lnTo>
                <a:lnTo>
                  <a:pt x="0" y="2209800"/>
                </a:lnTo>
                <a:lnTo>
                  <a:pt x="0" y="0"/>
                </a:lnTo>
                <a:close/>
              </a:path>
            </a:pathLst>
          </a:custGeom>
          <a:blipFill>
            <a:blip r:embed="rId7"/>
            <a:stretch/>
          </a:blipFill>
          <a:ln>
            <a:noFill/>
          </a:ln>
          <a:effectLst/>
        </p:spPr>
      </p:sp>
      <p:graphicFrame>
        <p:nvGraphicFramePr>
          <p:cNvPr id="1368686291" name="Tabel 1368686290"/>
          <p:cNvGraphicFramePr>
            <a:graphicFrameLocks noGrp="1"/>
          </p:cNvGraphicFramePr>
          <p:nvPr/>
        </p:nvGraphicFramePr>
        <p:xfrm>
          <a:off x="1028700" y="2933699"/>
          <a:ext cx="16230600" cy="5070475"/>
        </p:xfrm>
        <a:graphic>
          <a:graphicData uri="http://schemas.openxmlformats.org/drawingml/2006/table">
            <a:tbl>
              <a:tblPr>
                <a:noFill/>
              </a:tblPr>
              <a:tblGrid>
                <a:gridCol w="5102860">
                  <a:extLst>
                    <a:ext uri="{9D8B030D-6E8A-4147-A177-3AD203B41FA5}">
                      <a16:colId xmlns:a16="http://schemas.microsoft.com/office/drawing/2014/main" val="20000"/>
                    </a:ext>
                  </a:extLst>
                </a:gridCol>
                <a:gridCol w="6405880">
                  <a:extLst>
                    <a:ext uri="{9D8B030D-6E8A-4147-A177-3AD203B41FA5}">
                      <a16:colId xmlns:a16="http://schemas.microsoft.com/office/drawing/2014/main" val="20001"/>
                    </a:ext>
                  </a:extLst>
                </a:gridCol>
                <a:gridCol w="4721860">
                  <a:extLst>
                    <a:ext uri="{9D8B030D-6E8A-4147-A177-3AD203B41FA5}">
                      <a16:colId xmlns:a16="http://schemas.microsoft.com/office/drawing/2014/main" val="20002"/>
                    </a:ext>
                  </a:extLst>
                </a:gridCol>
              </a:tblGrid>
              <a:tr h="854710">
                <a:tc>
                  <a:txBody>
                    <a:bodyPr/>
                    <a:lstStyle/>
                    <a:p>
                      <a:pPr marL="0" marR="0" indent="0" algn="ctr">
                        <a:lnSpc>
                          <a:spcPts val="3355"/>
                        </a:lnSpc>
                        <a:buNone/>
                        <a:defRPr sz="2400" cap="none">
                          <a:latin typeface="Glacial Indifference"/>
                          <a:ea typeface="Glacial Indifference"/>
                          <a:cs typeface="Glacial Indifference"/>
                        </a:defRPr>
                      </a:pPr>
                      <a:r>
                        <a:rPr b="1" cap="none">
                          <a:solidFill>
                            <a:srgbClr val="FFFFFF"/>
                          </a:solidFill>
                        </a:rPr>
                        <a:t>Diagnosa Keperawatan</a:t>
                      </a:r>
                    </a:p>
                  </a:txBody>
                  <a:tcPr marL="190500" marR="190500" marT="190500" marB="190500" anchor="ctr">
                    <a:lnL w="38100" algn="ctr">
                      <a:solidFill>
                        <a:srgbClr val="BFDDD2"/>
                      </a:solidFill>
                    </a:lnL>
                    <a:lnR w="38100" algn="ctr">
                      <a:solidFill>
                        <a:srgbClr val="BFDDD2"/>
                      </a:solidFill>
                    </a:lnR>
                    <a:lnT w="38100" algn="ctr">
                      <a:solidFill>
                        <a:srgbClr val="BFDDD2"/>
                      </a:solidFill>
                    </a:lnT>
                    <a:lnB w="38100" algn="ctr">
                      <a:solidFill>
                        <a:srgbClr val="BFDDD2"/>
                      </a:solidFill>
                    </a:lnB>
                    <a:noFill/>
                  </a:tcPr>
                </a:tc>
                <a:tc>
                  <a:txBody>
                    <a:bodyPr/>
                    <a:lstStyle/>
                    <a:p>
                      <a:pPr marL="0" marR="0" indent="0" algn="ctr">
                        <a:lnSpc>
                          <a:spcPts val="3355"/>
                        </a:lnSpc>
                        <a:buNone/>
                        <a:defRPr sz="2400" b="1" cap="none">
                          <a:solidFill>
                            <a:srgbClr val="FFFFFF"/>
                          </a:solidFill>
                          <a:latin typeface="Glacial Indifference"/>
                          <a:ea typeface="Glacial Indifference"/>
                          <a:cs typeface="Glacial Indifference"/>
                        </a:defRPr>
                      </a:pPr>
                      <a:r>
                        <a:t>Tujuan dan Kriteria Hasil</a:t>
                      </a:r>
                    </a:p>
                  </a:txBody>
                  <a:tcPr marL="190500" marR="190500" marT="190500" marB="190500" anchor="ctr">
                    <a:lnL w="38100" algn="ctr">
                      <a:solidFill>
                        <a:srgbClr val="BFDDD2"/>
                      </a:solidFill>
                    </a:lnL>
                    <a:lnR w="38100" algn="ctr">
                      <a:solidFill>
                        <a:srgbClr val="BFDDD2"/>
                      </a:solidFill>
                    </a:lnR>
                    <a:lnT w="38100" algn="ctr">
                      <a:solidFill>
                        <a:srgbClr val="BFDDD2"/>
                      </a:solidFill>
                    </a:lnT>
                    <a:lnB w="38100" algn="ctr">
                      <a:solidFill>
                        <a:srgbClr val="BFDDD2"/>
                      </a:solidFill>
                    </a:lnB>
                    <a:noFill/>
                  </a:tcPr>
                </a:tc>
                <a:tc>
                  <a:txBody>
                    <a:bodyPr/>
                    <a:lstStyle/>
                    <a:p>
                      <a:pPr marL="0" marR="0" indent="0" algn="ctr">
                        <a:lnSpc>
                          <a:spcPts val="3355"/>
                        </a:lnSpc>
                        <a:buNone/>
                        <a:defRPr sz="2400" cap="none">
                          <a:latin typeface="Glacial Indifference"/>
                          <a:ea typeface="Glacial Indifference"/>
                          <a:cs typeface="Glacial Indifference"/>
                        </a:defRPr>
                      </a:pPr>
                      <a:r>
                        <a:rPr b="1" cap="none">
                          <a:solidFill>
                            <a:srgbClr val="FFFFFF"/>
                          </a:solidFill>
                        </a:rPr>
                        <a:t>Rencana Tindakan</a:t>
                      </a:r>
                    </a:p>
                  </a:txBody>
                  <a:tcPr marL="190500" marR="190500" marT="190500" marB="190500" anchor="ctr">
                    <a:lnL w="38100" algn="ctr">
                      <a:solidFill>
                        <a:srgbClr val="BFDDD2"/>
                      </a:solidFill>
                    </a:lnL>
                    <a:lnR w="38100" algn="ctr">
                      <a:solidFill>
                        <a:srgbClr val="BFDDD2"/>
                      </a:solidFill>
                    </a:lnR>
                    <a:lnT w="38100" algn="ctr">
                      <a:solidFill>
                        <a:srgbClr val="BFDDD2"/>
                      </a:solidFill>
                    </a:lnT>
                    <a:lnB w="38100" algn="ctr">
                      <a:solidFill>
                        <a:srgbClr val="BFDDD2"/>
                      </a:solidFill>
                    </a:lnB>
                    <a:noFill/>
                  </a:tcPr>
                </a:tc>
                <a:extLst>
                  <a:ext uri="{0D108BD9-81ED-4DB2-BD59-A6C34878D82A}">
                    <a16:rowId xmlns:a16="http://schemas.microsoft.com/office/drawing/2014/main" val="10000"/>
                  </a:ext>
                </a:extLst>
              </a:tr>
              <a:tr h="3812540">
                <a:tc>
                  <a:txBody>
                    <a:bodyPr/>
                    <a:lstStyle/>
                    <a:p>
                      <a:pPr marL="0" marR="0" indent="0" algn="l">
                        <a:lnSpc>
                          <a:spcPts val="3355"/>
                        </a:lnSpc>
                        <a:buNone/>
                        <a:defRPr sz="2400" cap="none"/>
                      </a:pPr>
                      <a:r>
                        <a:rPr cap="none">
                          <a:solidFill>
                            <a:srgbClr val="E4E4E4"/>
                          </a:solidFill>
                          <a:latin typeface="Glacial Indifference"/>
                          <a:ea typeface="Glacial Indifference"/>
                          <a:cs typeface="Glacial Indifference"/>
                        </a:rPr>
                        <a:t>Hambatan mobilitas fisik b.d. kerusakan rangka neuromuscular nyeri, terapi restriktif (imobilisasi)</a:t>
                      </a:r>
                    </a:p>
                  </a:txBody>
                  <a:tcPr marL="190500" marR="190500" marT="190500" marB="190500">
                    <a:lnL w="38100" algn="ctr">
                      <a:solidFill>
                        <a:srgbClr val="BFDDD2"/>
                      </a:solidFill>
                    </a:lnL>
                    <a:lnR w="38100" algn="ctr">
                      <a:solidFill>
                        <a:srgbClr val="BFDDD2"/>
                      </a:solidFill>
                    </a:lnR>
                    <a:lnT w="38100" algn="ctr">
                      <a:solidFill>
                        <a:srgbClr val="BFDDD2"/>
                      </a:solidFill>
                    </a:lnT>
                    <a:lnB w="38100" algn="ctr">
                      <a:solidFill>
                        <a:srgbClr val="BFDDD2"/>
                      </a:solidFill>
                    </a:lnB>
                    <a:noFill/>
                  </a:tcPr>
                </a:tc>
                <a:tc>
                  <a:txBody>
                    <a:bodyPr/>
                    <a:lstStyle/>
                    <a:p>
                      <a:pPr marL="0" marR="0" indent="0" algn="l">
                        <a:lnSpc>
                          <a:spcPts val="3355"/>
                        </a:lnSpc>
                        <a:buNone/>
                        <a:defRPr sz="2400" cap="none"/>
                      </a:pPr>
                      <a:r>
                        <a:rPr cap="none">
                          <a:solidFill>
                            <a:srgbClr val="E4E4E4"/>
                          </a:solidFill>
                          <a:latin typeface="Glacial Indifference"/>
                          <a:ea typeface="Glacial Indifference"/>
                          <a:cs typeface="Glacial Indifference"/>
                        </a:rPr>
                        <a:t>Setelah dilakukan tindakan keperawatan 3x24 jam, diharapkan tidak terjadi hambatan mobilitas fisik dengan kriteria hasil:</a:t>
                      </a:r>
                    </a:p>
                    <a:p>
                      <a:pPr marL="360045" marR="0" indent="-360045" algn="l">
                        <a:lnSpc>
                          <a:spcPts val="3355"/>
                        </a:lnSpc>
                        <a:buFont typeface="Arial"/>
                        <a:buChar char="•"/>
                        <a:defRPr sz="2400" cap="none"/>
                      </a:pPr>
                      <a:r>
                        <a:rPr cap="none">
                          <a:solidFill>
                            <a:srgbClr val="E4E4E4"/>
                          </a:solidFill>
                          <a:latin typeface="Glacial Indifference"/>
                          <a:ea typeface="Glacial Indifference"/>
                          <a:cs typeface="Glacial Indifference"/>
                        </a:rPr>
                        <a:t>Klien meningkat dalam aktivitas fisik</a:t>
                      </a:r>
                    </a:p>
                    <a:p>
                      <a:pPr marL="360045" marR="0" indent="-360045" algn="l">
                        <a:lnSpc>
                          <a:spcPts val="3355"/>
                        </a:lnSpc>
                        <a:buFont typeface="Arial"/>
                        <a:buChar char="•"/>
                        <a:defRPr sz="2400" cap="none"/>
                      </a:pPr>
                      <a:r>
                        <a:rPr cap="none">
                          <a:solidFill>
                            <a:srgbClr val="E4E4E4"/>
                          </a:solidFill>
                          <a:latin typeface="Glacial Indifference"/>
                          <a:ea typeface="Glacial Indifference"/>
                          <a:cs typeface="Glacial Indifference"/>
                        </a:rPr>
                        <a:t>Rentang gerak pasien tidak terbatas</a:t>
                      </a:r>
                    </a:p>
                  </a:txBody>
                  <a:tcPr marL="190500" marR="190500" marT="190500" marB="190500">
                    <a:lnL w="38100" algn="ctr">
                      <a:solidFill>
                        <a:srgbClr val="BFDDD2"/>
                      </a:solidFill>
                    </a:lnL>
                    <a:lnR w="38100" algn="ctr">
                      <a:solidFill>
                        <a:srgbClr val="BFDDD2"/>
                      </a:solidFill>
                    </a:lnR>
                    <a:lnT w="38100" algn="ctr">
                      <a:solidFill>
                        <a:srgbClr val="BFDDD2"/>
                      </a:solidFill>
                    </a:lnT>
                    <a:lnB w="38100" algn="ctr">
                      <a:solidFill>
                        <a:srgbClr val="BFDDD2"/>
                      </a:solidFill>
                    </a:lnB>
                    <a:noFill/>
                  </a:tcPr>
                </a:tc>
                <a:tc>
                  <a:txBody>
                    <a:bodyPr/>
                    <a:lstStyle/>
                    <a:p>
                      <a:pPr marL="360045" marR="0" indent="-360045" algn="l">
                        <a:lnSpc>
                          <a:spcPts val="3355"/>
                        </a:lnSpc>
                        <a:buFont typeface="Arial"/>
                        <a:buChar char="•"/>
                        <a:defRPr sz="2400" cap="none"/>
                      </a:pPr>
                      <a:r>
                        <a:rPr cap="none">
                          <a:solidFill>
                            <a:srgbClr val="E4E4E4"/>
                          </a:solidFill>
                          <a:latin typeface="Glacial Indifference"/>
                          <a:ea typeface="Glacial Indifference"/>
                          <a:cs typeface="Glacial Indifference"/>
                        </a:rPr>
                        <a:t>Observasi keterbatasan gerak klien dan catat respons klien terhadap mobilisasi.</a:t>
                      </a:r>
                    </a:p>
                    <a:p>
                      <a:pPr marL="360045" marR="0" indent="-360045" algn="l">
                        <a:lnSpc>
                          <a:spcPts val="3355"/>
                        </a:lnSpc>
                        <a:buFont typeface="Arial"/>
                        <a:buChar char="•"/>
                        <a:defRPr sz="2400" cap="none"/>
                      </a:pPr>
                      <a:r>
                        <a:rPr cap="none">
                          <a:solidFill>
                            <a:srgbClr val="E4E4E4"/>
                          </a:solidFill>
                          <a:latin typeface="Glacial Indifference"/>
                          <a:ea typeface="Glacial Indifference"/>
                          <a:cs typeface="Glacial Indifference"/>
                        </a:rPr>
                        <a:t>Monitor aktivitas dan mobilisasi</a:t>
                      </a:r>
                    </a:p>
                    <a:p>
                      <a:pPr marL="360045" marR="0" indent="-360045" algn="l">
                        <a:lnSpc>
                          <a:spcPts val="3355"/>
                        </a:lnSpc>
                        <a:buFont typeface="Arial"/>
                        <a:buChar char="•"/>
                        <a:defRPr sz="2400" cap="none"/>
                      </a:pPr>
                      <a:r>
                        <a:rPr cap="none">
                          <a:solidFill>
                            <a:srgbClr val="E4E4E4"/>
                          </a:solidFill>
                          <a:latin typeface="Glacial Indifference"/>
                          <a:ea typeface="Glacial Indifference"/>
                          <a:cs typeface="Glacial Indifference"/>
                        </a:rPr>
                        <a:t>Ajarkan pada klien untuk berlatih rom</a:t>
                      </a:r>
                    </a:p>
                    <a:p>
                      <a:pPr marL="360045" marR="0" indent="-360045" algn="l">
                        <a:lnSpc>
                          <a:spcPts val="3355"/>
                        </a:lnSpc>
                        <a:buFont typeface="Arial"/>
                        <a:buChar char="•"/>
                        <a:defRPr sz="2400" cap="none"/>
                      </a:pPr>
                      <a:r>
                        <a:rPr cap="none">
                          <a:solidFill>
                            <a:srgbClr val="E4E4E4"/>
                          </a:solidFill>
                          <a:latin typeface="Glacial Indifference"/>
                          <a:ea typeface="Glacial Indifference"/>
                          <a:cs typeface="Glacial Indifference"/>
                        </a:rPr>
                        <a:t>Bantu klien untuk mobilisasi</a:t>
                      </a:r>
                    </a:p>
                  </a:txBody>
                  <a:tcPr marL="190500" marR="190500" marT="190500" marB="190500">
                    <a:lnL w="38100" algn="ctr">
                      <a:solidFill>
                        <a:srgbClr val="BFDDD2"/>
                      </a:solidFill>
                    </a:lnL>
                    <a:lnR w="38100" algn="ctr">
                      <a:solidFill>
                        <a:srgbClr val="BFDDD2"/>
                      </a:solidFill>
                    </a:lnR>
                    <a:lnT w="38100" algn="ctr">
                      <a:solidFill>
                        <a:srgbClr val="BFDDD2"/>
                      </a:solidFill>
                    </a:lnT>
                    <a:lnB w="38100" algn="ctr">
                      <a:solidFill>
                        <a:srgbClr val="BFDDD2"/>
                      </a:solidFill>
                    </a:lnB>
                    <a:noFill/>
                  </a:tcPr>
                </a:tc>
                <a:extLst>
                  <a:ext uri="{0D108BD9-81ED-4DB2-BD59-A6C34878D82A}">
                    <a16:rowId xmlns:a16="http://schemas.microsoft.com/office/drawing/2014/main" val="10001"/>
                  </a:ext>
                </a:extLst>
              </a:tr>
            </a:tbl>
          </a:graphicData>
        </a:graphic>
      </p:graphicFrame>
      <p:sp>
        <p:nvSpPr>
          <p:cNvPr id="1938333116" name="TextBox 16"/>
          <p:cNvSpPr/>
          <p:nvPr/>
        </p:nvSpPr>
        <p:spPr bwMode="auto">
          <a:xfrm>
            <a:off x="1028700" y="1812290"/>
            <a:ext cx="16230600" cy="821055"/>
          </a:xfrm>
          <a:prstGeom prst="rect">
            <a:avLst/>
          </a:prstGeom>
          <a:noFill/>
          <a:ln>
            <a:noFill/>
          </a:ln>
          <a:effectLst/>
        </p:spPr>
        <p:txBody>
          <a:bodyPr vert="horz" wrap="square" lIns="0" tIns="0" rIns="0" bIns="0" numCol="1" spcCol="215899" anchor="t"/>
          <a:lstStyle/>
          <a:p>
            <a:pPr algn="ctr">
              <a:lnSpc>
                <a:spcPts val="6715"/>
              </a:lnSpc>
              <a:defRPr sz="4800" b="1" cap="none">
                <a:solidFill>
                  <a:srgbClr val="FFFFFF"/>
                </a:solidFill>
                <a:latin typeface="Glacial Indifference"/>
                <a:ea typeface="Glacial Indifference"/>
                <a:cs typeface="Glacial Indifference"/>
              </a:defRPr>
            </a:pPr>
            <a:r>
              <a:t>Proses Keperawatan: Perencanaan Keperawatan</a:t>
            </a:r>
          </a:p>
        </p:txBody>
      </p:sp>
      <p:sp>
        <p:nvSpPr>
          <p:cNvPr id="889011225" name="TextBox 17"/>
          <p:cNvSpPr/>
          <p:nvPr/>
        </p:nvSpPr>
        <p:spPr bwMode="auto">
          <a:xfrm>
            <a:off x="11430000" y="8963025"/>
            <a:ext cx="4752340" cy="533400"/>
          </a:xfrm>
          <a:prstGeom prst="rect">
            <a:avLst/>
          </a:prstGeom>
          <a:noFill/>
          <a:ln>
            <a:noFill/>
          </a:ln>
          <a:effectLst/>
        </p:spPr>
        <p:txBody>
          <a:bodyPr vert="horz" wrap="square" lIns="0" tIns="0" rIns="0" bIns="0" numCol="1" spcCol="215899" anchor="t"/>
          <a:lstStyle/>
          <a:p>
            <a:pPr algn="r">
              <a:lnSpc>
                <a:spcPts val="4200"/>
              </a:lnSpc>
              <a:defRPr sz="3000" b="1" cap="none">
                <a:solidFill>
                  <a:srgbClr val="FFFFFF"/>
                </a:solidFill>
                <a:latin typeface="Glacial Indifference"/>
                <a:ea typeface="Glacial Indifference"/>
                <a:cs typeface="Glacial Indifference"/>
              </a:defRPr>
            </a:pPr>
            <a:r>
              <a:t>FRAKTUR HUMERUS </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showMasterPhAnim="0">
  <p:cSld>
    <p:bg>
      <p:bgPr>
        <a:solidFill>
          <a:srgbClr val="5DA295"/>
        </a:solidFill>
        <a:effectLst/>
      </p:bgPr>
    </p:bg>
    <p:spTree>
      <p:nvGrpSpPr>
        <p:cNvPr id="1" name=""/>
        <p:cNvGrpSpPr/>
        <p:nvPr/>
      </p:nvGrpSpPr>
      <p:grpSpPr bwMode="auto">
        <a:xfrm>
          <a:off x="0" y="0"/>
          <a:ext cx="0" cy="0"/>
          <a:chOff x="0" y="0"/>
          <a:chExt cx="0" cy="0"/>
        </a:xfrm>
      </p:grpSpPr>
      <p:grpSp>
        <p:nvGrpSpPr>
          <p:cNvPr id="430047403" name="Group 2"/>
          <p:cNvGrpSpPr/>
          <p:nvPr/>
        </p:nvGrpSpPr>
        <p:grpSpPr bwMode="auto">
          <a:xfrm>
            <a:off x="0" y="10073640"/>
            <a:ext cx="18288000" cy="213360"/>
            <a:chOff x="0" y="10073640"/>
            <a:chExt cx="18288000" cy="213360"/>
          </a:xfrm>
        </p:grpSpPr>
        <p:sp>
          <p:nvSpPr>
            <p:cNvPr id="4" name="Freeform 3"/>
            <p:cNvSpPr/>
            <p:nvPr/>
          </p:nvSpPr>
          <p:spPr bwMode="auto">
            <a:xfrm>
              <a:off x="0" y="1007364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E4E4E4"/>
            </a:solidFill>
            <a:ln>
              <a:noFill/>
            </a:ln>
            <a:effectLst/>
          </p:spPr>
        </p:sp>
        <p:sp>
          <p:nvSpPr>
            <p:cNvPr id="3" name="TextBox 4"/>
            <p:cNvSpPr/>
            <p:nvPr/>
          </p:nvSpPr>
          <p:spPr bwMode="auto">
            <a:xfrm>
              <a:off x="0" y="992886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349351109" name="Group 5"/>
          <p:cNvGrpSpPr/>
          <p:nvPr/>
        </p:nvGrpSpPr>
        <p:grpSpPr bwMode="auto">
          <a:xfrm>
            <a:off x="0" y="0"/>
            <a:ext cx="18288000" cy="213360"/>
            <a:chOff x="0" y="0"/>
            <a:chExt cx="18288000" cy="213360"/>
          </a:xfrm>
        </p:grpSpPr>
        <p:sp>
          <p:nvSpPr>
            <p:cNvPr id="7" name="Freeform 6"/>
            <p:cNvSpPr/>
            <p:nvPr/>
          </p:nvSpPr>
          <p:spPr bwMode="auto">
            <a:xfrm>
              <a:off x="0" y="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BFDDD2"/>
            </a:solidFill>
            <a:ln>
              <a:noFill/>
            </a:ln>
            <a:effectLst/>
          </p:spPr>
        </p:sp>
        <p:sp>
          <p:nvSpPr>
            <p:cNvPr id="6" name="TextBox 7"/>
            <p:cNvSpPr/>
            <p:nvPr/>
          </p:nvSpPr>
          <p:spPr bwMode="auto">
            <a:xfrm>
              <a:off x="0" y="-14478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302003139" name="TextBox 8"/>
          <p:cNvSpPr/>
          <p:nvPr/>
        </p:nvSpPr>
        <p:spPr bwMode="auto">
          <a:xfrm>
            <a:off x="16563975" y="8834120"/>
            <a:ext cx="955040" cy="799465"/>
          </a:xfrm>
          <a:prstGeom prst="rect">
            <a:avLst/>
          </a:prstGeom>
          <a:noFill/>
          <a:ln>
            <a:noFill/>
          </a:ln>
          <a:effectLst/>
        </p:spPr>
        <p:txBody>
          <a:bodyPr vert="horz" wrap="square" lIns="0" tIns="0" rIns="0" bIns="0" numCol="1" spcCol="215899" anchor="t"/>
          <a:lstStyle/>
          <a:p>
            <a:pPr algn="r">
              <a:lnSpc>
                <a:spcPts val="6295"/>
              </a:lnSpc>
              <a:defRPr sz="4500" b="1" cap="none">
                <a:solidFill>
                  <a:srgbClr val="FFFFFF"/>
                </a:solidFill>
                <a:latin typeface="Glacial Indifference"/>
                <a:ea typeface="Glacial Indifference"/>
                <a:cs typeface="Glacial Indifference"/>
              </a:defRPr>
            </a:pPr>
            <a:r>
              <a:t>34</a:t>
            </a:r>
          </a:p>
        </p:txBody>
      </p:sp>
      <p:sp>
        <p:nvSpPr>
          <p:cNvPr id="1374587209" name="AutoShape 9"/>
          <p:cNvSpPr/>
          <p:nvPr/>
        </p:nvSpPr>
        <p:spPr bwMode="auto">
          <a:xfrm>
            <a:off x="16563975" y="8877300"/>
            <a:ext cx="0" cy="762000"/>
          </a:xfrm>
          <a:prstGeom prst="line">
            <a:avLst/>
          </a:prstGeom>
          <a:noFill/>
          <a:ln w="95250" cap="flat" cmpd="sng" algn="ctr">
            <a:solidFill>
              <a:srgbClr val="BFDDD2"/>
            </a:solidFill>
            <a:prstDash val="solid"/>
            <a:headEnd type="none"/>
            <a:tailEnd type="none"/>
          </a:ln>
          <a:effectLst/>
        </p:spPr>
      </p:sp>
      <p:sp>
        <p:nvSpPr>
          <p:cNvPr id="838340084" name="Freeform 10"/>
          <p:cNvSpPr/>
          <p:nvPr/>
        </p:nvSpPr>
        <p:spPr bwMode="auto">
          <a:xfrm>
            <a:off x="16315690" y="677545"/>
            <a:ext cx="1452245" cy="1457325"/>
          </a:xfrm>
          <a:custGeom>
            <a:avLst/>
            <a:gdLst/>
            <a:ahLst/>
            <a:cxnLst/>
            <a:rect l="0" t="0" r="1452245" b="1457325"/>
            <a:pathLst>
              <a:path w="1452245" h="1457325" extrusionOk="0">
                <a:moveTo>
                  <a:pt x="0" y="0"/>
                </a:moveTo>
                <a:lnTo>
                  <a:pt x="1452246" y="0"/>
                </a:lnTo>
                <a:lnTo>
                  <a:pt x="1452246" y="1457325"/>
                </a:lnTo>
                <a:lnTo>
                  <a:pt x="0" y="1457325"/>
                </a:lnTo>
                <a:lnTo>
                  <a:pt x="0" y="0"/>
                </a:lnTo>
                <a:close/>
              </a:path>
            </a:pathLst>
          </a:custGeom>
          <a:blipFill>
            <a:blip r:embed="rId3"/>
            <a:stretch/>
          </a:blipFill>
          <a:ln>
            <a:noFill/>
          </a:ln>
          <a:effectLst/>
        </p:spPr>
      </p:sp>
      <p:sp>
        <p:nvSpPr>
          <p:cNvPr id="791281352" name="Freeform 11"/>
          <p:cNvSpPr/>
          <p:nvPr/>
        </p:nvSpPr>
        <p:spPr bwMode="auto">
          <a:xfrm>
            <a:off x="15555595" y="2275205"/>
            <a:ext cx="713105" cy="713105"/>
          </a:xfrm>
          <a:custGeom>
            <a:avLst/>
            <a:gdLst/>
            <a:ahLst/>
            <a:cxnLst/>
            <a:rect l="0" t="0" r="713105" b="713105"/>
            <a:pathLst>
              <a:path w="713105" h="713105" extrusionOk="0">
                <a:moveTo>
                  <a:pt x="0" y="0"/>
                </a:moveTo>
                <a:lnTo>
                  <a:pt x="713105" y="0"/>
                </a:lnTo>
                <a:lnTo>
                  <a:pt x="713105" y="713105"/>
                </a:lnTo>
                <a:lnTo>
                  <a:pt x="0" y="713105"/>
                </a:lnTo>
                <a:lnTo>
                  <a:pt x="0" y="0"/>
                </a:lnTo>
                <a:close/>
              </a:path>
            </a:pathLst>
          </a:custGeom>
          <a:blipFill>
            <a:blip r:embed="rId4"/>
            <a:stretch/>
          </a:blipFill>
          <a:ln>
            <a:noFill/>
          </a:ln>
          <a:effectLst/>
        </p:spPr>
      </p:sp>
      <p:sp>
        <p:nvSpPr>
          <p:cNvPr id="1761117838" name="Freeform 12"/>
          <p:cNvSpPr/>
          <p:nvPr/>
        </p:nvSpPr>
        <p:spPr bwMode="auto">
          <a:xfrm>
            <a:off x="-546100" y="6885305"/>
            <a:ext cx="3983990" cy="3984625"/>
          </a:xfrm>
          <a:custGeom>
            <a:avLst/>
            <a:gdLst/>
            <a:ahLst/>
            <a:cxnLst/>
            <a:rect l="0" t="0" r="3983990" b="3984625"/>
            <a:pathLst>
              <a:path w="3983990" h="3984625" extrusionOk="0">
                <a:moveTo>
                  <a:pt x="0" y="0"/>
                </a:moveTo>
                <a:lnTo>
                  <a:pt x="3983990" y="0"/>
                </a:lnTo>
                <a:lnTo>
                  <a:pt x="3983990" y="3984623"/>
                </a:lnTo>
                <a:lnTo>
                  <a:pt x="0" y="3984623"/>
                </a:lnTo>
                <a:lnTo>
                  <a:pt x="0" y="0"/>
                </a:lnTo>
                <a:close/>
              </a:path>
            </a:pathLst>
          </a:custGeom>
          <a:blipFill>
            <a:blip r:embed="rId5"/>
            <a:stretch/>
          </a:blipFill>
          <a:ln>
            <a:noFill/>
          </a:ln>
          <a:effectLst/>
        </p:spPr>
      </p:sp>
      <p:sp>
        <p:nvSpPr>
          <p:cNvPr id="51675228" name="Freeform 13"/>
          <p:cNvSpPr/>
          <p:nvPr/>
        </p:nvSpPr>
        <p:spPr bwMode="auto">
          <a:xfrm>
            <a:off x="2987040" y="7590790"/>
            <a:ext cx="1908810" cy="1546225"/>
          </a:xfrm>
          <a:custGeom>
            <a:avLst/>
            <a:gdLst/>
            <a:ahLst/>
            <a:cxnLst/>
            <a:rect l="0" t="0" r="1908810" b="1546225"/>
            <a:pathLst>
              <a:path w="1908810" h="1546225" extrusionOk="0">
                <a:moveTo>
                  <a:pt x="0" y="0"/>
                </a:moveTo>
                <a:lnTo>
                  <a:pt x="1908810" y="0"/>
                </a:lnTo>
                <a:lnTo>
                  <a:pt x="1908810" y="1546225"/>
                </a:lnTo>
                <a:lnTo>
                  <a:pt x="0" y="1546225"/>
                </a:lnTo>
                <a:lnTo>
                  <a:pt x="0" y="0"/>
                </a:lnTo>
                <a:close/>
              </a:path>
            </a:pathLst>
          </a:custGeom>
          <a:blipFill>
            <a:blip r:embed="rId6"/>
            <a:stretch/>
          </a:blipFill>
          <a:ln>
            <a:noFill/>
          </a:ln>
          <a:effectLst/>
        </p:spPr>
      </p:sp>
      <p:sp>
        <p:nvSpPr>
          <p:cNvPr id="2068124720" name="Freeform 14"/>
          <p:cNvSpPr/>
          <p:nvPr/>
        </p:nvSpPr>
        <p:spPr bwMode="auto">
          <a:xfrm>
            <a:off x="0" y="0"/>
            <a:ext cx="5100320" cy="2209800"/>
          </a:xfrm>
          <a:custGeom>
            <a:avLst/>
            <a:gdLst/>
            <a:ahLst/>
            <a:cxnLst/>
            <a:rect l="0" t="0" r="5100320" b="2209800"/>
            <a:pathLst>
              <a:path w="5100320" h="2209800" extrusionOk="0">
                <a:moveTo>
                  <a:pt x="0" y="0"/>
                </a:moveTo>
                <a:lnTo>
                  <a:pt x="5100320" y="0"/>
                </a:lnTo>
                <a:lnTo>
                  <a:pt x="5100320" y="2209800"/>
                </a:lnTo>
                <a:lnTo>
                  <a:pt x="0" y="2209800"/>
                </a:lnTo>
                <a:lnTo>
                  <a:pt x="0" y="0"/>
                </a:lnTo>
                <a:close/>
              </a:path>
            </a:pathLst>
          </a:custGeom>
          <a:blipFill>
            <a:blip r:embed="rId7"/>
            <a:stretch/>
          </a:blipFill>
          <a:ln>
            <a:noFill/>
          </a:ln>
          <a:effectLst/>
        </p:spPr>
      </p:sp>
      <p:graphicFrame>
        <p:nvGraphicFramePr>
          <p:cNvPr id="831279504" name="Tabel 831279503"/>
          <p:cNvGraphicFramePr>
            <a:graphicFrameLocks noGrp="1"/>
          </p:cNvGraphicFramePr>
          <p:nvPr/>
        </p:nvGraphicFramePr>
        <p:xfrm>
          <a:off x="1028700" y="2933699"/>
          <a:ext cx="16230600" cy="5505450"/>
        </p:xfrm>
        <a:graphic>
          <a:graphicData uri="http://schemas.openxmlformats.org/drawingml/2006/table">
            <a:tbl>
              <a:tblPr>
                <a:noFill/>
              </a:tblPr>
              <a:tblGrid>
                <a:gridCol w="5102860">
                  <a:extLst>
                    <a:ext uri="{9D8B030D-6E8A-4147-A177-3AD203B41FA5}">
                      <a16:colId xmlns:a16="http://schemas.microsoft.com/office/drawing/2014/main" val="20000"/>
                    </a:ext>
                  </a:extLst>
                </a:gridCol>
                <a:gridCol w="6405880">
                  <a:extLst>
                    <a:ext uri="{9D8B030D-6E8A-4147-A177-3AD203B41FA5}">
                      <a16:colId xmlns:a16="http://schemas.microsoft.com/office/drawing/2014/main" val="20001"/>
                    </a:ext>
                  </a:extLst>
                </a:gridCol>
                <a:gridCol w="4721860">
                  <a:extLst>
                    <a:ext uri="{9D8B030D-6E8A-4147-A177-3AD203B41FA5}">
                      <a16:colId xmlns:a16="http://schemas.microsoft.com/office/drawing/2014/main" val="20002"/>
                    </a:ext>
                  </a:extLst>
                </a:gridCol>
              </a:tblGrid>
              <a:tr h="853440">
                <a:tc>
                  <a:txBody>
                    <a:bodyPr/>
                    <a:lstStyle/>
                    <a:p>
                      <a:pPr marL="0" marR="0" indent="0" algn="ctr">
                        <a:lnSpc>
                          <a:spcPts val="3355"/>
                        </a:lnSpc>
                        <a:buNone/>
                        <a:defRPr sz="2400" cap="none">
                          <a:latin typeface="Glacial Indifference"/>
                          <a:ea typeface="Glacial Indifference"/>
                          <a:cs typeface="Glacial Indifference"/>
                        </a:defRPr>
                      </a:pPr>
                      <a:r>
                        <a:rPr b="1" cap="none">
                          <a:solidFill>
                            <a:srgbClr val="FFFFFF"/>
                          </a:solidFill>
                        </a:rPr>
                        <a:t>Diagnosa Keperawatan</a:t>
                      </a:r>
                    </a:p>
                  </a:txBody>
                  <a:tcPr marL="190500" marR="190500" marT="190500" marB="190500" anchor="ctr">
                    <a:lnL w="38100" algn="ctr">
                      <a:solidFill>
                        <a:srgbClr val="BFDDD2"/>
                      </a:solidFill>
                    </a:lnL>
                    <a:lnR w="38100" algn="ctr">
                      <a:solidFill>
                        <a:srgbClr val="BFDDD2"/>
                      </a:solidFill>
                    </a:lnR>
                    <a:lnT w="38100" algn="ctr">
                      <a:solidFill>
                        <a:srgbClr val="BFDDD2"/>
                      </a:solidFill>
                    </a:lnT>
                    <a:lnB w="38100" algn="ctr">
                      <a:solidFill>
                        <a:srgbClr val="BFDDD2"/>
                      </a:solidFill>
                    </a:lnB>
                    <a:noFill/>
                  </a:tcPr>
                </a:tc>
                <a:tc>
                  <a:txBody>
                    <a:bodyPr/>
                    <a:lstStyle/>
                    <a:p>
                      <a:pPr marL="0" marR="0" indent="0" algn="ctr">
                        <a:lnSpc>
                          <a:spcPts val="3355"/>
                        </a:lnSpc>
                        <a:buNone/>
                        <a:defRPr sz="2400" cap="none">
                          <a:latin typeface="Glacial Indifference"/>
                          <a:ea typeface="Glacial Indifference"/>
                          <a:cs typeface="Glacial Indifference"/>
                        </a:defRPr>
                      </a:pPr>
                      <a:r>
                        <a:rPr b="1" cap="none">
                          <a:solidFill>
                            <a:srgbClr val="FFFFFF"/>
                          </a:solidFill>
                        </a:rPr>
                        <a:t>Tujuan dan Kriteria Hasil</a:t>
                      </a:r>
                    </a:p>
                  </a:txBody>
                  <a:tcPr marL="190500" marR="190500" marT="190500" marB="190500" anchor="ctr">
                    <a:lnL w="38100" algn="ctr">
                      <a:solidFill>
                        <a:srgbClr val="BFDDD2"/>
                      </a:solidFill>
                    </a:lnL>
                    <a:lnR w="38100" algn="ctr">
                      <a:solidFill>
                        <a:srgbClr val="BFDDD2"/>
                      </a:solidFill>
                    </a:lnR>
                    <a:lnT w="38100" algn="ctr">
                      <a:solidFill>
                        <a:srgbClr val="BFDDD2"/>
                      </a:solidFill>
                    </a:lnT>
                    <a:lnB w="38100" algn="ctr">
                      <a:solidFill>
                        <a:srgbClr val="BFDDD2"/>
                      </a:solidFill>
                    </a:lnB>
                    <a:noFill/>
                  </a:tcPr>
                </a:tc>
                <a:tc>
                  <a:txBody>
                    <a:bodyPr/>
                    <a:lstStyle/>
                    <a:p>
                      <a:pPr marL="0" marR="0" indent="0" algn="ctr">
                        <a:lnSpc>
                          <a:spcPts val="3355"/>
                        </a:lnSpc>
                        <a:buNone/>
                        <a:defRPr sz="2400" cap="none">
                          <a:latin typeface="Glacial Indifference"/>
                          <a:ea typeface="Glacial Indifference"/>
                          <a:cs typeface="Glacial Indifference"/>
                        </a:defRPr>
                      </a:pPr>
                      <a:r>
                        <a:rPr b="1" cap="none">
                          <a:solidFill>
                            <a:srgbClr val="FFFFFF"/>
                          </a:solidFill>
                        </a:rPr>
                        <a:t>Rencana Tindakan</a:t>
                      </a:r>
                    </a:p>
                  </a:txBody>
                  <a:tcPr marL="190500" marR="190500" marT="190500" marB="190500" anchor="ctr">
                    <a:lnL w="38100" algn="ctr">
                      <a:solidFill>
                        <a:srgbClr val="BFDDD2"/>
                      </a:solidFill>
                    </a:lnL>
                    <a:lnR w="38100" algn="ctr">
                      <a:solidFill>
                        <a:srgbClr val="BFDDD2"/>
                      </a:solidFill>
                    </a:lnR>
                    <a:lnT w="38100" algn="ctr">
                      <a:solidFill>
                        <a:srgbClr val="BFDDD2"/>
                      </a:solidFill>
                    </a:lnT>
                    <a:lnB w="38100" algn="ctr">
                      <a:solidFill>
                        <a:srgbClr val="BFDDD2"/>
                      </a:solidFill>
                    </a:lnB>
                    <a:noFill/>
                  </a:tcPr>
                </a:tc>
                <a:extLst>
                  <a:ext uri="{0D108BD9-81ED-4DB2-BD59-A6C34878D82A}">
                    <a16:rowId xmlns:a16="http://schemas.microsoft.com/office/drawing/2014/main" val="10000"/>
                  </a:ext>
                </a:extLst>
              </a:tr>
              <a:tr h="4652010">
                <a:tc>
                  <a:txBody>
                    <a:bodyPr/>
                    <a:lstStyle/>
                    <a:p>
                      <a:pPr marL="0" marR="0" indent="0" algn="l">
                        <a:lnSpc>
                          <a:spcPts val="3355"/>
                        </a:lnSpc>
                        <a:buNone/>
                        <a:defRPr/>
                      </a:pPr>
                      <a:r>
                        <a:rPr sz="2400" cap="none">
                          <a:solidFill>
                            <a:srgbClr val="E4E4E4"/>
                          </a:solidFill>
                          <a:latin typeface="Glacial Indifference"/>
                          <a:ea typeface="Glacial Indifference"/>
                          <a:cs typeface="Glacial Indifference"/>
                        </a:rPr>
                        <a:t>Risiko infeksi b.d. tindakan invasif</a:t>
                      </a:r>
                      <a:endParaRPr sz="1100" cap="none"/>
                    </a:p>
                  </a:txBody>
                  <a:tcPr marL="190500" marR="190500" marT="190500" marB="190500">
                    <a:lnL w="38100" algn="ctr">
                      <a:solidFill>
                        <a:srgbClr val="BFDDD2"/>
                      </a:solidFill>
                    </a:lnL>
                    <a:lnR w="38100" algn="ctr">
                      <a:solidFill>
                        <a:srgbClr val="BFDDD2"/>
                      </a:solidFill>
                    </a:lnR>
                    <a:lnT w="38100" algn="ctr">
                      <a:solidFill>
                        <a:srgbClr val="BFDDD2"/>
                      </a:solidFill>
                    </a:lnT>
                    <a:lnB w="38100" algn="ctr">
                      <a:solidFill>
                        <a:srgbClr val="BFDDD2"/>
                      </a:solidFill>
                    </a:lnB>
                    <a:noFill/>
                  </a:tcPr>
                </a:tc>
                <a:tc>
                  <a:txBody>
                    <a:bodyPr/>
                    <a:lstStyle/>
                    <a:p>
                      <a:pPr marL="0" marR="0" indent="0" algn="l">
                        <a:lnSpc>
                          <a:spcPts val="3355"/>
                        </a:lnSpc>
                        <a:buNone/>
                        <a:defRPr/>
                      </a:pPr>
                      <a:r>
                        <a:rPr sz="2400" cap="none">
                          <a:solidFill>
                            <a:srgbClr val="E4E4E4"/>
                          </a:solidFill>
                          <a:latin typeface="Glacial Indifference"/>
                          <a:ea typeface="Glacial Indifference"/>
                          <a:cs typeface="Glacial Indifference"/>
                        </a:rPr>
                        <a:t>Setelah dilakukan tindakan keperawatan 3x24 jam, diharapkan glukosa derajat infeksi menurun dengan kriteria hasil:</a:t>
                      </a:r>
                    </a:p>
                    <a:p>
                      <a:pPr marL="360045" marR="0" indent="-360045" algn="l">
                        <a:lnSpc>
                          <a:spcPts val="3355"/>
                        </a:lnSpc>
                        <a:buFont typeface="Arial"/>
                        <a:buChar char="•"/>
                        <a:defRPr/>
                      </a:pPr>
                      <a:r>
                        <a:rPr sz="2400" cap="none">
                          <a:solidFill>
                            <a:srgbClr val="E4E4E4"/>
                          </a:solidFill>
                          <a:latin typeface="Glacial Indifference"/>
                          <a:ea typeface="Glacial Indifference"/>
                          <a:cs typeface="Glacial Indifference"/>
                        </a:rPr>
                        <a:t>Nyeri menurun</a:t>
                      </a:r>
                    </a:p>
                  </a:txBody>
                  <a:tcPr marL="190500" marR="190500" marT="190500" marB="190500">
                    <a:lnL w="38100" algn="ctr">
                      <a:solidFill>
                        <a:srgbClr val="BFDDD2"/>
                      </a:solidFill>
                    </a:lnL>
                    <a:lnR w="38100" algn="ctr">
                      <a:solidFill>
                        <a:srgbClr val="BFDDD2"/>
                      </a:solidFill>
                    </a:lnR>
                    <a:lnT w="38100" algn="ctr">
                      <a:solidFill>
                        <a:srgbClr val="BFDDD2"/>
                      </a:solidFill>
                    </a:lnT>
                    <a:lnB w="38100" algn="ctr">
                      <a:solidFill>
                        <a:srgbClr val="BFDDD2"/>
                      </a:solidFill>
                    </a:lnB>
                    <a:noFill/>
                  </a:tcPr>
                </a:tc>
                <a:tc>
                  <a:txBody>
                    <a:bodyPr/>
                    <a:lstStyle/>
                    <a:p>
                      <a:pPr marL="360045" marR="0" indent="-360045" algn="l">
                        <a:lnSpc>
                          <a:spcPts val="3355"/>
                        </a:lnSpc>
                        <a:buFont typeface="Arial"/>
                        <a:buChar char="•"/>
                        <a:defRPr/>
                      </a:pPr>
                      <a:r>
                        <a:rPr sz="2400" cap="none">
                          <a:solidFill>
                            <a:srgbClr val="E4E4E4"/>
                          </a:solidFill>
                          <a:latin typeface="Glacial Indifference"/>
                          <a:ea typeface="Glacial Indifference"/>
                          <a:cs typeface="Glacial Indifference"/>
                        </a:rPr>
                        <a:t>Monitor tanda dan gejala infeksi lokal dan sistemik</a:t>
                      </a:r>
                    </a:p>
                    <a:p>
                      <a:pPr marL="360045" marR="0" indent="-360045" algn="l">
                        <a:lnSpc>
                          <a:spcPts val="3355"/>
                        </a:lnSpc>
                        <a:buFont typeface="Arial"/>
                        <a:buChar char="•"/>
                        <a:defRPr/>
                      </a:pPr>
                      <a:r>
                        <a:rPr sz="2400" cap="none">
                          <a:solidFill>
                            <a:srgbClr val="E4E4E4"/>
                          </a:solidFill>
                          <a:latin typeface="Glacial Indifference"/>
                          <a:ea typeface="Glacial Indifference"/>
                          <a:cs typeface="Glacial Indifference"/>
                        </a:rPr>
                        <a:t>Monitor tanda-tanda vital</a:t>
                      </a:r>
                    </a:p>
                    <a:p>
                      <a:pPr marL="360045" marR="0" indent="-360045" algn="l">
                        <a:lnSpc>
                          <a:spcPts val="3355"/>
                        </a:lnSpc>
                        <a:buFont typeface="Arial"/>
                        <a:buChar char="•"/>
                        <a:defRPr/>
                      </a:pPr>
                      <a:r>
                        <a:rPr sz="2400" cap="none">
                          <a:solidFill>
                            <a:srgbClr val="E4E4E4"/>
                          </a:solidFill>
                          <a:latin typeface="Glacial Indifference"/>
                          <a:ea typeface="Glacial Indifference"/>
                          <a:cs typeface="Glacial Indifference"/>
                        </a:rPr>
                        <a:t>Batasi jumlah pengunjung</a:t>
                      </a:r>
                    </a:p>
                    <a:p>
                      <a:pPr marL="360045" marR="0" indent="-360045" algn="l">
                        <a:lnSpc>
                          <a:spcPts val="3355"/>
                        </a:lnSpc>
                        <a:buFont typeface="Arial"/>
                        <a:buChar char="•"/>
                        <a:defRPr/>
                      </a:pPr>
                      <a:r>
                        <a:rPr sz="2400" cap="none">
                          <a:solidFill>
                            <a:srgbClr val="E4E4E4"/>
                          </a:solidFill>
                          <a:latin typeface="Glacial Indifference"/>
                          <a:ea typeface="Glacial Indifference"/>
                          <a:cs typeface="Glacial Indifference"/>
                        </a:rPr>
                        <a:t>Cuci tangan sebelum dan sesudah kontak langsung dengan pasien</a:t>
                      </a:r>
                    </a:p>
                    <a:p>
                      <a:pPr marL="360045" marR="0" indent="-360045" algn="l">
                        <a:lnSpc>
                          <a:spcPts val="3355"/>
                        </a:lnSpc>
                        <a:buFont typeface="Arial"/>
                        <a:buChar char="•"/>
                        <a:defRPr/>
                      </a:pPr>
                      <a:r>
                        <a:rPr sz="2400" cap="none">
                          <a:solidFill>
                            <a:srgbClr val="E4E4E4"/>
                          </a:solidFill>
                          <a:latin typeface="Glacial Indifference"/>
                          <a:ea typeface="Glacial Indifference"/>
                          <a:cs typeface="Glacial Indifference"/>
                        </a:rPr>
                        <a:t>Jelaskan tanda dan gejala infeksi</a:t>
                      </a:r>
                    </a:p>
                    <a:p>
                      <a:pPr marL="360045" marR="0" indent="-360045" algn="l">
                        <a:lnSpc>
                          <a:spcPts val="3355"/>
                        </a:lnSpc>
                        <a:buFont typeface="Arial"/>
                        <a:buChar char="•"/>
                        <a:defRPr/>
                      </a:pPr>
                      <a:r>
                        <a:rPr sz="2400" cap="none">
                          <a:solidFill>
                            <a:srgbClr val="E4E4E4"/>
                          </a:solidFill>
                          <a:latin typeface="Glacial Indifference"/>
                          <a:ea typeface="Glacial Indifference"/>
                          <a:cs typeface="Glacial Indifference"/>
                        </a:rPr>
                        <a:t>Ajarkan cara memeriksa luka</a:t>
                      </a:r>
                    </a:p>
                  </a:txBody>
                  <a:tcPr marL="190500" marR="190500" marT="190500" marB="190500">
                    <a:lnL w="38100" algn="ctr">
                      <a:solidFill>
                        <a:srgbClr val="BFDDD2"/>
                      </a:solidFill>
                    </a:lnL>
                    <a:lnR w="38100" algn="ctr">
                      <a:solidFill>
                        <a:srgbClr val="BFDDD2"/>
                      </a:solidFill>
                    </a:lnR>
                    <a:lnT w="38100" algn="ctr">
                      <a:solidFill>
                        <a:srgbClr val="BFDDD2"/>
                      </a:solidFill>
                    </a:lnT>
                    <a:lnB w="38100" algn="ctr">
                      <a:solidFill>
                        <a:srgbClr val="BFDDD2"/>
                      </a:solidFill>
                    </a:lnB>
                    <a:noFill/>
                  </a:tcPr>
                </a:tc>
                <a:extLst>
                  <a:ext uri="{0D108BD9-81ED-4DB2-BD59-A6C34878D82A}">
                    <a16:rowId xmlns:a16="http://schemas.microsoft.com/office/drawing/2014/main" val="10001"/>
                  </a:ext>
                </a:extLst>
              </a:tr>
            </a:tbl>
          </a:graphicData>
        </a:graphic>
      </p:graphicFrame>
      <p:sp>
        <p:nvSpPr>
          <p:cNvPr id="1014568296" name="TextBox 16"/>
          <p:cNvSpPr/>
          <p:nvPr/>
        </p:nvSpPr>
        <p:spPr bwMode="auto">
          <a:xfrm>
            <a:off x="1028700" y="1812290"/>
            <a:ext cx="16230600" cy="821055"/>
          </a:xfrm>
          <a:prstGeom prst="rect">
            <a:avLst/>
          </a:prstGeom>
          <a:noFill/>
          <a:ln>
            <a:noFill/>
          </a:ln>
          <a:effectLst/>
        </p:spPr>
        <p:txBody>
          <a:bodyPr vert="horz" wrap="square" lIns="0" tIns="0" rIns="0" bIns="0" numCol="1" spcCol="215899" anchor="t"/>
          <a:lstStyle/>
          <a:p>
            <a:pPr algn="ctr">
              <a:lnSpc>
                <a:spcPts val="6715"/>
              </a:lnSpc>
              <a:defRPr sz="4800" b="1" cap="none">
                <a:solidFill>
                  <a:srgbClr val="FFFFFF"/>
                </a:solidFill>
                <a:latin typeface="Glacial Indifference"/>
                <a:ea typeface="Glacial Indifference"/>
                <a:cs typeface="Glacial Indifference"/>
              </a:defRPr>
            </a:pPr>
            <a:r>
              <a:t>Proses Keperawatan: Perencanaan Keperawatan</a:t>
            </a:r>
          </a:p>
        </p:txBody>
      </p:sp>
      <p:sp>
        <p:nvSpPr>
          <p:cNvPr id="1641284006" name="TextBox 17"/>
          <p:cNvSpPr/>
          <p:nvPr/>
        </p:nvSpPr>
        <p:spPr bwMode="auto">
          <a:xfrm>
            <a:off x="11430000" y="8963025"/>
            <a:ext cx="4752340" cy="523875"/>
          </a:xfrm>
          <a:prstGeom prst="rect">
            <a:avLst/>
          </a:prstGeom>
          <a:noFill/>
          <a:ln>
            <a:noFill/>
          </a:ln>
          <a:effectLst/>
        </p:spPr>
        <p:txBody>
          <a:bodyPr vert="horz" wrap="square" lIns="0" tIns="0" rIns="0" bIns="0" numCol="1" spcCol="215899" anchor="t"/>
          <a:lstStyle/>
          <a:p>
            <a:pPr algn="r">
              <a:lnSpc>
                <a:spcPts val="4200"/>
              </a:lnSpc>
              <a:defRPr sz="3000" b="1" cap="none">
                <a:solidFill>
                  <a:srgbClr val="FFFFFF"/>
                </a:solidFill>
                <a:latin typeface="Glacial Indifference"/>
                <a:ea typeface="Glacial Indifference"/>
                <a:cs typeface="Glacial Indifference"/>
              </a:defRPr>
            </a:pPr>
            <a:r>
              <a:t>FRAKTUR HUMERUS </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showMasterPhAnim="0">
  <p:cSld>
    <p:bg>
      <p:bgPr>
        <a:solidFill>
          <a:srgbClr val="5DA295"/>
        </a:solidFill>
        <a:effectLst/>
      </p:bgPr>
    </p:bg>
    <p:spTree>
      <p:nvGrpSpPr>
        <p:cNvPr id="1" name=""/>
        <p:cNvGrpSpPr/>
        <p:nvPr/>
      </p:nvGrpSpPr>
      <p:grpSpPr bwMode="auto">
        <a:xfrm>
          <a:off x="0" y="0"/>
          <a:ext cx="0" cy="0"/>
          <a:chOff x="0" y="0"/>
          <a:chExt cx="0" cy="0"/>
        </a:xfrm>
      </p:grpSpPr>
      <p:grpSp>
        <p:nvGrpSpPr>
          <p:cNvPr id="21748880" name="Group 2"/>
          <p:cNvGrpSpPr/>
          <p:nvPr/>
        </p:nvGrpSpPr>
        <p:grpSpPr bwMode="auto">
          <a:xfrm>
            <a:off x="0" y="10073640"/>
            <a:ext cx="18288000" cy="213360"/>
            <a:chOff x="0" y="10073640"/>
            <a:chExt cx="18288000" cy="213360"/>
          </a:xfrm>
        </p:grpSpPr>
        <p:sp>
          <p:nvSpPr>
            <p:cNvPr id="4" name="Freeform 3"/>
            <p:cNvSpPr/>
            <p:nvPr/>
          </p:nvSpPr>
          <p:spPr bwMode="auto">
            <a:xfrm>
              <a:off x="0" y="1007364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E4E4E4"/>
            </a:solidFill>
            <a:ln>
              <a:noFill/>
            </a:ln>
            <a:effectLst/>
          </p:spPr>
        </p:sp>
        <p:sp>
          <p:nvSpPr>
            <p:cNvPr id="3" name="TextBox 4"/>
            <p:cNvSpPr/>
            <p:nvPr/>
          </p:nvSpPr>
          <p:spPr bwMode="auto">
            <a:xfrm>
              <a:off x="0" y="992886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1999436" name="Group 5"/>
          <p:cNvGrpSpPr/>
          <p:nvPr/>
        </p:nvGrpSpPr>
        <p:grpSpPr bwMode="auto">
          <a:xfrm>
            <a:off x="0" y="0"/>
            <a:ext cx="18288000" cy="213360"/>
            <a:chOff x="0" y="0"/>
            <a:chExt cx="18288000" cy="213360"/>
          </a:xfrm>
        </p:grpSpPr>
        <p:sp>
          <p:nvSpPr>
            <p:cNvPr id="7" name="Freeform 6"/>
            <p:cNvSpPr/>
            <p:nvPr/>
          </p:nvSpPr>
          <p:spPr bwMode="auto">
            <a:xfrm>
              <a:off x="0" y="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BFDDD2"/>
            </a:solidFill>
            <a:ln>
              <a:noFill/>
            </a:ln>
            <a:effectLst/>
          </p:spPr>
        </p:sp>
        <p:sp>
          <p:nvSpPr>
            <p:cNvPr id="6" name="TextBox 7"/>
            <p:cNvSpPr/>
            <p:nvPr/>
          </p:nvSpPr>
          <p:spPr bwMode="auto">
            <a:xfrm>
              <a:off x="0" y="-14478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940728157" name="TextBox 8"/>
          <p:cNvSpPr/>
          <p:nvPr/>
        </p:nvSpPr>
        <p:spPr bwMode="auto">
          <a:xfrm>
            <a:off x="16563975" y="8834120"/>
            <a:ext cx="955040" cy="799465"/>
          </a:xfrm>
          <a:prstGeom prst="rect">
            <a:avLst/>
          </a:prstGeom>
          <a:noFill/>
          <a:ln>
            <a:noFill/>
          </a:ln>
          <a:effectLst/>
        </p:spPr>
        <p:txBody>
          <a:bodyPr vert="horz" wrap="square" lIns="0" tIns="0" rIns="0" bIns="0" numCol="1" spcCol="215899" anchor="t"/>
          <a:lstStyle/>
          <a:p>
            <a:pPr algn="r">
              <a:lnSpc>
                <a:spcPts val="6295"/>
              </a:lnSpc>
              <a:defRPr sz="4500" b="1" cap="none">
                <a:solidFill>
                  <a:srgbClr val="FFFFFF"/>
                </a:solidFill>
                <a:latin typeface="Glacial Indifference"/>
                <a:ea typeface="Glacial Indifference"/>
                <a:cs typeface="Glacial Indifference"/>
              </a:defRPr>
            </a:pPr>
            <a:r>
              <a:t>35</a:t>
            </a:r>
          </a:p>
        </p:txBody>
      </p:sp>
      <p:sp>
        <p:nvSpPr>
          <p:cNvPr id="865435085" name="AutoShape 9"/>
          <p:cNvSpPr/>
          <p:nvPr/>
        </p:nvSpPr>
        <p:spPr bwMode="auto">
          <a:xfrm>
            <a:off x="16563975" y="8877300"/>
            <a:ext cx="0" cy="762000"/>
          </a:xfrm>
          <a:prstGeom prst="line">
            <a:avLst/>
          </a:prstGeom>
          <a:noFill/>
          <a:ln w="95250" cap="flat" cmpd="sng" algn="ctr">
            <a:solidFill>
              <a:srgbClr val="BFDDD2"/>
            </a:solidFill>
            <a:prstDash val="solid"/>
            <a:headEnd type="none"/>
            <a:tailEnd type="none"/>
          </a:ln>
          <a:effectLst/>
        </p:spPr>
      </p:sp>
      <p:sp>
        <p:nvSpPr>
          <p:cNvPr id="2077464412" name="Freeform 10"/>
          <p:cNvSpPr/>
          <p:nvPr/>
        </p:nvSpPr>
        <p:spPr bwMode="auto">
          <a:xfrm>
            <a:off x="16315690" y="677545"/>
            <a:ext cx="1452245" cy="1457325"/>
          </a:xfrm>
          <a:custGeom>
            <a:avLst/>
            <a:gdLst/>
            <a:ahLst/>
            <a:cxnLst/>
            <a:rect l="0" t="0" r="1452245" b="1457325"/>
            <a:pathLst>
              <a:path w="1452245" h="1457325" extrusionOk="0">
                <a:moveTo>
                  <a:pt x="0" y="0"/>
                </a:moveTo>
                <a:lnTo>
                  <a:pt x="1452246" y="0"/>
                </a:lnTo>
                <a:lnTo>
                  <a:pt x="1452246" y="1457325"/>
                </a:lnTo>
                <a:lnTo>
                  <a:pt x="0" y="1457325"/>
                </a:lnTo>
                <a:lnTo>
                  <a:pt x="0" y="0"/>
                </a:lnTo>
                <a:close/>
              </a:path>
            </a:pathLst>
          </a:custGeom>
          <a:blipFill>
            <a:blip r:embed="rId3"/>
            <a:stretch/>
          </a:blipFill>
          <a:ln>
            <a:noFill/>
          </a:ln>
          <a:effectLst/>
        </p:spPr>
      </p:sp>
      <p:sp>
        <p:nvSpPr>
          <p:cNvPr id="385642013" name="Freeform 11"/>
          <p:cNvSpPr/>
          <p:nvPr/>
        </p:nvSpPr>
        <p:spPr bwMode="auto">
          <a:xfrm>
            <a:off x="15555595" y="2275205"/>
            <a:ext cx="713105" cy="713105"/>
          </a:xfrm>
          <a:custGeom>
            <a:avLst/>
            <a:gdLst/>
            <a:ahLst/>
            <a:cxnLst/>
            <a:rect l="0" t="0" r="713105" b="713105"/>
            <a:pathLst>
              <a:path w="713105" h="713105" extrusionOk="0">
                <a:moveTo>
                  <a:pt x="0" y="0"/>
                </a:moveTo>
                <a:lnTo>
                  <a:pt x="713105" y="0"/>
                </a:lnTo>
                <a:lnTo>
                  <a:pt x="713105" y="713105"/>
                </a:lnTo>
                <a:lnTo>
                  <a:pt x="0" y="713105"/>
                </a:lnTo>
                <a:lnTo>
                  <a:pt x="0" y="0"/>
                </a:lnTo>
                <a:close/>
              </a:path>
            </a:pathLst>
          </a:custGeom>
          <a:blipFill>
            <a:blip r:embed="rId4"/>
            <a:stretch/>
          </a:blipFill>
          <a:ln>
            <a:noFill/>
          </a:ln>
          <a:effectLst/>
        </p:spPr>
      </p:sp>
      <p:sp>
        <p:nvSpPr>
          <p:cNvPr id="1428712399" name="Freeform 12"/>
          <p:cNvSpPr/>
          <p:nvPr/>
        </p:nvSpPr>
        <p:spPr bwMode="auto">
          <a:xfrm>
            <a:off x="-546100" y="6885305"/>
            <a:ext cx="3983990" cy="3984625"/>
          </a:xfrm>
          <a:custGeom>
            <a:avLst/>
            <a:gdLst/>
            <a:ahLst/>
            <a:cxnLst/>
            <a:rect l="0" t="0" r="3983990" b="3984625"/>
            <a:pathLst>
              <a:path w="3983990" h="3984625" extrusionOk="0">
                <a:moveTo>
                  <a:pt x="0" y="0"/>
                </a:moveTo>
                <a:lnTo>
                  <a:pt x="3983990" y="0"/>
                </a:lnTo>
                <a:lnTo>
                  <a:pt x="3983990" y="3984623"/>
                </a:lnTo>
                <a:lnTo>
                  <a:pt x="0" y="3984623"/>
                </a:lnTo>
                <a:lnTo>
                  <a:pt x="0" y="0"/>
                </a:lnTo>
                <a:close/>
              </a:path>
            </a:pathLst>
          </a:custGeom>
          <a:blipFill>
            <a:blip r:embed="rId5"/>
            <a:stretch/>
          </a:blipFill>
          <a:ln>
            <a:noFill/>
          </a:ln>
          <a:effectLst/>
        </p:spPr>
      </p:sp>
      <p:sp>
        <p:nvSpPr>
          <p:cNvPr id="1087449861" name="Freeform 13"/>
          <p:cNvSpPr/>
          <p:nvPr/>
        </p:nvSpPr>
        <p:spPr bwMode="auto">
          <a:xfrm>
            <a:off x="2987040" y="7590790"/>
            <a:ext cx="1908810" cy="1546225"/>
          </a:xfrm>
          <a:custGeom>
            <a:avLst/>
            <a:gdLst/>
            <a:ahLst/>
            <a:cxnLst/>
            <a:rect l="0" t="0" r="1908810" b="1546225"/>
            <a:pathLst>
              <a:path w="1908810" h="1546225" extrusionOk="0">
                <a:moveTo>
                  <a:pt x="0" y="0"/>
                </a:moveTo>
                <a:lnTo>
                  <a:pt x="1908810" y="0"/>
                </a:lnTo>
                <a:lnTo>
                  <a:pt x="1908810" y="1546225"/>
                </a:lnTo>
                <a:lnTo>
                  <a:pt x="0" y="1546225"/>
                </a:lnTo>
                <a:lnTo>
                  <a:pt x="0" y="0"/>
                </a:lnTo>
                <a:close/>
              </a:path>
            </a:pathLst>
          </a:custGeom>
          <a:blipFill>
            <a:blip r:embed="rId6"/>
            <a:stretch/>
          </a:blipFill>
          <a:ln>
            <a:noFill/>
          </a:ln>
          <a:effectLst/>
        </p:spPr>
      </p:sp>
      <p:sp>
        <p:nvSpPr>
          <p:cNvPr id="1361577770" name="Freeform 14"/>
          <p:cNvSpPr/>
          <p:nvPr/>
        </p:nvSpPr>
        <p:spPr bwMode="auto">
          <a:xfrm>
            <a:off x="0" y="0"/>
            <a:ext cx="5100320" cy="2209800"/>
          </a:xfrm>
          <a:custGeom>
            <a:avLst/>
            <a:gdLst/>
            <a:ahLst/>
            <a:cxnLst/>
            <a:rect l="0" t="0" r="5100320" b="2209800"/>
            <a:pathLst>
              <a:path w="5100320" h="2209800" extrusionOk="0">
                <a:moveTo>
                  <a:pt x="0" y="0"/>
                </a:moveTo>
                <a:lnTo>
                  <a:pt x="5100320" y="0"/>
                </a:lnTo>
                <a:lnTo>
                  <a:pt x="5100320" y="2209800"/>
                </a:lnTo>
                <a:lnTo>
                  <a:pt x="0" y="2209800"/>
                </a:lnTo>
                <a:lnTo>
                  <a:pt x="0" y="0"/>
                </a:lnTo>
                <a:close/>
              </a:path>
            </a:pathLst>
          </a:custGeom>
          <a:blipFill>
            <a:blip r:embed="rId7"/>
            <a:stretch/>
          </a:blipFill>
          <a:ln>
            <a:noFill/>
          </a:ln>
          <a:effectLst/>
        </p:spPr>
      </p:sp>
      <p:graphicFrame>
        <p:nvGraphicFramePr>
          <p:cNvPr id="1403867614" name="Tabel 1403867613"/>
          <p:cNvGraphicFramePr>
            <a:graphicFrameLocks noGrp="1"/>
          </p:cNvGraphicFramePr>
          <p:nvPr/>
        </p:nvGraphicFramePr>
        <p:xfrm>
          <a:off x="1028700" y="2933699"/>
          <a:ext cx="16230600" cy="5019040"/>
        </p:xfrm>
        <a:graphic>
          <a:graphicData uri="http://schemas.openxmlformats.org/drawingml/2006/table">
            <a:tbl>
              <a:tblPr>
                <a:noFill/>
              </a:tblPr>
              <a:tblGrid>
                <a:gridCol w="2900680">
                  <a:extLst>
                    <a:ext uri="{9D8B030D-6E8A-4147-A177-3AD203B41FA5}">
                      <a16:colId xmlns:a16="http://schemas.microsoft.com/office/drawing/2014/main" val="20000"/>
                    </a:ext>
                  </a:extLst>
                </a:gridCol>
                <a:gridCol w="1161415">
                  <a:extLst>
                    <a:ext uri="{9D8B030D-6E8A-4147-A177-3AD203B41FA5}">
                      <a16:colId xmlns:a16="http://schemas.microsoft.com/office/drawing/2014/main" val="20001"/>
                    </a:ext>
                  </a:extLst>
                </a:gridCol>
                <a:gridCol w="12168505">
                  <a:extLst>
                    <a:ext uri="{9D8B030D-6E8A-4147-A177-3AD203B41FA5}">
                      <a16:colId xmlns:a16="http://schemas.microsoft.com/office/drawing/2014/main" val="20002"/>
                    </a:ext>
                  </a:extLst>
                </a:gridCol>
              </a:tblGrid>
              <a:tr h="1276350">
                <a:tc>
                  <a:txBody>
                    <a:bodyPr/>
                    <a:lstStyle/>
                    <a:p>
                      <a:pPr marL="0" marR="0" indent="0" algn="ctr">
                        <a:lnSpc>
                          <a:spcPts val="3355"/>
                        </a:lnSpc>
                        <a:buNone/>
                        <a:defRPr sz="2400" cap="none">
                          <a:latin typeface="Glacial Indifference"/>
                          <a:ea typeface="Glacial Indifference"/>
                          <a:cs typeface="Glacial Indifference"/>
                        </a:defRPr>
                      </a:pPr>
                      <a:r>
                        <a:rPr b="1" cap="none">
                          <a:solidFill>
                            <a:srgbClr val="FFFFFF"/>
                          </a:solidFill>
                        </a:rPr>
                        <a:t>Tanggal</a:t>
                      </a:r>
                    </a:p>
                  </a:txBody>
                  <a:tcPr marL="190500" marR="190500" marT="190500" marB="190500" anchor="ctr">
                    <a:lnL w="38100" algn="ctr">
                      <a:solidFill>
                        <a:srgbClr val="BFDDD2"/>
                      </a:solidFill>
                    </a:lnL>
                    <a:lnR w="38100" algn="ctr">
                      <a:solidFill>
                        <a:srgbClr val="BFDDD2"/>
                      </a:solidFill>
                    </a:lnR>
                    <a:lnT w="38100" algn="ctr">
                      <a:solidFill>
                        <a:srgbClr val="BFDDD2"/>
                      </a:solidFill>
                    </a:lnT>
                    <a:lnB w="38100" algn="ctr">
                      <a:solidFill>
                        <a:srgbClr val="BFDDD2"/>
                      </a:solidFill>
                    </a:lnB>
                    <a:noFill/>
                  </a:tcPr>
                </a:tc>
                <a:tc>
                  <a:txBody>
                    <a:bodyPr/>
                    <a:lstStyle/>
                    <a:p>
                      <a:pPr marL="0" marR="0" indent="0" algn="ctr">
                        <a:lnSpc>
                          <a:spcPts val="3355"/>
                        </a:lnSpc>
                        <a:buNone/>
                        <a:defRPr sz="2400" cap="none">
                          <a:latin typeface="Glacial Indifference"/>
                          <a:ea typeface="Glacial Indifference"/>
                          <a:cs typeface="Glacial Indifference"/>
                        </a:defRPr>
                      </a:pPr>
                      <a:r>
                        <a:rPr b="1" cap="none">
                          <a:solidFill>
                            <a:srgbClr val="FFFFFF"/>
                          </a:solidFill>
                        </a:rPr>
                        <a:t>No. DK</a:t>
                      </a:r>
                    </a:p>
                  </a:txBody>
                  <a:tcPr marL="190500" marR="190500" marT="190500" marB="190500" anchor="ctr">
                    <a:lnL w="38100" algn="ctr">
                      <a:solidFill>
                        <a:srgbClr val="BFDDD2"/>
                      </a:solidFill>
                    </a:lnL>
                    <a:lnR w="38100" algn="ctr">
                      <a:solidFill>
                        <a:srgbClr val="BFDDD2"/>
                      </a:solidFill>
                    </a:lnR>
                    <a:lnT w="38100" algn="ctr">
                      <a:solidFill>
                        <a:srgbClr val="BFDDD2"/>
                      </a:solidFill>
                    </a:lnT>
                    <a:lnB w="38100" algn="ctr">
                      <a:solidFill>
                        <a:srgbClr val="BFDDD2"/>
                      </a:solidFill>
                    </a:lnB>
                    <a:noFill/>
                  </a:tcPr>
                </a:tc>
                <a:tc>
                  <a:txBody>
                    <a:bodyPr/>
                    <a:lstStyle/>
                    <a:p>
                      <a:pPr marL="0" marR="0" indent="0" algn="ctr">
                        <a:lnSpc>
                          <a:spcPts val="3355"/>
                        </a:lnSpc>
                        <a:buNone/>
                        <a:defRPr sz="2400" cap="none">
                          <a:latin typeface="Glacial Indifference"/>
                          <a:ea typeface="Glacial Indifference"/>
                          <a:cs typeface="Glacial Indifference"/>
                        </a:defRPr>
                      </a:pPr>
                      <a:r>
                        <a:rPr b="1" cap="none">
                          <a:solidFill>
                            <a:srgbClr val="FFFFFF"/>
                          </a:solidFill>
                        </a:rPr>
                        <a:t>Tindakan Keperawatan dan Reaksi Hasil</a:t>
                      </a:r>
                    </a:p>
                  </a:txBody>
                  <a:tcPr marL="190500" marR="190500" marT="190500" marB="190500" anchor="ctr">
                    <a:lnL w="38100" algn="ctr">
                      <a:solidFill>
                        <a:srgbClr val="BFDDD2"/>
                      </a:solidFill>
                    </a:lnL>
                    <a:lnR w="38100" algn="ctr">
                      <a:solidFill>
                        <a:srgbClr val="BFDDD2"/>
                      </a:solidFill>
                    </a:lnR>
                    <a:lnT w="38100" algn="ctr">
                      <a:solidFill>
                        <a:srgbClr val="BFDDD2"/>
                      </a:solidFill>
                    </a:lnT>
                    <a:lnB w="38100" algn="ctr">
                      <a:solidFill>
                        <a:srgbClr val="BFDDD2"/>
                      </a:solidFill>
                    </a:lnB>
                    <a:noFill/>
                  </a:tcPr>
                </a:tc>
                <a:extLst>
                  <a:ext uri="{0D108BD9-81ED-4DB2-BD59-A6C34878D82A}">
                    <a16:rowId xmlns:a16="http://schemas.microsoft.com/office/drawing/2014/main" val="10000"/>
                  </a:ext>
                </a:extLst>
              </a:tr>
              <a:tr h="3785870">
                <a:tc>
                  <a:txBody>
                    <a:bodyPr/>
                    <a:lstStyle/>
                    <a:p>
                      <a:pPr marL="0" marR="0" indent="0" algn="l">
                        <a:lnSpc>
                          <a:spcPts val="3355"/>
                        </a:lnSpc>
                        <a:buNone/>
                        <a:defRPr/>
                      </a:pPr>
                      <a:r>
                        <a:rPr sz="2400" cap="none">
                          <a:solidFill>
                            <a:srgbClr val="E4E4E4"/>
                          </a:solidFill>
                          <a:latin typeface="Glacial Indifference"/>
                          <a:ea typeface="Glacial Indifference"/>
                          <a:cs typeface="Glacial Indifference"/>
                        </a:rPr>
                        <a:t>11 Desember 2023</a:t>
                      </a:r>
                      <a:endParaRPr sz="1100" cap="none"/>
                    </a:p>
                  </a:txBody>
                  <a:tcPr marL="190500" marR="190500" marT="190500" marB="190500">
                    <a:lnL w="38100" algn="ctr">
                      <a:solidFill>
                        <a:srgbClr val="BFDDD2"/>
                      </a:solidFill>
                    </a:lnL>
                    <a:lnR w="38100" algn="ctr">
                      <a:solidFill>
                        <a:srgbClr val="BFDDD2"/>
                      </a:solidFill>
                    </a:lnR>
                    <a:lnT w="38100" algn="ctr">
                      <a:solidFill>
                        <a:srgbClr val="BFDDD2"/>
                      </a:solidFill>
                    </a:lnT>
                    <a:lnB w="38100" algn="ctr">
                      <a:solidFill>
                        <a:srgbClr val="BFDDD2"/>
                      </a:solidFill>
                    </a:lnB>
                    <a:noFill/>
                  </a:tcPr>
                </a:tc>
                <a:tc>
                  <a:txBody>
                    <a:bodyPr/>
                    <a:lstStyle/>
                    <a:p>
                      <a:pPr marL="0" marR="0" indent="0" algn="l">
                        <a:lnSpc>
                          <a:spcPts val="3355"/>
                        </a:lnSpc>
                        <a:buNone/>
                        <a:defRPr/>
                      </a:pPr>
                      <a:r>
                        <a:rPr sz="2400" cap="none">
                          <a:solidFill>
                            <a:srgbClr val="E4E4E4"/>
                          </a:solidFill>
                          <a:latin typeface="Glacial Indifference"/>
                          <a:ea typeface="Glacial Indifference"/>
                          <a:cs typeface="Glacial Indifference"/>
                        </a:rPr>
                        <a:t>1</a:t>
                      </a:r>
                      <a:endParaRPr sz="1100" cap="none"/>
                    </a:p>
                  </a:txBody>
                  <a:tcPr marL="190500" marR="190500" marT="190500" marB="190500">
                    <a:lnL w="38100" algn="ctr">
                      <a:solidFill>
                        <a:srgbClr val="BFDDD2"/>
                      </a:solidFill>
                    </a:lnL>
                    <a:lnR w="38100" algn="ctr">
                      <a:solidFill>
                        <a:srgbClr val="BFDDD2"/>
                      </a:solidFill>
                    </a:lnR>
                    <a:lnT w="38100" algn="ctr">
                      <a:solidFill>
                        <a:srgbClr val="BFDDD2"/>
                      </a:solidFill>
                    </a:lnT>
                    <a:lnB w="38100" algn="ctr">
                      <a:solidFill>
                        <a:srgbClr val="BFDDD2"/>
                      </a:solidFill>
                    </a:lnB>
                    <a:noFill/>
                  </a:tcPr>
                </a:tc>
                <a:tc>
                  <a:txBody>
                    <a:bodyPr/>
                    <a:lstStyle/>
                    <a:p>
                      <a:pPr marL="360045" marR="0" indent="-360045" algn="l">
                        <a:lnSpc>
                          <a:spcPts val="2875"/>
                        </a:lnSpc>
                        <a:buFont typeface="Arial"/>
                        <a:buChar char="•"/>
                        <a:defRPr/>
                      </a:pPr>
                      <a:r>
                        <a:rPr sz="2400" cap="none">
                          <a:solidFill>
                            <a:srgbClr val="E4E4E4"/>
                          </a:solidFill>
                          <a:latin typeface="Glacial Indifference"/>
                          <a:ea typeface="Glacial Indifference"/>
                          <a:cs typeface="Glacial Indifference"/>
                        </a:rPr>
                        <a:t>Memonitoring tingkat skala nyeri</a:t>
                      </a:r>
                    </a:p>
                    <a:p>
                      <a:pPr marL="360045" marR="0" indent="-360045" algn="l">
                        <a:lnSpc>
                          <a:spcPts val="2875"/>
                        </a:lnSpc>
                        <a:buFont typeface="Arial"/>
                        <a:buChar char="•"/>
                        <a:defRPr/>
                      </a:pPr>
                      <a:r>
                        <a:rPr sz="2400" cap="none">
                          <a:solidFill>
                            <a:srgbClr val="E4E4E4"/>
                          </a:solidFill>
                          <a:latin typeface="Glacial Indifference"/>
                          <a:ea typeface="Glacial Indifference"/>
                          <a:cs typeface="Glacial Indifference"/>
                        </a:rPr>
                        <a:t>Memberikan pasien posisi yang nyaman</a:t>
                      </a:r>
                    </a:p>
                    <a:p>
                      <a:pPr marL="360045" marR="0" indent="-360045" algn="l">
                        <a:lnSpc>
                          <a:spcPts val="2875"/>
                        </a:lnSpc>
                        <a:buFont typeface="Arial"/>
                        <a:buChar char="•"/>
                        <a:defRPr/>
                      </a:pPr>
                      <a:r>
                        <a:rPr sz="2400" cap="none">
                          <a:solidFill>
                            <a:srgbClr val="E4E4E4"/>
                          </a:solidFill>
                          <a:latin typeface="Glacial Indifference"/>
                          <a:ea typeface="Glacial Indifference"/>
                          <a:cs typeface="Glacial Indifference"/>
                        </a:rPr>
                        <a:t>Memonitor KU &amp; TTV</a:t>
                      </a:r>
                      <a:br>
                        <a:rPr/>
                      </a:br>
                      <a:endParaRPr sz="2400" cap="none">
                        <a:solidFill>
                          <a:srgbClr val="E4E4E4"/>
                        </a:solidFill>
                        <a:latin typeface="Glacial Indifference"/>
                        <a:ea typeface="Glacial Indifference"/>
                        <a:cs typeface="Glacial Indifference"/>
                      </a:endParaRPr>
                    </a:p>
                    <a:p>
                      <a:pPr marL="0" marR="0" indent="0" algn="l">
                        <a:lnSpc>
                          <a:spcPts val="2875"/>
                        </a:lnSpc>
                        <a:buNone/>
                        <a:defRPr b="1" cap="none"/>
                      </a:pPr>
                      <a:r>
                        <a:rPr sz="2400" cap="none">
                          <a:solidFill>
                            <a:srgbClr val="E4E4E4"/>
                          </a:solidFill>
                          <a:latin typeface="Glacial Indifference"/>
                          <a:ea typeface="Glacial Indifference"/>
                          <a:cs typeface="Glacial Indifference"/>
                        </a:rPr>
                        <a:t>Rh:</a:t>
                      </a:r>
                    </a:p>
                    <a:p>
                      <a:pPr marL="0" marR="0" indent="0" algn="l">
                        <a:lnSpc>
                          <a:spcPts val="2875"/>
                        </a:lnSpc>
                        <a:buNone/>
                        <a:defRPr/>
                      </a:pPr>
                      <a:r>
                        <a:rPr sz="2400" cap="none">
                          <a:solidFill>
                            <a:srgbClr val="E4E4E4"/>
                          </a:solidFill>
                          <a:latin typeface="Glacial Indifference"/>
                          <a:ea typeface="Glacial Indifference"/>
                          <a:cs typeface="Glacial Indifference"/>
                        </a:rPr>
                        <a:t>TD: 129/74</a:t>
                      </a:r>
                    </a:p>
                    <a:p>
                      <a:pPr marL="0" marR="0" indent="0" algn="l">
                        <a:lnSpc>
                          <a:spcPts val="2875"/>
                        </a:lnSpc>
                        <a:buNone/>
                        <a:defRPr/>
                      </a:pPr>
                      <a:r>
                        <a:rPr sz="2400" cap="none">
                          <a:solidFill>
                            <a:srgbClr val="E4E4E4"/>
                          </a:solidFill>
                          <a:latin typeface="Glacial Indifference"/>
                          <a:ea typeface="Glacial Indifference"/>
                          <a:cs typeface="Glacial Indifference"/>
                        </a:rPr>
                        <a:t>N: 93</a:t>
                      </a:r>
                    </a:p>
                    <a:p>
                      <a:pPr marL="0" marR="0" indent="0" algn="l">
                        <a:lnSpc>
                          <a:spcPts val="2875"/>
                        </a:lnSpc>
                        <a:buNone/>
                        <a:defRPr/>
                      </a:pPr>
                      <a:r>
                        <a:rPr sz="2400" cap="none">
                          <a:solidFill>
                            <a:srgbClr val="E4E4E4"/>
                          </a:solidFill>
                          <a:latin typeface="Glacial Indifference"/>
                          <a:ea typeface="Glacial Indifference"/>
                          <a:cs typeface="Glacial Indifference"/>
                        </a:rPr>
                        <a:t>S: 36.9</a:t>
                      </a:r>
                    </a:p>
                    <a:p>
                      <a:pPr marL="0" marR="0" indent="0" algn="l">
                        <a:lnSpc>
                          <a:spcPts val="2875"/>
                        </a:lnSpc>
                        <a:buNone/>
                        <a:defRPr/>
                      </a:pPr>
                      <a:r>
                        <a:rPr sz="2400" cap="none">
                          <a:solidFill>
                            <a:srgbClr val="E4E4E4"/>
                          </a:solidFill>
                          <a:latin typeface="Glacial Indifference"/>
                          <a:ea typeface="Glacial Indifference"/>
                          <a:cs typeface="Glacial Indifference"/>
                        </a:rPr>
                        <a:t>RR: 20</a:t>
                      </a:r>
                    </a:p>
                  </a:txBody>
                  <a:tcPr marL="190500" marR="190500" marT="190500" marB="190500">
                    <a:lnL w="38100" algn="ctr">
                      <a:solidFill>
                        <a:srgbClr val="BFDDD2"/>
                      </a:solidFill>
                    </a:lnL>
                    <a:lnR w="38100" algn="ctr">
                      <a:solidFill>
                        <a:srgbClr val="BFDDD2"/>
                      </a:solidFill>
                    </a:lnR>
                    <a:lnT w="38100" algn="ctr">
                      <a:solidFill>
                        <a:srgbClr val="BFDDD2"/>
                      </a:solidFill>
                    </a:lnT>
                    <a:lnB w="38100" algn="ctr">
                      <a:solidFill>
                        <a:srgbClr val="BFDDD2"/>
                      </a:solidFill>
                    </a:lnB>
                    <a:noFill/>
                  </a:tcPr>
                </a:tc>
                <a:extLst>
                  <a:ext uri="{0D108BD9-81ED-4DB2-BD59-A6C34878D82A}">
                    <a16:rowId xmlns:a16="http://schemas.microsoft.com/office/drawing/2014/main" val="10001"/>
                  </a:ext>
                </a:extLst>
              </a:tr>
            </a:tbl>
          </a:graphicData>
        </a:graphic>
      </p:graphicFrame>
      <p:sp>
        <p:nvSpPr>
          <p:cNvPr id="1093453690" name="TextBox 16"/>
          <p:cNvSpPr/>
          <p:nvPr/>
        </p:nvSpPr>
        <p:spPr bwMode="auto">
          <a:xfrm>
            <a:off x="1028700" y="1812290"/>
            <a:ext cx="16230600" cy="821055"/>
          </a:xfrm>
          <a:prstGeom prst="rect">
            <a:avLst/>
          </a:prstGeom>
          <a:noFill/>
          <a:ln>
            <a:noFill/>
          </a:ln>
          <a:effectLst/>
        </p:spPr>
        <p:txBody>
          <a:bodyPr vert="horz" wrap="square" lIns="0" tIns="0" rIns="0" bIns="0" numCol="1" spcCol="215899" anchor="t"/>
          <a:lstStyle/>
          <a:p>
            <a:pPr algn="ctr">
              <a:lnSpc>
                <a:spcPts val="6715"/>
              </a:lnSpc>
              <a:defRPr sz="4800" b="1" cap="none">
                <a:solidFill>
                  <a:srgbClr val="FFFFFF"/>
                </a:solidFill>
                <a:latin typeface="Glacial Indifference"/>
                <a:ea typeface="Glacial Indifference"/>
                <a:cs typeface="Glacial Indifference"/>
              </a:defRPr>
            </a:pPr>
            <a:r>
              <a:t>Proses Keperawatan: Pelaksanaan Keperawatan</a:t>
            </a:r>
          </a:p>
        </p:txBody>
      </p:sp>
      <p:sp>
        <p:nvSpPr>
          <p:cNvPr id="2131777321" name="TextBox 17"/>
          <p:cNvSpPr/>
          <p:nvPr/>
        </p:nvSpPr>
        <p:spPr bwMode="auto">
          <a:xfrm>
            <a:off x="11430000" y="8963025"/>
            <a:ext cx="4752340" cy="523875"/>
          </a:xfrm>
          <a:prstGeom prst="rect">
            <a:avLst/>
          </a:prstGeom>
          <a:noFill/>
          <a:ln>
            <a:noFill/>
          </a:ln>
          <a:effectLst/>
        </p:spPr>
        <p:txBody>
          <a:bodyPr vert="horz" wrap="square" lIns="0" tIns="0" rIns="0" bIns="0" numCol="1" spcCol="215899" anchor="t"/>
          <a:lstStyle/>
          <a:p>
            <a:pPr algn="r">
              <a:lnSpc>
                <a:spcPts val="4200"/>
              </a:lnSpc>
              <a:defRPr sz="3000" b="1" cap="none">
                <a:solidFill>
                  <a:srgbClr val="FFFFFF"/>
                </a:solidFill>
                <a:latin typeface="Glacial Indifference"/>
                <a:ea typeface="Glacial Indifference"/>
                <a:cs typeface="Glacial Indifference"/>
              </a:defRPr>
            </a:pPr>
            <a:r>
              <a:t>FRAKTUR HUMERUS </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MasterPhAnim="0">
  <p:cSld>
    <p:bg>
      <p:bgPr>
        <a:solidFill>
          <a:srgbClr val="5DA295"/>
        </a:solidFill>
        <a:effectLst/>
      </p:bgPr>
    </p:bg>
    <p:spTree>
      <p:nvGrpSpPr>
        <p:cNvPr id="1" name=""/>
        <p:cNvGrpSpPr/>
        <p:nvPr/>
      </p:nvGrpSpPr>
      <p:grpSpPr bwMode="auto">
        <a:xfrm>
          <a:off x="0" y="0"/>
          <a:ext cx="0" cy="0"/>
          <a:chOff x="0" y="0"/>
          <a:chExt cx="0" cy="0"/>
        </a:xfrm>
      </p:grpSpPr>
      <p:grpSp>
        <p:nvGrpSpPr>
          <p:cNvPr id="502501707" name="Group 2"/>
          <p:cNvGrpSpPr/>
          <p:nvPr/>
        </p:nvGrpSpPr>
        <p:grpSpPr bwMode="auto">
          <a:xfrm>
            <a:off x="0" y="10073640"/>
            <a:ext cx="18288000" cy="213360"/>
            <a:chOff x="0" y="10073640"/>
            <a:chExt cx="18288000" cy="213360"/>
          </a:xfrm>
        </p:grpSpPr>
        <p:sp>
          <p:nvSpPr>
            <p:cNvPr id="4" name="Freeform 3"/>
            <p:cNvSpPr/>
            <p:nvPr/>
          </p:nvSpPr>
          <p:spPr bwMode="auto">
            <a:xfrm>
              <a:off x="0" y="1007364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E4E4E4"/>
            </a:solidFill>
            <a:ln>
              <a:noFill/>
            </a:ln>
            <a:effectLst/>
          </p:spPr>
        </p:sp>
        <p:sp>
          <p:nvSpPr>
            <p:cNvPr id="3" name="TextBox 4"/>
            <p:cNvSpPr/>
            <p:nvPr/>
          </p:nvSpPr>
          <p:spPr bwMode="auto">
            <a:xfrm>
              <a:off x="0" y="992886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1435022287" name="Group 5"/>
          <p:cNvGrpSpPr/>
          <p:nvPr/>
        </p:nvGrpSpPr>
        <p:grpSpPr bwMode="auto">
          <a:xfrm>
            <a:off x="0" y="0"/>
            <a:ext cx="18288000" cy="213360"/>
            <a:chOff x="0" y="0"/>
            <a:chExt cx="18288000" cy="213360"/>
          </a:xfrm>
        </p:grpSpPr>
        <p:sp>
          <p:nvSpPr>
            <p:cNvPr id="7" name="Freeform 6"/>
            <p:cNvSpPr/>
            <p:nvPr/>
          </p:nvSpPr>
          <p:spPr bwMode="auto">
            <a:xfrm>
              <a:off x="0" y="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BFDDD2"/>
            </a:solidFill>
            <a:ln>
              <a:noFill/>
            </a:ln>
            <a:effectLst/>
          </p:spPr>
        </p:sp>
        <p:sp>
          <p:nvSpPr>
            <p:cNvPr id="6" name="TextBox 7"/>
            <p:cNvSpPr/>
            <p:nvPr/>
          </p:nvSpPr>
          <p:spPr bwMode="auto">
            <a:xfrm>
              <a:off x="0" y="-14478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1000979024" name="TextBox 8"/>
          <p:cNvSpPr/>
          <p:nvPr/>
        </p:nvSpPr>
        <p:spPr bwMode="auto">
          <a:xfrm>
            <a:off x="16563975" y="8834120"/>
            <a:ext cx="955040" cy="799465"/>
          </a:xfrm>
          <a:prstGeom prst="rect">
            <a:avLst/>
          </a:prstGeom>
          <a:noFill/>
          <a:ln>
            <a:noFill/>
          </a:ln>
          <a:effectLst/>
        </p:spPr>
        <p:txBody>
          <a:bodyPr vert="horz" wrap="square" lIns="0" tIns="0" rIns="0" bIns="0" numCol="1" spcCol="215899" anchor="t"/>
          <a:lstStyle/>
          <a:p>
            <a:pPr algn="r">
              <a:lnSpc>
                <a:spcPts val="6295"/>
              </a:lnSpc>
              <a:defRPr sz="4500" b="1" cap="none">
                <a:solidFill>
                  <a:srgbClr val="FFFFFF"/>
                </a:solidFill>
                <a:latin typeface="Glacial Indifference"/>
                <a:ea typeface="Glacial Indifference"/>
                <a:cs typeface="Glacial Indifference"/>
              </a:defRPr>
            </a:pPr>
            <a:r>
              <a:t>36</a:t>
            </a:r>
          </a:p>
        </p:txBody>
      </p:sp>
      <p:sp>
        <p:nvSpPr>
          <p:cNvPr id="489253824" name="AutoShape 9"/>
          <p:cNvSpPr/>
          <p:nvPr/>
        </p:nvSpPr>
        <p:spPr bwMode="auto">
          <a:xfrm>
            <a:off x="16563975" y="8877300"/>
            <a:ext cx="0" cy="762000"/>
          </a:xfrm>
          <a:prstGeom prst="line">
            <a:avLst/>
          </a:prstGeom>
          <a:noFill/>
          <a:ln w="95250" cap="flat" cmpd="sng" algn="ctr">
            <a:solidFill>
              <a:srgbClr val="BFDDD2"/>
            </a:solidFill>
            <a:prstDash val="solid"/>
            <a:headEnd type="none"/>
            <a:tailEnd type="none"/>
          </a:ln>
          <a:effectLst/>
        </p:spPr>
      </p:sp>
      <p:sp>
        <p:nvSpPr>
          <p:cNvPr id="1375613878" name="Freeform 10"/>
          <p:cNvSpPr/>
          <p:nvPr/>
        </p:nvSpPr>
        <p:spPr bwMode="auto">
          <a:xfrm>
            <a:off x="16315690" y="677545"/>
            <a:ext cx="1452245" cy="1457325"/>
          </a:xfrm>
          <a:custGeom>
            <a:avLst/>
            <a:gdLst/>
            <a:ahLst/>
            <a:cxnLst/>
            <a:rect l="0" t="0" r="1452245" b="1457325"/>
            <a:pathLst>
              <a:path w="1452245" h="1457325" extrusionOk="0">
                <a:moveTo>
                  <a:pt x="0" y="0"/>
                </a:moveTo>
                <a:lnTo>
                  <a:pt x="1452246" y="0"/>
                </a:lnTo>
                <a:lnTo>
                  <a:pt x="1452246" y="1457325"/>
                </a:lnTo>
                <a:lnTo>
                  <a:pt x="0" y="1457325"/>
                </a:lnTo>
                <a:lnTo>
                  <a:pt x="0" y="0"/>
                </a:lnTo>
                <a:close/>
              </a:path>
            </a:pathLst>
          </a:custGeom>
          <a:blipFill>
            <a:blip r:embed="rId3"/>
            <a:stretch/>
          </a:blipFill>
          <a:ln>
            <a:noFill/>
          </a:ln>
          <a:effectLst/>
        </p:spPr>
      </p:sp>
      <p:sp>
        <p:nvSpPr>
          <p:cNvPr id="792191126" name="Freeform 11"/>
          <p:cNvSpPr/>
          <p:nvPr/>
        </p:nvSpPr>
        <p:spPr bwMode="auto">
          <a:xfrm>
            <a:off x="15555595" y="2275205"/>
            <a:ext cx="713105" cy="713105"/>
          </a:xfrm>
          <a:custGeom>
            <a:avLst/>
            <a:gdLst/>
            <a:ahLst/>
            <a:cxnLst/>
            <a:rect l="0" t="0" r="713105" b="713105"/>
            <a:pathLst>
              <a:path w="713105" h="713105" extrusionOk="0">
                <a:moveTo>
                  <a:pt x="0" y="0"/>
                </a:moveTo>
                <a:lnTo>
                  <a:pt x="713105" y="0"/>
                </a:lnTo>
                <a:lnTo>
                  <a:pt x="713105" y="713105"/>
                </a:lnTo>
                <a:lnTo>
                  <a:pt x="0" y="713105"/>
                </a:lnTo>
                <a:lnTo>
                  <a:pt x="0" y="0"/>
                </a:lnTo>
                <a:close/>
              </a:path>
            </a:pathLst>
          </a:custGeom>
          <a:blipFill>
            <a:blip r:embed="rId4"/>
            <a:stretch/>
          </a:blipFill>
          <a:ln>
            <a:noFill/>
          </a:ln>
          <a:effectLst/>
        </p:spPr>
      </p:sp>
      <p:sp>
        <p:nvSpPr>
          <p:cNvPr id="712357187" name="Freeform 12"/>
          <p:cNvSpPr/>
          <p:nvPr/>
        </p:nvSpPr>
        <p:spPr bwMode="auto">
          <a:xfrm>
            <a:off x="-546100" y="6885305"/>
            <a:ext cx="3983990" cy="3984625"/>
          </a:xfrm>
          <a:custGeom>
            <a:avLst/>
            <a:gdLst/>
            <a:ahLst/>
            <a:cxnLst/>
            <a:rect l="0" t="0" r="3983990" b="3984625"/>
            <a:pathLst>
              <a:path w="3983990" h="3984625" extrusionOk="0">
                <a:moveTo>
                  <a:pt x="0" y="0"/>
                </a:moveTo>
                <a:lnTo>
                  <a:pt x="3983990" y="0"/>
                </a:lnTo>
                <a:lnTo>
                  <a:pt x="3983990" y="3984623"/>
                </a:lnTo>
                <a:lnTo>
                  <a:pt x="0" y="3984623"/>
                </a:lnTo>
                <a:lnTo>
                  <a:pt x="0" y="0"/>
                </a:lnTo>
                <a:close/>
              </a:path>
            </a:pathLst>
          </a:custGeom>
          <a:blipFill>
            <a:blip r:embed="rId5"/>
            <a:stretch/>
          </a:blipFill>
          <a:ln>
            <a:noFill/>
          </a:ln>
          <a:effectLst/>
        </p:spPr>
      </p:sp>
      <p:sp>
        <p:nvSpPr>
          <p:cNvPr id="1513540078" name="Freeform 13"/>
          <p:cNvSpPr/>
          <p:nvPr/>
        </p:nvSpPr>
        <p:spPr bwMode="auto">
          <a:xfrm>
            <a:off x="2987040" y="7590790"/>
            <a:ext cx="1908810" cy="1546225"/>
          </a:xfrm>
          <a:custGeom>
            <a:avLst/>
            <a:gdLst/>
            <a:ahLst/>
            <a:cxnLst/>
            <a:rect l="0" t="0" r="1908810" b="1546225"/>
            <a:pathLst>
              <a:path w="1908810" h="1546225" extrusionOk="0">
                <a:moveTo>
                  <a:pt x="0" y="0"/>
                </a:moveTo>
                <a:lnTo>
                  <a:pt x="1908810" y="0"/>
                </a:lnTo>
                <a:lnTo>
                  <a:pt x="1908810" y="1546225"/>
                </a:lnTo>
                <a:lnTo>
                  <a:pt x="0" y="1546225"/>
                </a:lnTo>
                <a:lnTo>
                  <a:pt x="0" y="0"/>
                </a:lnTo>
                <a:close/>
              </a:path>
            </a:pathLst>
          </a:custGeom>
          <a:blipFill>
            <a:blip r:embed="rId6"/>
            <a:stretch/>
          </a:blipFill>
          <a:ln>
            <a:noFill/>
          </a:ln>
          <a:effectLst/>
        </p:spPr>
      </p:sp>
      <p:sp>
        <p:nvSpPr>
          <p:cNvPr id="739060725" name="Freeform 14"/>
          <p:cNvSpPr/>
          <p:nvPr/>
        </p:nvSpPr>
        <p:spPr bwMode="auto">
          <a:xfrm>
            <a:off x="0" y="0"/>
            <a:ext cx="5100320" cy="2209800"/>
          </a:xfrm>
          <a:custGeom>
            <a:avLst/>
            <a:gdLst/>
            <a:ahLst/>
            <a:cxnLst/>
            <a:rect l="0" t="0" r="5100320" b="2209800"/>
            <a:pathLst>
              <a:path w="5100320" h="2209800" extrusionOk="0">
                <a:moveTo>
                  <a:pt x="0" y="0"/>
                </a:moveTo>
                <a:lnTo>
                  <a:pt x="5100320" y="0"/>
                </a:lnTo>
                <a:lnTo>
                  <a:pt x="5100320" y="2209800"/>
                </a:lnTo>
                <a:lnTo>
                  <a:pt x="0" y="2209800"/>
                </a:lnTo>
                <a:lnTo>
                  <a:pt x="0" y="0"/>
                </a:lnTo>
                <a:close/>
              </a:path>
            </a:pathLst>
          </a:custGeom>
          <a:blipFill>
            <a:blip r:embed="rId7"/>
            <a:stretch/>
          </a:blipFill>
          <a:ln>
            <a:noFill/>
          </a:ln>
          <a:effectLst/>
        </p:spPr>
      </p:sp>
      <p:graphicFrame>
        <p:nvGraphicFramePr>
          <p:cNvPr id="665962958" name="Tabel 665962957"/>
          <p:cNvGraphicFramePr>
            <a:graphicFrameLocks noGrp="1"/>
          </p:cNvGraphicFramePr>
          <p:nvPr/>
        </p:nvGraphicFramePr>
        <p:xfrm>
          <a:off x="1028700" y="2933699"/>
          <a:ext cx="16230600" cy="5265420"/>
        </p:xfrm>
        <a:graphic>
          <a:graphicData uri="http://schemas.openxmlformats.org/drawingml/2006/table">
            <a:tbl>
              <a:tblPr>
                <a:noFill/>
              </a:tblPr>
              <a:tblGrid>
                <a:gridCol w="2900680">
                  <a:extLst>
                    <a:ext uri="{9D8B030D-6E8A-4147-A177-3AD203B41FA5}">
                      <a16:colId xmlns:a16="http://schemas.microsoft.com/office/drawing/2014/main" val="20000"/>
                    </a:ext>
                  </a:extLst>
                </a:gridCol>
                <a:gridCol w="1161415">
                  <a:extLst>
                    <a:ext uri="{9D8B030D-6E8A-4147-A177-3AD203B41FA5}">
                      <a16:colId xmlns:a16="http://schemas.microsoft.com/office/drawing/2014/main" val="20001"/>
                    </a:ext>
                  </a:extLst>
                </a:gridCol>
                <a:gridCol w="12168505">
                  <a:extLst>
                    <a:ext uri="{9D8B030D-6E8A-4147-A177-3AD203B41FA5}">
                      <a16:colId xmlns:a16="http://schemas.microsoft.com/office/drawing/2014/main" val="20002"/>
                    </a:ext>
                  </a:extLst>
                </a:gridCol>
              </a:tblGrid>
              <a:tr h="1275080">
                <a:tc>
                  <a:txBody>
                    <a:bodyPr/>
                    <a:lstStyle/>
                    <a:p>
                      <a:pPr marL="0" marR="0" indent="0" algn="ctr">
                        <a:lnSpc>
                          <a:spcPts val="3355"/>
                        </a:lnSpc>
                        <a:buNone/>
                        <a:defRPr sz="2400" b="1" cap="none">
                          <a:latin typeface="Glacial Indifference"/>
                          <a:ea typeface="Glacial Indifference"/>
                          <a:cs typeface="Glacial Indifference"/>
                        </a:defRPr>
                      </a:pPr>
                      <a:r>
                        <a:rPr cap="none">
                          <a:solidFill>
                            <a:srgbClr val="FFFFFF"/>
                          </a:solidFill>
                        </a:rPr>
                        <a:t>Tanggal</a:t>
                      </a:r>
                    </a:p>
                  </a:txBody>
                  <a:tcPr marL="190500" marR="190500" marT="190500" marB="190500" anchor="ctr">
                    <a:lnL w="38100" algn="ctr">
                      <a:solidFill>
                        <a:srgbClr val="BFDDD2"/>
                      </a:solidFill>
                    </a:lnL>
                    <a:lnR w="38100" algn="ctr">
                      <a:solidFill>
                        <a:srgbClr val="BFDDD2"/>
                      </a:solidFill>
                    </a:lnR>
                    <a:lnT w="38100" algn="ctr">
                      <a:solidFill>
                        <a:srgbClr val="BFDDD2"/>
                      </a:solidFill>
                    </a:lnT>
                    <a:lnB w="38100" algn="ctr">
                      <a:solidFill>
                        <a:srgbClr val="BFDDD2"/>
                      </a:solidFill>
                    </a:lnB>
                    <a:noFill/>
                  </a:tcPr>
                </a:tc>
                <a:tc>
                  <a:txBody>
                    <a:bodyPr/>
                    <a:lstStyle/>
                    <a:p>
                      <a:pPr marL="0" marR="0" indent="0" algn="ctr">
                        <a:lnSpc>
                          <a:spcPts val="3355"/>
                        </a:lnSpc>
                        <a:buNone/>
                        <a:defRPr sz="2400" b="1" cap="none">
                          <a:latin typeface="Glacial Indifference"/>
                          <a:ea typeface="Glacial Indifference"/>
                          <a:cs typeface="Glacial Indifference"/>
                        </a:defRPr>
                      </a:pPr>
                      <a:r>
                        <a:rPr cap="none">
                          <a:solidFill>
                            <a:srgbClr val="FFFFFF"/>
                          </a:solidFill>
                        </a:rPr>
                        <a:t>No. DK</a:t>
                      </a:r>
                    </a:p>
                  </a:txBody>
                  <a:tcPr marL="190500" marR="190500" marT="190500" marB="190500" anchor="ctr">
                    <a:lnL w="38100" algn="ctr">
                      <a:solidFill>
                        <a:srgbClr val="BFDDD2"/>
                      </a:solidFill>
                    </a:lnL>
                    <a:lnR w="38100" algn="ctr">
                      <a:solidFill>
                        <a:srgbClr val="BFDDD2"/>
                      </a:solidFill>
                    </a:lnR>
                    <a:lnT w="38100" algn="ctr">
                      <a:solidFill>
                        <a:srgbClr val="BFDDD2"/>
                      </a:solidFill>
                    </a:lnT>
                    <a:lnB w="38100" algn="ctr">
                      <a:solidFill>
                        <a:srgbClr val="BFDDD2"/>
                      </a:solidFill>
                    </a:lnB>
                    <a:noFill/>
                  </a:tcPr>
                </a:tc>
                <a:tc>
                  <a:txBody>
                    <a:bodyPr/>
                    <a:lstStyle/>
                    <a:p>
                      <a:pPr marL="0" marR="0" indent="0" algn="ctr">
                        <a:lnSpc>
                          <a:spcPts val="3355"/>
                        </a:lnSpc>
                        <a:buNone/>
                        <a:defRPr sz="2400" b="1" cap="none">
                          <a:latin typeface="Glacial Indifference"/>
                          <a:ea typeface="Glacial Indifference"/>
                          <a:cs typeface="Glacial Indifference"/>
                        </a:defRPr>
                      </a:pPr>
                      <a:r>
                        <a:rPr cap="none">
                          <a:solidFill>
                            <a:srgbClr val="FFFFFF"/>
                          </a:solidFill>
                        </a:rPr>
                        <a:t>Tindakan Keperawatan dan Reaksi Hasil</a:t>
                      </a:r>
                    </a:p>
                  </a:txBody>
                  <a:tcPr marL="190500" marR="190500" marT="190500" marB="190500" anchor="ctr">
                    <a:lnL w="38100" algn="ctr">
                      <a:solidFill>
                        <a:srgbClr val="BFDDD2"/>
                      </a:solidFill>
                    </a:lnL>
                    <a:lnR w="38100" algn="ctr">
                      <a:solidFill>
                        <a:srgbClr val="BFDDD2"/>
                      </a:solidFill>
                    </a:lnR>
                    <a:lnT w="38100" algn="ctr">
                      <a:solidFill>
                        <a:srgbClr val="BFDDD2"/>
                      </a:solidFill>
                    </a:lnT>
                    <a:lnB w="38100" algn="ctr">
                      <a:solidFill>
                        <a:srgbClr val="BFDDD2"/>
                      </a:solidFill>
                    </a:lnB>
                    <a:noFill/>
                  </a:tcPr>
                </a:tc>
                <a:extLst>
                  <a:ext uri="{0D108BD9-81ED-4DB2-BD59-A6C34878D82A}">
                    <a16:rowId xmlns:a16="http://schemas.microsoft.com/office/drawing/2014/main" val="10000"/>
                  </a:ext>
                </a:extLst>
              </a:tr>
              <a:tr h="4497070">
                <a:tc>
                  <a:txBody>
                    <a:bodyPr/>
                    <a:lstStyle/>
                    <a:p>
                      <a:pPr marL="0" marR="0" indent="0" algn="l">
                        <a:lnSpc>
                          <a:spcPts val="3355"/>
                        </a:lnSpc>
                        <a:buNone/>
                        <a:defRPr/>
                      </a:pPr>
                      <a:r>
                        <a:rPr sz="2400" cap="none">
                          <a:solidFill>
                            <a:srgbClr val="E4E4E4"/>
                          </a:solidFill>
                          <a:latin typeface="Glacial Indifference"/>
                          <a:ea typeface="Glacial Indifference"/>
                          <a:cs typeface="Glacial Indifference"/>
                        </a:rPr>
                        <a:t>11 Desember 2023</a:t>
                      </a:r>
                      <a:endParaRPr sz="1100" cap="none"/>
                    </a:p>
                  </a:txBody>
                  <a:tcPr marL="190500" marR="190500" marT="190500" marB="190500">
                    <a:lnL w="38100" algn="ctr">
                      <a:solidFill>
                        <a:srgbClr val="BFDDD2"/>
                      </a:solidFill>
                    </a:lnL>
                    <a:lnR w="38100" algn="ctr">
                      <a:solidFill>
                        <a:srgbClr val="BFDDD2"/>
                      </a:solidFill>
                    </a:lnR>
                    <a:lnT w="38100" algn="ctr">
                      <a:solidFill>
                        <a:srgbClr val="BFDDD2"/>
                      </a:solidFill>
                    </a:lnT>
                    <a:lnB w="38100" algn="ctr">
                      <a:solidFill>
                        <a:srgbClr val="BFDDD2"/>
                      </a:solidFill>
                    </a:lnB>
                    <a:noFill/>
                  </a:tcPr>
                </a:tc>
                <a:tc>
                  <a:txBody>
                    <a:bodyPr/>
                    <a:lstStyle/>
                    <a:p>
                      <a:pPr marL="0" marR="0" indent="0" algn="l">
                        <a:lnSpc>
                          <a:spcPts val="3355"/>
                        </a:lnSpc>
                        <a:buNone/>
                        <a:defRPr/>
                      </a:pPr>
                      <a:r>
                        <a:rPr sz="2400" cap="none">
                          <a:solidFill>
                            <a:srgbClr val="E4E4E4"/>
                          </a:solidFill>
                          <a:latin typeface="Glacial Indifference"/>
                          <a:ea typeface="Glacial Indifference"/>
                          <a:cs typeface="Glacial Indifference"/>
                        </a:rPr>
                        <a:t>1</a:t>
                      </a:r>
                      <a:endParaRPr sz="1100" cap="none"/>
                    </a:p>
                  </a:txBody>
                  <a:tcPr marL="190500" marR="190500" marT="190500" marB="190500">
                    <a:lnL w="38100" algn="ctr">
                      <a:solidFill>
                        <a:srgbClr val="BFDDD2"/>
                      </a:solidFill>
                    </a:lnL>
                    <a:lnR w="38100" algn="ctr">
                      <a:solidFill>
                        <a:srgbClr val="BFDDD2"/>
                      </a:solidFill>
                    </a:lnR>
                    <a:lnT w="38100" algn="ctr">
                      <a:solidFill>
                        <a:srgbClr val="BFDDD2"/>
                      </a:solidFill>
                    </a:lnT>
                    <a:lnB w="38100" algn="ctr">
                      <a:solidFill>
                        <a:srgbClr val="BFDDD2"/>
                      </a:solidFill>
                    </a:lnB>
                    <a:noFill/>
                  </a:tcPr>
                </a:tc>
                <a:tc>
                  <a:txBody>
                    <a:bodyPr/>
                    <a:lstStyle/>
                    <a:p>
                      <a:pPr marL="360045" marR="0" indent="-360045" algn="l">
                        <a:lnSpc>
                          <a:spcPts val="2875"/>
                        </a:lnSpc>
                        <a:buFont typeface="Arial"/>
                        <a:buChar char="•"/>
                        <a:defRPr/>
                      </a:pPr>
                      <a:r>
                        <a:rPr sz="2400" cap="none">
                          <a:solidFill>
                            <a:srgbClr val="E4E4E4"/>
                          </a:solidFill>
                          <a:latin typeface="Glacial Indifference"/>
                          <a:ea typeface="Glacial Indifference"/>
                          <a:cs typeface="Glacial Indifference"/>
                        </a:rPr>
                        <a:t>Melibatkan keluarga untuk membantu klien dalam melakukan pergerakan</a:t>
                      </a:r>
                    </a:p>
                    <a:p>
                      <a:pPr marL="360045" marR="0" indent="-360045" algn="l">
                        <a:lnSpc>
                          <a:spcPts val="2875"/>
                        </a:lnSpc>
                        <a:buFont typeface="Arial"/>
                        <a:buChar char="•"/>
                        <a:defRPr/>
                      </a:pPr>
                      <a:r>
                        <a:rPr sz="2400" cap="none">
                          <a:solidFill>
                            <a:srgbClr val="E4E4E4"/>
                          </a:solidFill>
                          <a:latin typeface="Glacial Indifference"/>
                          <a:ea typeface="Glacial Indifference"/>
                          <a:cs typeface="Glacial Indifference"/>
                        </a:rPr>
                        <a:t>Memonitor aktivitas dan mobilisasi keterbatasan gerak</a:t>
                      </a:r>
                    </a:p>
                    <a:p>
                      <a:pPr marL="360045" marR="0" indent="-360045" algn="l">
                        <a:lnSpc>
                          <a:spcPts val="2875"/>
                        </a:lnSpc>
                        <a:buFont typeface="Arial"/>
                        <a:buChar char="•"/>
                        <a:defRPr/>
                      </a:pPr>
                      <a:r>
                        <a:rPr sz="2400" cap="none">
                          <a:solidFill>
                            <a:srgbClr val="E4E4E4"/>
                          </a:solidFill>
                          <a:latin typeface="Glacial Indifference"/>
                          <a:ea typeface="Glacial Indifference"/>
                          <a:cs typeface="Glacial Indifference"/>
                        </a:rPr>
                        <a:t>Memonitor kondisi umum selama pasien melakukan mobilitas fisik</a:t>
                      </a:r>
                    </a:p>
                    <a:p>
                      <a:pPr marL="0" marR="0" indent="0" algn="l">
                        <a:lnSpc>
                          <a:spcPts val="2875"/>
                        </a:lnSpc>
                        <a:buNone/>
                        <a:defRPr sz="2400" cap="none">
                          <a:solidFill>
                            <a:srgbClr val="E4E4E4"/>
                          </a:solidFill>
                          <a:latin typeface="Glacial Indifference"/>
                          <a:ea typeface="Glacial Indifference"/>
                          <a:cs typeface="Glacial Indifference"/>
                        </a:defRPr>
                      </a:pPr>
                      <a:endParaRPr/>
                    </a:p>
                    <a:p>
                      <a:pPr marL="0" marR="0" indent="0" algn="l">
                        <a:lnSpc>
                          <a:spcPts val="2875"/>
                        </a:lnSpc>
                        <a:buNone/>
                        <a:defRPr b="1" cap="none"/>
                      </a:pPr>
                      <a:r>
                        <a:rPr sz="2400" cap="none">
                          <a:solidFill>
                            <a:srgbClr val="E4E4E4"/>
                          </a:solidFill>
                          <a:latin typeface="Glacial Indifference"/>
                          <a:ea typeface="Glacial Indifference"/>
                          <a:cs typeface="Glacial Indifference"/>
                        </a:rPr>
                        <a:t>Memonitor tanda dan infeksi lokal dan sistemik</a:t>
                      </a:r>
                    </a:p>
                    <a:p>
                      <a:pPr marL="0" marR="0" indent="0" algn="l">
                        <a:lnSpc>
                          <a:spcPts val="2875"/>
                        </a:lnSpc>
                        <a:buNone/>
                        <a:defRPr/>
                      </a:pPr>
                      <a:r>
                        <a:rPr sz="2400" cap="none">
                          <a:solidFill>
                            <a:srgbClr val="E4E4E4"/>
                          </a:solidFill>
                          <a:latin typeface="Glacial Indifference"/>
                          <a:ea typeface="Glacial Indifference"/>
                          <a:cs typeface="Glacial Indifference"/>
                        </a:rPr>
                        <a:t>Rh: Tidak ada tanda dan gejala infeksi</a:t>
                      </a:r>
                    </a:p>
                    <a:p>
                      <a:pPr marL="0" marR="0" indent="0" algn="l">
                        <a:lnSpc>
                          <a:spcPts val="2875"/>
                        </a:lnSpc>
                        <a:buNone/>
                        <a:defRPr b="1" cap="none"/>
                      </a:pPr>
                      <a:r>
                        <a:rPr sz="2400" cap="none">
                          <a:solidFill>
                            <a:srgbClr val="E4E4E4"/>
                          </a:solidFill>
                          <a:latin typeface="Glacial Indifference"/>
                          <a:ea typeface="Glacial Indifference"/>
                          <a:cs typeface="Glacial Indifference"/>
                        </a:rPr>
                        <a:t>Mencuci tangan sebelum dan sesudah kontak dengan pasien dan lingkungan pasien </a:t>
                      </a:r>
                    </a:p>
                    <a:p>
                      <a:pPr marL="0" marR="0" indent="0" algn="l">
                        <a:lnSpc>
                          <a:spcPts val="2875"/>
                        </a:lnSpc>
                        <a:buNone/>
                        <a:defRPr/>
                      </a:pPr>
                      <a:r>
                        <a:rPr sz="2400" cap="none">
                          <a:solidFill>
                            <a:srgbClr val="E4E4E4"/>
                          </a:solidFill>
                          <a:latin typeface="Glacial Indifference"/>
                          <a:ea typeface="Glacial Indifference"/>
                          <a:cs typeface="Glacial Indifference"/>
                        </a:rPr>
                        <a:t>Rh: Menjaga kebersihan agar terhindar dari bakteri dan virus</a:t>
                      </a:r>
                    </a:p>
                    <a:p>
                      <a:pPr marL="0" marR="0" indent="0" algn="l">
                        <a:lnSpc>
                          <a:spcPts val="2875"/>
                        </a:lnSpc>
                        <a:buNone/>
                        <a:defRPr/>
                      </a:pPr>
                      <a:r>
                        <a:rPr sz="2400" cap="none">
                          <a:solidFill>
                            <a:srgbClr val="E4E4E4"/>
                          </a:solidFill>
                          <a:latin typeface="Glacial Indifference"/>
                          <a:ea typeface="Glacial Indifference"/>
                          <a:cs typeface="Glacial Indifference"/>
                        </a:rPr>
                        <a:t> </a:t>
                      </a:r>
                      <a:r>
                        <a:rPr sz="2400" b="1" cap="none">
                          <a:solidFill>
                            <a:srgbClr val="E4E4E4"/>
                          </a:solidFill>
                          <a:latin typeface="Glacial Indifference"/>
                          <a:ea typeface="Glacial Indifference"/>
                          <a:cs typeface="Glacial Indifference"/>
                        </a:rPr>
                        <a:t>Menjelaskan tanda dan gejala infeksi</a:t>
                      </a:r>
                      <a:endParaRPr sz="2400" cap="none">
                        <a:solidFill>
                          <a:srgbClr val="E4E4E4"/>
                        </a:solidFill>
                        <a:latin typeface="Glacial Indifference"/>
                        <a:ea typeface="Glacial Indifference"/>
                        <a:cs typeface="Glacial Indifference"/>
                      </a:endParaRPr>
                    </a:p>
                  </a:txBody>
                  <a:tcPr marL="190500" marR="190500" marT="190500" marB="190500">
                    <a:lnL w="38100" algn="ctr">
                      <a:solidFill>
                        <a:srgbClr val="BFDDD2"/>
                      </a:solidFill>
                    </a:lnL>
                    <a:lnR w="38100" algn="ctr">
                      <a:solidFill>
                        <a:srgbClr val="BFDDD2"/>
                      </a:solidFill>
                    </a:lnR>
                    <a:lnT w="38100" algn="ctr">
                      <a:solidFill>
                        <a:srgbClr val="BFDDD2"/>
                      </a:solidFill>
                    </a:lnT>
                    <a:lnB w="38100" algn="ctr">
                      <a:solidFill>
                        <a:srgbClr val="BFDDD2"/>
                      </a:solidFill>
                    </a:lnB>
                    <a:noFill/>
                  </a:tcPr>
                </a:tc>
                <a:extLst>
                  <a:ext uri="{0D108BD9-81ED-4DB2-BD59-A6C34878D82A}">
                    <a16:rowId xmlns:a16="http://schemas.microsoft.com/office/drawing/2014/main" val="10001"/>
                  </a:ext>
                </a:extLst>
              </a:tr>
            </a:tbl>
          </a:graphicData>
        </a:graphic>
      </p:graphicFrame>
      <p:sp>
        <p:nvSpPr>
          <p:cNvPr id="432140580" name="TextBox 16"/>
          <p:cNvSpPr/>
          <p:nvPr/>
        </p:nvSpPr>
        <p:spPr bwMode="auto">
          <a:xfrm>
            <a:off x="1028700" y="1812290"/>
            <a:ext cx="16230600" cy="852805"/>
          </a:xfrm>
          <a:prstGeom prst="rect">
            <a:avLst/>
          </a:prstGeom>
          <a:noFill/>
          <a:ln>
            <a:noFill/>
          </a:ln>
          <a:effectLst/>
        </p:spPr>
        <p:txBody>
          <a:bodyPr vert="horz" wrap="square" lIns="0" tIns="0" rIns="0" bIns="0" numCol="1" spcCol="215899" anchor="t"/>
          <a:lstStyle/>
          <a:p>
            <a:pPr algn="ctr">
              <a:lnSpc>
                <a:spcPts val="6715"/>
              </a:lnSpc>
              <a:defRPr sz="4800" b="1" cap="none">
                <a:solidFill>
                  <a:srgbClr val="FFFFFF"/>
                </a:solidFill>
                <a:latin typeface="Glacial Indifference"/>
                <a:ea typeface="Glacial Indifference"/>
                <a:cs typeface="Glacial Indifference"/>
              </a:defRPr>
            </a:pPr>
            <a:r>
              <a:t>Proses Keperawatan: Pelaksanaan Keperawatan</a:t>
            </a:r>
          </a:p>
        </p:txBody>
      </p:sp>
      <p:sp>
        <p:nvSpPr>
          <p:cNvPr id="182219604" name="TextBox 17"/>
          <p:cNvSpPr/>
          <p:nvPr/>
        </p:nvSpPr>
        <p:spPr bwMode="auto">
          <a:xfrm>
            <a:off x="11430000" y="8963025"/>
            <a:ext cx="4752340" cy="533400"/>
          </a:xfrm>
          <a:prstGeom prst="rect">
            <a:avLst/>
          </a:prstGeom>
          <a:noFill/>
          <a:ln>
            <a:noFill/>
          </a:ln>
          <a:effectLst/>
        </p:spPr>
        <p:txBody>
          <a:bodyPr vert="horz" wrap="square" lIns="0" tIns="0" rIns="0" bIns="0" numCol="1" spcCol="215899" anchor="t"/>
          <a:lstStyle/>
          <a:p>
            <a:pPr algn="r">
              <a:lnSpc>
                <a:spcPts val="4200"/>
              </a:lnSpc>
              <a:defRPr sz="3000" b="1" cap="none">
                <a:solidFill>
                  <a:srgbClr val="FFFFFF"/>
                </a:solidFill>
                <a:latin typeface="Glacial Indifference"/>
                <a:ea typeface="Glacial Indifference"/>
                <a:cs typeface="Glacial Indifference"/>
              </a:defRPr>
            </a:pPr>
            <a:r>
              <a:t>FRAKTUR HUMERUS </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showMasterPhAnim="0">
  <p:cSld>
    <p:bg>
      <p:bgPr>
        <a:solidFill>
          <a:srgbClr val="5DA295"/>
        </a:solidFill>
        <a:effectLst/>
      </p:bgPr>
    </p:bg>
    <p:spTree>
      <p:nvGrpSpPr>
        <p:cNvPr id="1" name=""/>
        <p:cNvGrpSpPr/>
        <p:nvPr/>
      </p:nvGrpSpPr>
      <p:grpSpPr bwMode="auto">
        <a:xfrm>
          <a:off x="0" y="0"/>
          <a:ext cx="0" cy="0"/>
          <a:chOff x="0" y="0"/>
          <a:chExt cx="0" cy="0"/>
        </a:xfrm>
      </p:grpSpPr>
      <p:grpSp>
        <p:nvGrpSpPr>
          <p:cNvPr id="1594185320" name="Group 2"/>
          <p:cNvGrpSpPr/>
          <p:nvPr/>
        </p:nvGrpSpPr>
        <p:grpSpPr bwMode="auto">
          <a:xfrm>
            <a:off x="0" y="10073640"/>
            <a:ext cx="18288000" cy="213360"/>
            <a:chOff x="0" y="10073640"/>
            <a:chExt cx="18288000" cy="213360"/>
          </a:xfrm>
        </p:grpSpPr>
        <p:sp>
          <p:nvSpPr>
            <p:cNvPr id="4" name="Freeform 3"/>
            <p:cNvSpPr/>
            <p:nvPr/>
          </p:nvSpPr>
          <p:spPr bwMode="auto">
            <a:xfrm>
              <a:off x="0" y="1007364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E4E4E4"/>
            </a:solidFill>
            <a:ln>
              <a:noFill/>
            </a:ln>
            <a:effectLst/>
          </p:spPr>
        </p:sp>
        <p:sp>
          <p:nvSpPr>
            <p:cNvPr id="3" name="TextBox 4"/>
            <p:cNvSpPr/>
            <p:nvPr/>
          </p:nvSpPr>
          <p:spPr bwMode="auto">
            <a:xfrm>
              <a:off x="0" y="992886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228935754" name="Group 5"/>
          <p:cNvGrpSpPr/>
          <p:nvPr/>
        </p:nvGrpSpPr>
        <p:grpSpPr bwMode="auto">
          <a:xfrm>
            <a:off x="0" y="0"/>
            <a:ext cx="18288000" cy="213360"/>
            <a:chOff x="0" y="0"/>
            <a:chExt cx="18288000" cy="213360"/>
          </a:xfrm>
        </p:grpSpPr>
        <p:sp>
          <p:nvSpPr>
            <p:cNvPr id="7" name="Freeform 6"/>
            <p:cNvSpPr/>
            <p:nvPr/>
          </p:nvSpPr>
          <p:spPr bwMode="auto">
            <a:xfrm>
              <a:off x="0" y="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BFDDD2"/>
            </a:solidFill>
            <a:ln>
              <a:noFill/>
            </a:ln>
            <a:effectLst/>
          </p:spPr>
        </p:sp>
        <p:sp>
          <p:nvSpPr>
            <p:cNvPr id="6" name="TextBox 7"/>
            <p:cNvSpPr/>
            <p:nvPr/>
          </p:nvSpPr>
          <p:spPr bwMode="auto">
            <a:xfrm>
              <a:off x="0" y="-14478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1426835346" name="TextBox 8"/>
          <p:cNvSpPr/>
          <p:nvPr/>
        </p:nvSpPr>
        <p:spPr bwMode="auto">
          <a:xfrm>
            <a:off x="16563975" y="8834120"/>
            <a:ext cx="955040" cy="799465"/>
          </a:xfrm>
          <a:prstGeom prst="rect">
            <a:avLst/>
          </a:prstGeom>
          <a:noFill/>
          <a:ln>
            <a:noFill/>
          </a:ln>
          <a:effectLst/>
        </p:spPr>
        <p:txBody>
          <a:bodyPr vert="horz" wrap="square" lIns="0" tIns="0" rIns="0" bIns="0" numCol="1" spcCol="215899" anchor="t"/>
          <a:lstStyle/>
          <a:p>
            <a:pPr algn="r">
              <a:lnSpc>
                <a:spcPts val="6295"/>
              </a:lnSpc>
              <a:defRPr sz="4500" b="1" cap="none">
                <a:solidFill>
                  <a:srgbClr val="FFFFFF"/>
                </a:solidFill>
                <a:latin typeface="Glacial Indifference"/>
                <a:ea typeface="Glacial Indifference"/>
                <a:cs typeface="Glacial Indifference"/>
              </a:defRPr>
            </a:pPr>
            <a:r>
              <a:t>37</a:t>
            </a:r>
          </a:p>
        </p:txBody>
      </p:sp>
      <p:sp>
        <p:nvSpPr>
          <p:cNvPr id="1170955307" name="AutoShape 9"/>
          <p:cNvSpPr/>
          <p:nvPr/>
        </p:nvSpPr>
        <p:spPr bwMode="auto">
          <a:xfrm>
            <a:off x="16563975" y="8877300"/>
            <a:ext cx="0" cy="762000"/>
          </a:xfrm>
          <a:prstGeom prst="line">
            <a:avLst/>
          </a:prstGeom>
          <a:noFill/>
          <a:ln w="95250" cap="flat" cmpd="sng" algn="ctr">
            <a:solidFill>
              <a:srgbClr val="BFDDD2"/>
            </a:solidFill>
            <a:prstDash val="solid"/>
            <a:headEnd type="none"/>
            <a:tailEnd type="none"/>
          </a:ln>
          <a:effectLst/>
        </p:spPr>
      </p:sp>
      <p:sp>
        <p:nvSpPr>
          <p:cNvPr id="1318628469" name="Freeform 10"/>
          <p:cNvSpPr/>
          <p:nvPr/>
        </p:nvSpPr>
        <p:spPr bwMode="auto">
          <a:xfrm>
            <a:off x="16315690" y="677545"/>
            <a:ext cx="1452245" cy="1457325"/>
          </a:xfrm>
          <a:custGeom>
            <a:avLst/>
            <a:gdLst/>
            <a:ahLst/>
            <a:cxnLst/>
            <a:rect l="0" t="0" r="1452245" b="1457325"/>
            <a:pathLst>
              <a:path w="1452245" h="1457325" extrusionOk="0">
                <a:moveTo>
                  <a:pt x="0" y="0"/>
                </a:moveTo>
                <a:lnTo>
                  <a:pt x="1452246" y="0"/>
                </a:lnTo>
                <a:lnTo>
                  <a:pt x="1452246" y="1457325"/>
                </a:lnTo>
                <a:lnTo>
                  <a:pt x="0" y="1457325"/>
                </a:lnTo>
                <a:lnTo>
                  <a:pt x="0" y="0"/>
                </a:lnTo>
                <a:close/>
              </a:path>
            </a:pathLst>
          </a:custGeom>
          <a:blipFill>
            <a:blip r:embed="rId3"/>
            <a:stretch/>
          </a:blipFill>
          <a:ln>
            <a:noFill/>
          </a:ln>
          <a:effectLst/>
        </p:spPr>
      </p:sp>
      <p:sp>
        <p:nvSpPr>
          <p:cNvPr id="354847143" name="Freeform 11"/>
          <p:cNvSpPr/>
          <p:nvPr/>
        </p:nvSpPr>
        <p:spPr bwMode="auto">
          <a:xfrm>
            <a:off x="15555595" y="2275205"/>
            <a:ext cx="713105" cy="713105"/>
          </a:xfrm>
          <a:custGeom>
            <a:avLst/>
            <a:gdLst/>
            <a:ahLst/>
            <a:cxnLst/>
            <a:rect l="0" t="0" r="713105" b="713105"/>
            <a:pathLst>
              <a:path w="713105" h="713105" extrusionOk="0">
                <a:moveTo>
                  <a:pt x="0" y="0"/>
                </a:moveTo>
                <a:lnTo>
                  <a:pt x="713105" y="0"/>
                </a:lnTo>
                <a:lnTo>
                  <a:pt x="713105" y="713105"/>
                </a:lnTo>
                <a:lnTo>
                  <a:pt x="0" y="713105"/>
                </a:lnTo>
                <a:lnTo>
                  <a:pt x="0" y="0"/>
                </a:lnTo>
                <a:close/>
              </a:path>
            </a:pathLst>
          </a:custGeom>
          <a:blipFill>
            <a:blip r:embed="rId4"/>
            <a:stretch/>
          </a:blipFill>
          <a:ln>
            <a:noFill/>
          </a:ln>
          <a:effectLst/>
        </p:spPr>
      </p:sp>
      <p:sp>
        <p:nvSpPr>
          <p:cNvPr id="1529409857" name="Freeform 12"/>
          <p:cNvSpPr/>
          <p:nvPr/>
        </p:nvSpPr>
        <p:spPr bwMode="auto">
          <a:xfrm>
            <a:off x="-546100" y="6885305"/>
            <a:ext cx="3983990" cy="3984625"/>
          </a:xfrm>
          <a:custGeom>
            <a:avLst/>
            <a:gdLst/>
            <a:ahLst/>
            <a:cxnLst/>
            <a:rect l="0" t="0" r="3983990" b="3984625"/>
            <a:pathLst>
              <a:path w="3983990" h="3984625" extrusionOk="0">
                <a:moveTo>
                  <a:pt x="0" y="0"/>
                </a:moveTo>
                <a:lnTo>
                  <a:pt x="3983990" y="0"/>
                </a:lnTo>
                <a:lnTo>
                  <a:pt x="3983990" y="3984623"/>
                </a:lnTo>
                <a:lnTo>
                  <a:pt x="0" y="3984623"/>
                </a:lnTo>
                <a:lnTo>
                  <a:pt x="0" y="0"/>
                </a:lnTo>
                <a:close/>
              </a:path>
            </a:pathLst>
          </a:custGeom>
          <a:blipFill>
            <a:blip r:embed="rId5"/>
            <a:stretch/>
          </a:blipFill>
          <a:ln>
            <a:noFill/>
          </a:ln>
          <a:effectLst/>
        </p:spPr>
      </p:sp>
      <p:sp>
        <p:nvSpPr>
          <p:cNvPr id="2044124067" name="Freeform 13"/>
          <p:cNvSpPr/>
          <p:nvPr/>
        </p:nvSpPr>
        <p:spPr bwMode="auto">
          <a:xfrm>
            <a:off x="2987040" y="7590790"/>
            <a:ext cx="1908810" cy="1546225"/>
          </a:xfrm>
          <a:custGeom>
            <a:avLst/>
            <a:gdLst/>
            <a:ahLst/>
            <a:cxnLst/>
            <a:rect l="0" t="0" r="1908810" b="1546225"/>
            <a:pathLst>
              <a:path w="1908810" h="1546225" extrusionOk="0">
                <a:moveTo>
                  <a:pt x="0" y="0"/>
                </a:moveTo>
                <a:lnTo>
                  <a:pt x="1908810" y="0"/>
                </a:lnTo>
                <a:lnTo>
                  <a:pt x="1908810" y="1546225"/>
                </a:lnTo>
                <a:lnTo>
                  <a:pt x="0" y="1546225"/>
                </a:lnTo>
                <a:lnTo>
                  <a:pt x="0" y="0"/>
                </a:lnTo>
                <a:close/>
              </a:path>
            </a:pathLst>
          </a:custGeom>
          <a:blipFill>
            <a:blip r:embed="rId6"/>
            <a:stretch/>
          </a:blipFill>
          <a:ln>
            <a:noFill/>
          </a:ln>
          <a:effectLst/>
        </p:spPr>
      </p:sp>
      <p:sp>
        <p:nvSpPr>
          <p:cNvPr id="1466246530" name="Freeform 14"/>
          <p:cNvSpPr/>
          <p:nvPr/>
        </p:nvSpPr>
        <p:spPr bwMode="auto">
          <a:xfrm>
            <a:off x="0" y="0"/>
            <a:ext cx="5100320" cy="2209800"/>
          </a:xfrm>
          <a:custGeom>
            <a:avLst/>
            <a:gdLst/>
            <a:ahLst/>
            <a:cxnLst/>
            <a:rect l="0" t="0" r="5100320" b="2209800"/>
            <a:pathLst>
              <a:path w="5100320" h="2209800" extrusionOk="0">
                <a:moveTo>
                  <a:pt x="0" y="0"/>
                </a:moveTo>
                <a:lnTo>
                  <a:pt x="5100320" y="0"/>
                </a:lnTo>
                <a:lnTo>
                  <a:pt x="5100320" y="2209800"/>
                </a:lnTo>
                <a:lnTo>
                  <a:pt x="0" y="2209800"/>
                </a:lnTo>
                <a:lnTo>
                  <a:pt x="0" y="0"/>
                </a:lnTo>
                <a:close/>
              </a:path>
            </a:pathLst>
          </a:custGeom>
          <a:blipFill>
            <a:blip r:embed="rId7"/>
            <a:stretch/>
          </a:blipFill>
          <a:ln>
            <a:noFill/>
          </a:ln>
          <a:effectLst/>
        </p:spPr>
      </p:sp>
      <p:graphicFrame>
        <p:nvGraphicFramePr>
          <p:cNvPr id="1050988721" name="Tabel 1050988720"/>
          <p:cNvGraphicFramePr>
            <a:graphicFrameLocks noGrp="1"/>
          </p:cNvGraphicFramePr>
          <p:nvPr/>
        </p:nvGraphicFramePr>
        <p:xfrm>
          <a:off x="1028700" y="2933699"/>
          <a:ext cx="16230600" cy="5019040"/>
        </p:xfrm>
        <a:graphic>
          <a:graphicData uri="http://schemas.openxmlformats.org/drawingml/2006/table">
            <a:tbl>
              <a:tblPr>
                <a:noFill/>
              </a:tblPr>
              <a:tblGrid>
                <a:gridCol w="2900680">
                  <a:extLst>
                    <a:ext uri="{9D8B030D-6E8A-4147-A177-3AD203B41FA5}">
                      <a16:colId xmlns:a16="http://schemas.microsoft.com/office/drawing/2014/main" val="20000"/>
                    </a:ext>
                  </a:extLst>
                </a:gridCol>
                <a:gridCol w="1161415">
                  <a:extLst>
                    <a:ext uri="{9D8B030D-6E8A-4147-A177-3AD203B41FA5}">
                      <a16:colId xmlns:a16="http://schemas.microsoft.com/office/drawing/2014/main" val="20001"/>
                    </a:ext>
                  </a:extLst>
                </a:gridCol>
                <a:gridCol w="12168505">
                  <a:extLst>
                    <a:ext uri="{9D8B030D-6E8A-4147-A177-3AD203B41FA5}">
                      <a16:colId xmlns:a16="http://schemas.microsoft.com/office/drawing/2014/main" val="20002"/>
                    </a:ext>
                  </a:extLst>
                </a:gridCol>
              </a:tblGrid>
              <a:tr h="1276350">
                <a:tc>
                  <a:txBody>
                    <a:bodyPr/>
                    <a:lstStyle/>
                    <a:p>
                      <a:pPr marL="0" marR="0" indent="0" algn="ctr">
                        <a:lnSpc>
                          <a:spcPts val="3355"/>
                        </a:lnSpc>
                        <a:buNone/>
                        <a:defRPr sz="2400" b="1" cap="none">
                          <a:latin typeface="Glacial Indifference"/>
                          <a:ea typeface="Glacial Indifference"/>
                          <a:cs typeface="Glacial Indifference"/>
                        </a:defRPr>
                      </a:pPr>
                      <a:r>
                        <a:rPr cap="none">
                          <a:solidFill>
                            <a:srgbClr val="FFFFFF"/>
                          </a:solidFill>
                        </a:rPr>
                        <a:t>Tanggal</a:t>
                      </a:r>
                    </a:p>
                  </a:txBody>
                  <a:tcPr marL="190500" marR="190500" marT="190500" marB="190500" anchor="ctr">
                    <a:lnL w="38100" algn="ctr">
                      <a:solidFill>
                        <a:srgbClr val="BFDDD2"/>
                      </a:solidFill>
                    </a:lnL>
                    <a:lnR w="38100" algn="ctr">
                      <a:solidFill>
                        <a:srgbClr val="BFDDD2"/>
                      </a:solidFill>
                    </a:lnR>
                    <a:lnT w="38100" algn="ctr">
                      <a:solidFill>
                        <a:srgbClr val="BFDDD2"/>
                      </a:solidFill>
                    </a:lnT>
                    <a:lnB w="38100" algn="ctr">
                      <a:solidFill>
                        <a:srgbClr val="BFDDD2"/>
                      </a:solidFill>
                    </a:lnB>
                    <a:noFill/>
                  </a:tcPr>
                </a:tc>
                <a:tc>
                  <a:txBody>
                    <a:bodyPr/>
                    <a:lstStyle/>
                    <a:p>
                      <a:pPr marL="0" marR="0" indent="0" algn="ctr">
                        <a:lnSpc>
                          <a:spcPts val="3355"/>
                        </a:lnSpc>
                        <a:buNone/>
                        <a:defRPr sz="2400" b="1" cap="none">
                          <a:latin typeface="Glacial Indifference"/>
                          <a:ea typeface="Glacial Indifference"/>
                          <a:cs typeface="Glacial Indifference"/>
                        </a:defRPr>
                      </a:pPr>
                      <a:r>
                        <a:rPr cap="none">
                          <a:solidFill>
                            <a:srgbClr val="FFFFFF"/>
                          </a:solidFill>
                        </a:rPr>
                        <a:t>No. DK</a:t>
                      </a:r>
                    </a:p>
                  </a:txBody>
                  <a:tcPr marL="190500" marR="190500" marT="190500" marB="190500" anchor="ctr">
                    <a:lnL w="38100" algn="ctr">
                      <a:solidFill>
                        <a:srgbClr val="BFDDD2"/>
                      </a:solidFill>
                    </a:lnL>
                    <a:lnR w="38100" algn="ctr">
                      <a:solidFill>
                        <a:srgbClr val="BFDDD2"/>
                      </a:solidFill>
                    </a:lnR>
                    <a:lnT w="38100" algn="ctr">
                      <a:solidFill>
                        <a:srgbClr val="BFDDD2"/>
                      </a:solidFill>
                    </a:lnT>
                    <a:lnB w="38100" algn="ctr">
                      <a:solidFill>
                        <a:srgbClr val="BFDDD2"/>
                      </a:solidFill>
                    </a:lnB>
                    <a:noFill/>
                  </a:tcPr>
                </a:tc>
                <a:tc>
                  <a:txBody>
                    <a:bodyPr/>
                    <a:lstStyle/>
                    <a:p>
                      <a:pPr marL="0" marR="0" indent="0" algn="ctr">
                        <a:lnSpc>
                          <a:spcPts val="3355"/>
                        </a:lnSpc>
                        <a:buNone/>
                        <a:defRPr sz="2400" b="1" cap="none">
                          <a:latin typeface="Glacial Indifference"/>
                          <a:ea typeface="Glacial Indifference"/>
                          <a:cs typeface="Glacial Indifference"/>
                        </a:defRPr>
                      </a:pPr>
                      <a:r>
                        <a:rPr cap="none">
                          <a:solidFill>
                            <a:srgbClr val="FFFFFF"/>
                          </a:solidFill>
                        </a:rPr>
                        <a:t>Tindakan Keperawatan dan Reaksi Hasil</a:t>
                      </a:r>
                    </a:p>
                  </a:txBody>
                  <a:tcPr marL="190500" marR="190500" marT="190500" marB="190500" anchor="ctr">
                    <a:lnL w="38100" algn="ctr">
                      <a:solidFill>
                        <a:srgbClr val="BFDDD2"/>
                      </a:solidFill>
                    </a:lnL>
                    <a:lnR w="38100" algn="ctr">
                      <a:solidFill>
                        <a:srgbClr val="BFDDD2"/>
                      </a:solidFill>
                    </a:lnR>
                    <a:lnT w="38100" algn="ctr">
                      <a:solidFill>
                        <a:srgbClr val="BFDDD2"/>
                      </a:solidFill>
                    </a:lnT>
                    <a:lnB w="38100" algn="ctr">
                      <a:solidFill>
                        <a:srgbClr val="BFDDD2"/>
                      </a:solidFill>
                    </a:lnB>
                    <a:noFill/>
                  </a:tcPr>
                </a:tc>
                <a:extLst>
                  <a:ext uri="{0D108BD9-81ED-4DB2-BD59-A6C34878D82A}">
                    <a16:rowId xmlns:a16="http://schemas.microsoft.com/office/drawing/2014/main" val="10000"/>
                  </a:ext>
                </a:extLst>
              </a:tr>
              <a:tr h="3785870">
                <a:tc>
                  <a:txBody>
                    <a:bodyPr/>
                    <a:lstStyle/>
                    <a:p>
                      <a:pPr marL="0" marR="0" indent="0" algn="l">
                        <a:lnSpc>
                          <a:spcPts val="3355"/>
                        </a:lnSpc>
                        <a:buNone/>
                        <a:defRPr/>
                      </a:pPr>
                      <a:r>
                        <a:rPr sz="2400" cap="none">
                          <a:solidFill>
                            <a:srgbClr val="E4E4E4"/>
                          </a:solidFill>
                          <a:latin typeface="Glacial Indifference"/>
                          <a:ea typeface="Glacial Indifference"/>
                          <a:cs typeface="Glacial Indifference"/>
                        </a:rPr>
                        <a:t>12 Desember 2023</a:t>
                      </a:r>
                      <a:endParaRPr sz="1100" cap="none"/>
                    </a:p>
                  </a:txBody>
                  <a:tcPr marL="190500" marR="190500" marT="190500" marB="190500">
                    <a:lnL w="38100" algn="ctr">
                      <a:solidFill>
                        <a:srgbClr val="BFDDD2"/>
                      </a:solidFill>
                    </a:lnL>
                    <a:lnR w="38100" algn="ctr">
                      <a:solidFill>
                        <a:srgbClr val="BFDDD2"/>
                      </a:solidFill>
                    </a:lnR>
                    <a:lnT w="38100" algn="ctr">
                      <a:solidFill>
                        <a:srgbClr val="BFDDD2"/>
                      </a:solidFill>
                    </a:lnT>
                    <a:lnB w="38100" algn="ctr">
                      <a:solidFill>
                        <a:srgbClr val="BFDDD2"/>
                      </a:solidFill>
                    </a:lnB>
                    <a:noFill/>
                  </a:tcPr>
                </a:tc>
                <a:tc>
                  <a:txBody>
                    <a:bodyPr/>
                    <a:lstStyle/>
                    <a:p>
                      <a:pPr marL="0" marR="0" indent="0" algn="l">
                        <a:lnSpc>
                          <a:spcPts val="3355"/>
                        </a:lnSpc>
                        <a:buNone/>
                        <a:defRPr/>
                      </a:pPr>
                      <a:r>
                        <a:rPr sz="2400" cap="none">
                          <a:solidFill>
                            <a:srgbClr val="E4E4E4"/>
                          </a:solidFill>
                          <a:latin typeface="Glacial Indifference"/>
                          <a:ea typeface="Glacial Indifference"/>
                          <a:cs typeface="Glacial Indifference"/>
                        </a:rPr>
                        <a:t>2</a:t>
                      </a:r>
                      <a:endParaRPr sz="1100" cap="none"/>
                    </a:p>
                  </a:txBody>
                  <a:tcPr marL="190500" marR="190500" marT="190500" marB="190500">
                    <a:lnL w="38100" algn="ctr">
                      <a:solidFill>
                        <a:srgbClr val="BFDDD2"/>
                      </a:solidFill>
                    </a:lnL>
                    <a:lnR w="38100" algn="ctr">
                      <a:solidFill>
                        <a:srgbClr val="BFDDD2"/>
                      </a:solidFill>
                    </a:lnR>
                    <a:lnT w="38100" algn="ctr">
                      <a:solidFill>
                        <a:srgbClr val="BFDDD2"/>
                      </a:solidFill>
                    </a:lnT>
                    <a:lnB w="38100" algn="ctr">
                      <a:solidFill>
                        <a:srgbClr val="BFDDD2"/>
                      </a:solidFill>
                    </a:lnB>
                    <a:noFill/>
                  </a:tcPr>
                </a:tc>
                <a:tc>
                  <a:txBody>
                    <a:bodyPr/>
                    <a:lstStyle/>
                    <a:p>
                      <a:pPr marL="360045" marR="0" indent="-360045" algn="l">
                        <a:lnSpc>
                          <a:spcPts val="2875"/>
                        </a:lnSpc>
                        <a:buFont typeface="Arial"/>
                        <a:buChar char="•"/>
                        <a:defRPr/>
                      </a:pPr>
                      <a:r>
                        <a:rPr sz="2400" cap="none">
                          <a:solidFill>
                            <a:srgbClr val="E4E4E4"/>
                          </a:solidFill>
                          <a:latin typeface="Glacial Indifference"/>
                          <a:ea typeface="Glacial Indifference"/>
                          <a:cs typeface="Glacial Indifference"/>
                        </a:rPr>
                        <a:t>Memposisikan pasien ke posisi yang nyaman</a:t>
                      </a:r>
                    </a:p>
                    <a:p>
                      <a:pPr marL="360045" marR="0" indent="-360045" algn="l">
                        <a:lnSpc>
                          <a:spcPts val="2875"/>
                        </a:lnSpc>
                        <a:buFont typeface="Arial"/>
                        <a:buChar char="•"/>
                        <a:defRPr/>
                      </a:pPr>
                      <a:r>
                        <a:rPr sz="2400" cap="none">
                          <a:solidFill>
                            <a:srgbClr val="E4E4E4"/>
                          </a:solidFill>
                          <a:latin typeface="Glacial Indifference"/>
                          <a:ea typeface="Glacial Indifference"/>
                          <a:cs typeface="Glacial Indifference"/>
                        </a:rPr>
                        <a:t>Memonitoring keadaan umum dan tanda-tanda vital</a:t>
                      </a:r>
                    </a:p>
                    <a:p>
                      <a:pPr marL="360045" marR="0" indent="-360045" algn="l">
                        <a:lnSpc>
                          <a:spcPts val="2875"/>
                        </a:lnSpc>
                        <a:buFont typeface="Arial"/>
                        <a:buChar char="•"/>
                        <a:defRPr/>
                      </a:pPr>
                      <a:r>
                        <a:rPr sz="2400" cap="none">
                          <a:solidFill>
                            <a:srgbClr val="E4E4E4"/>
                          </a:solidFill>
                          <a:latin typeface="Glacial Indifference"/>
                          <a:ea typeface="Glacial Indifference"/>
                          <a:cs typeface="Glacial Indifference"/>
                        </a:rPr>
                        <a:t>Memonitoring tingkat skala nyeri</a:t>
                      </a:r>
                      <a:br>
                        <a:rPr/>
                      </a:br>
                      <a:endParaRPr sz="2400" cap="none">
                        <a:solidFill>
                          <a:srgbClr val="E4E4E4"/>
                        </a:solidFill>
                        <a:latin typeface="Glacial Indifference"/>
                        <a:ea typeface="Glacial Indifference"/>
                        <a:cs typeface="Glacial Indifference"/>
                      </a:endParaRPr>
                    </a:p>
                    <a:p>
                      <a:pPr marL="0" marR="0" indent="0" algn="l">
                        <a:lnSpc>
                          <a:spcPts val="2875"/>
                        </a:lnSpc>
                        <a:buNone/>
                        <a:defRPr/>
                      </a:pPr>
                      <a:r>
                        <a:rPr sz="2400" cap="none">
                          <a:solidFill>
                            <a:srgbClr val="E4E4E4"/>
                          </a:solidFill>
                          <a:latin typeface="Glacial Indifference"/>
                          <a:ea typeface="Glacial Indifference"/>
                          <a:cs typeface="Glacial Indifference"/>
                        </a:rPr>
                        <a:t>Rh: Tidak ada nyeri/keluhan lain selain luka bekas operasi</a:t>
                      </a:r>
                    </a:p>
                    <a:p>
                      <a:pPr marL="0" marR="0" indent="0" algn="l">
                        <a:lnSpc>
                          <a:spcPts val="2875"/>
                        </a:lnSpc>
                        <a:buNone/>
                        <a:defRPr/>
                      </a:pPr>
                      <a:r>
                        <a:rPr sz="2400" cap="none">
                          <a:solidFill>
                            <a:srgbClr val="E4E4E4"/>
                          </a:solidFill>
                          <a:latin typeface="Glacial Indifference"/>
                          <a:ea typeface="Glacial Indifference"/>
                          <a:cs typeface="Glacial Indifference"/>
                        </a:rPr>
                        <a:t>Skala nyeri: 5</a:t>
                      </a:r>
                    </a:p>
                    <a:p>
                      <a:pPr marL="0" marR="0" indent="0" algn="l">
                        <a:lnSpc>
                          <a:spcPts val="2875"/>
                        </a:lnSpc>
                        <a:buNone/>
                        <a:defRPr/>
                      </a:pPr>
                      <a:br>
                        <a:rPr/>
                      </a:br>
                      <a:endParaRPr sz="2400" cap="none">
                        <a:solidFill>
                          <a:srgbClr val="E4E4E4"/>
                        </a:solidFill>
                        <a:latin typeface="Glacial Indifference"/>
                        <a:ea typeface="Glacial Indifference"/>
                        <a:cs typeface="Glacial Indifference"/>
                      </a:endParaRPr>
                    </a:p>
                  </a:txBody>
                  <a:tcPr marL="190500" marR="190500" marT="190500" marB="190500">
                    <a:lnL w="38100" algn="ctr">
                      <a:solidFill>
                        <a:srgbClr val="BFDDD2"/>
                      </a:solidFill>
                    </a:lnL>
                    <a:lnR w="38100" algn="ctr">
                      <a:solidFill>
                        <a:srgbClr val="BFDDD2"/>
                      </a:solidFill>
                    </a:lnR>
                    <a:lnT w="38100" algn="ctr">
                      <a:solidFill>
                        <a:srgbClr val="BFDDD2"/>
                      </a:solidFill>
                    </a:lnT>
                    <a:lnB w="38100" algn="ctr">
                      <a:solidFill>
                        <a:srgbClr val="BFDDD2"/>
                      </a:solidFill>
                    </a:lnB>
                    <a:noFill/>
                  </a:tcPr>
                </a:tc>
                <a:extLst>
                  <a:ext uri="{0D108BD9-81ED-4DB2-BD59-A6C34878D82A}">
                    <a16:rowId xmlns:a16="http://schemas.microsoft.com/office/drawing/2014/main" val="10001"/>
                  </a:ext>
                </a:extLst>
              </a:tr>
            </a:tbl>
          </a:graphicData>
        </a:graphic>
      </p:graphicFrame>
      <p:sp>
        <p:nvSpPr>
          <p:cNvPr id="1940895432" name="TextBox 16"/>
          <p:cNvSpPr/>
          <p:nvPr/>
        </p:nvSpPr>
        <p:spPr bwMode="auto">
          <a:xfrm>
            <a:off x="1028700" y="1812290"/>
            <a:ext cx="16230600" cy="821055"/>
          </a:xfrm>
          <a:prstGeom prst="rect">
            <a:avLst/>
          </a:prstGeom>
          <a:noFill/>
          <a:ln>
            <a:noFill/>
          </a:ln>
          <a:effectLst/>
        </p:spPr>
        <p:txBody>
          <a:bodyPr vert="horz" wrap="square" lIns="0" tIns="0" rIns="0" bIns="0" numCol="1" spcCol="215899" anchor="t"/>
          <a:lstStyle/>
          <a:p>
            <a:pPr algn="ctr">
              <a:lnSpc>
                <a:spcPts val="6715"/>
              </a:lnSpc>
              <a:defRPr sz="4800" b="1" cap="none">
                <a:solidFill>
                  <a:srgbClr val="FFFFFF"/>
                </a:solidFill>
                <a:latin typeface="Glacial Indifference"/>
                <a:ea typeface="Glacial Indifference"/>
                <a:cs typeface="Glacial Indifference"/>
              </a:defRPr>
            </a:pPr>
            <a:r>
              <a:t>Proses Keperawatan: Pelaksanaan Keperawatan</a:t>
            </a:r>
          </a:p>
        </p:txBody>
      </p:sp>
      <p:sp>
        <p:nvSpPr>
          <p:cNvPr id="733817" name="TextBox 17"/>
          <p:cNvSpPr/>
          <p:nvPr/>
        </p:nvSpPr>
        <p:spPr bwMode="auto">
          <a:xfrm>
            <a:off x="11430000" y="8963025"/>
            <a:ext cx="4752340" cy="523875"/>
          </a:xfrm>
          <a:prstGeom prst="rect">
            <a:avLst/>
          </a:prstGeom>
          <a:noFill/>
          <a:ln>
            <a:noFill/>
          </a:ln>
          <a:effectLst/>
        </p:spPr>
        <p:txBody>
          <a:bodyPr vert="horz" wrap="square" lIns="0" tIns="0" rIns="0" bIns="0" numCol="1" spcCol="215899" anchor="t"/>
          <a:lstStyle/>
          <a:p>
            <a:pPr algn="r">
              <a:lnSpc>
                <a:spcPts val="4200"/>
              </a:lnSpc>
              <a:defRPr sz="3000" b="1" cap="none">
                <a:solidFill>
                  <a:srgbClr val="FFFFFF"/>
                </a:solidFill>
                <a:latin typeface="Glacial Indifference"/>
                <a:ea typeface="Glacial Indifference"/>
                <a:cs typeface="Glacial Indifference"/>
              </a:defRPr>
            </a:pPr>
            <a:r>
              <a:t>FRAKTUR HUMERUS </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showMasterPhAnim="0">
  <p:cSld>
    <p:bg>
      <p:bgPr>
        <a:solidFill>
          <a:srgbClr val="5DA295"/>
        </a:solidFill>
        <a:effectLst/>
      </p:bgPr>
    </p:bg>
    <p:spTree>
      <p:nvGrpSpPr>
        <p:cNvPr id="1" name=""/>
        <p:cNvGrpSpPr/>
        <p:nvPr/>
      </p:nvGrpSpPr>
      <p:grpSpPr bwMode="auto">
        <a:xfrm>
          <a:off x="0" y="0"/>
          <a:ext cx="0" cy="0"/>
          <a:chOff x="0" y="0"/>
          <a:chExt cx="0" cy="0"/>
        </a:xfrm>
      </p:grpSpPr>
      <p:grpSp>
        <p:nvGrpSpPr>
          <p:cNvPr id="1671238725" name="Group 2"/>
          <p:cNvGrpSpPr/>
          <p:nvPr/>
        </p:nvGrpSpPr>
        <p:grpSpPr bwMode="auto">
          <a:xfrm>
            <a:off x="0" y="10073640"/>
            <a:ext cx="18288000" cy="213360"/>
            <a:chOff x="0" y="10073640"/>
            <a:chExt cx="18288000" cy="213360"/>
          </a:xfrm>
        </p:grpSpPr>
        <p:sp>
          <p:nvSpPr>
            <p:cNvPr id="4" name="Freeform 3"/>
            <p:cNvSpPr/>
            <p:nvPr/>
          </p:nvSpPr>
          <p:spPr bwMode="auto">
            <a:xfrm>
              <a:off x="0" y="1007364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E4E4E4"/>
            </a:solidFill>
            <a:ln>
              <a:noFill/>
            </a:ln>
            <a:effectLst/>
          </p:spPr>
        </p:sp>
        <p:sp>
          <p:nvSpPr>
            <p:cNvPr id="3" name="TextBox 4"/>
            <p:cNvSpPr/>
            <p:nvPr/>
          </p:nvSpPr>
          <p:spPr bwMode="auto">
            <a:xfrm>
              <a:off x="0" y="992886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911727465" name="Group 5"/>
          <p:cNvGrpSpPr/>
          <p:nvPr/>
        </p:nvGrpSpPr>
        <p:grpSpPr bwMode="auto">
          <a:xfrm>
            <a:off x="0" y="0"/>
            <a:ext cx="18288000" cy="213360"/>
            <a:chOff x="0" y="0"/>
            <a:chExt cx="18288000" cy="213360"/>
          </a:xfrm>
        </p:grpSpPr>
        <p:sp>
          <p:nvSpPr>
            <p:cNvPr id="7" name="Freeform 6"/>
            <p:cNvSpPr/>
            <p:nvPr/>
          </p:nvSpPr>
          <p:spPr bwMode="auto">
            <a:xfrm>
              <a:off x="0" y="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BFDDD2"/>
            </a:solidFill>
            <a:ln>
              <a:noFill/>
            </a:ln>
            <a:effectLst/>
          </p:spPr>
        </p:sp>
        <p:sp>
          <p:nvSpPr>
            <p:cNvPr id="6" name="TextBox 7"/>
            <p:cNvSpPr/>
            <p:nvPr/>
          </p:nvSpPr>
          <p:spPr bwMode="auto">
            <a:xfrm>
              <a:off x="0" y="-14478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1994990076" name="TextBox 8"/>
          <p:cNvSpPr/>
          <p:nvPr/>
        </p:nvSpPr>
        <p:spPr bwMode="auto">
          <a:xfrm>
            <a:off x="16563975" y="8834120"/>
            <a:ext cx="955040" cy="799465"/>
          </a:xfrm>
          <a:prstGeom prst="rect">
            <a:avLst/>
          </a:prstGeom>
          <a:noFill/>
          <a:ln>
            <a:noFill/>
          </a:ln>
          <a:effectLst/>
        </p:spPr>
        <p:txBody>
          <a:bodyPr vert="horz" wrap="square" lIns="0" tIns="0" rIns="0" bIns="0" numCol="1" spcCol="215899" anchor="t"/>
          <a:lstStyle/>
          <a:p>
            <a:pPr algn="r">
              <a:lnSpc>
                <a:spcPts val="6295"/>
              </a:lnSpc>
              <a:defRPr sz="4500" b="1" cap="none">
                <a:solidFill>
                  <a:srgbClr val="FFFFFF"/>
                </a:solidFill>
                <a:latin typeface="Glacial Indifference"/>
                <a:ea typeface="Glacial Indifference"/>
                <a:cs typeface="Glacial Indifference"/>
              </a:defRPr>
            </a:pPr>
            <a:r>
              <a:t>38</a:t>
            </a:r>
          </a:p>
        </p:txBody>
      </p:sp>
      <p:sp>
        <p:nvSpPr>
          <p:cNvPr id="947263003" name="AutoShape 9"/>
          <p:cNvSpPr/>
          <p:nvPr/>
        </p:nvSpPr>
        <p:spPr bwMode="auto">
          <a:xfrm>
            <a:off x="16563975" y="8877300"/>
            <a:ext cx="0" cy="762000"/>
          </a:xfrm>
          <a:prstGeom prst="line">
            <a:avLst/>
          </a:prstGeom>
          <a:noFill/>
          <a:ln w="95250" cap="flat" cmpd="sng" algn="ctr">
            <a:solidFill>
              <a:srgbClr val="BFDDD2"/>
            </a:solidFill>
            <a:prstDash val="solid"/>
            <a:headEnd type="none"/>
            <a:tailEnd type="none"/>
          </a:ln>
          <a:effectLst/>
        </p:spPr>
      </p:sp>
      <p:sp>
        <p:nvSpPr>
          <p:cNvPr id="2025428973" name="Freeform 10"/>
          <p:cNvSpPr/>
          <p:nvPr/>
        </p:nvSpPr>
        <p:spPr bwMode="auto">
          <a:xfrm>
            <a:off x="16315690" y="677545"/>
            <a:ext cx="1452245" cy="1457325"/>
          </a:xfrm>
          <a:custGeom>
            <a:avLst/>
            <a:gdLst/>
            <a:ahLst/>
            <a:cxnLst/>
            <a:rect l="0" t="0" r="1452245" b="1457325"/>
            <a:pathLst>
              <a:path w="1452245" h="1457325" extrusionOk="0">
                <a:moveTo>
                  <a:pt x="0" y="0"/>
                </a:moveTo>
                <a:lnTo>
                  <a:pt x="1452246" y="0"/>
                </a:lnTo>
                <a:lnTo>
                  <a:pt x="1452246" y="1457325"/>
                </a:lnTo>
                <a:lnTo>
                  <a:pt x="0" y="1457325"/>
                </a:lnTo>
                <a:lnTo>
                  <a:pt x="0" y="0"/>
                </a:lnTo>
                <a:close/>
              </a:path>
            </a:pathLst>
          </a:custGeom>
          <a:blipFill>
            <a:blip r:embed="rId3"/>
            <a:stretch/>
          </a:blipFill>
          <a:ln>
            <a:noFill/>
          </a:ln>
          <a:effectLst/>
        </p:spPr>
      </p:sp>
      <p:sp>
        <p:nvSpPr>
          <p:cNvPr id="927877207" name="Freeform 11"/>
          <p:cNvSpPr/>
          <p:nvPr/>
        </p:nvSpPr>
        <p:spPr bwMode="auto">
          <a:xfrm>
            <a:off x="15555595" y="2275205"/>
            <a:ext cx="713105" cy="713105"/>
          </a:xfrm>
          <a:custGeom>
            <a:avLst/>
            <a:gdLst/>
            <a:ahLst/>
            <a:cxnLst/>
            <a:rect l="0" t="0" r="713105" b="713105"/>
            <a:pathLst>
              <a:path w="713105" h="713105" extrusionOk="0">
                <a:moveTo>
                  <a:pt x="0" y="0"/>
                </a:moveTo>
                <a:lnTo>
                  <a:pt x="713105" y="0"/>
                </a:lnTo>
                <a:lnTo>
                  <a:pt x="713105" y="713105"/>
                </a:lnTo>
                <a:lnTo>
                  <a:pt x="0" y="713105"/>
                </a:lnTo>
                <a:lnTo>
                  <a:pt x="0" y="0"/>
                </a:lnTo>
                <a:close/>
              </a:path>
            </a:pathLst>
          </a:custGeom>
          <a:blipFill>
            <a:blip r:embed="rId4"/>
            <a:stretch/>
          </a:blipFill>
          <a:ln>
            <a:noFill/>
          </a:ln>
          <a:effectLst/>
        </p:spPr>
      </p:sp>
      <p:sp>
        <p:nvSpPr>
          <p:cNvPr id="1378597711" name="Freeform 12"/>
          <p:cNvSpPr/>
          <p:nvPr/>
        </p:nvSpPr>
        <p:spPr bwMode="auto">
          <a:xfrm>
            <a:off x="-546100" y="6885305"/>
            <a:ext cx="3983990" cy="3984625"/>
          </a:xfrm>
          <a:custGeom>
            <a:avLst/>
            <a:gdLst/>
            <a:ahLst/>
            <a:cxnLst/>
            <a:rect l="0" t="0" r="3983990" b="3984625"/>
            <a:pathLst>
              <a:path w="3983990" h="3984625" extrusionOk="0">
                <a:moveTo>
                  <a:pt x="0" y="0"/>
                </a:moveTo>
                <a:lnTo>
                  <a:pt x="3983990" y="0"/>
                </a:lnTo>
                <a:lnTo>
                  <a:pt x="3983990" y="3984623"/>
                </a:lnTo>
                <a:lnTo>
                  <a:pt x="0" y="3984623"/>
                </a:lnTo>
                <a:lnTo>
                  <a:pt x="0" y="0"/>
                </a:lnTo>
                <a:close/>
              </a:path>
            </a:pathLst>
          </a:custGeom>
          <a:blipFill>
            <a:blip r:embed="rId5"/>
            <a:stretch/>
          </a:blipFill>
          <a:ln>
            <a:noFill/>
          </a:ln>
          <a:effectLst/>
        </p:spPr>
      </p:sp>
      <p:sp>
        <p:nvSpPr>
          <p:cNvPr id="12251571" name="Freeform 13"/>
          <p:cNvSpPr/>
          <p:nvPr/>
        </p:nvSpPr>
        <p:spPr bwMode="auto">
          <a:xfrm>
            <a:off x="2987040" y="7590790"/>
            <a:ext cx="1908810" cy="1546225"/>
          </a:xfrm>
          <a:custGeom>
            <a:avLst/>
            <a:gdLst/>
            <a:ahLst/>
            <a:cxnLst/>
            <a:rect l="0" t="0" r="1908810" b="1546225"/>
            <a:pathLst>
              <a:path w="1908810" h="1546225" extrusionOk="0">
                <a:moveTo>
                  <a:pt x="0" y="0"/>
                </a:moveTo>
                <a:lnTo>
                  <a:pt x="1908810" y="0"/>
                </a:lnTo>
                <a:lnTo>
                  <a:pt x="1908810" y="1546225"/>
                </a:lnTo>
                <a:lnTo>
                  <a:pt x="0" y="1546225"/>
                </a:lnTo>
                <a:lnTo>
                  <a:pt x="0" y="0"/>
                </a:lnTo>
                <a:close/>
              </a:path>
            </a:pathLst>
          </a:custGeom>
          <a:blipFill>
            <a:blip r:embed="rId6"/>
            <a:stretch/>
          </a:blipFill>
          <a:ln>
            <a:noFill/>
          </a:ln>
          <a:effectLst/>
        </p:spPr>
      </p:sp>
      <p:sp>
        <p:nvSpPr>
          <p:cNvPr id="1629636840" name="Freeform 14"/>
          <p:cNvSpPr/>
          <p:nvPr/>
        </p:nvSpPr>
        <p:spPr bwMode="auto">
          <a:xfrm>
            <a:off x="0" y="0"/>
            <a:ext cx="5100320" cy="2209800"/>
          </a:xfrm>
          <a:custGeom>
            <a:avLst/>
            <a:gdLst/>
            <a:ahLst/>
            <a:cxnLst/>
            <a:rect l="0" t="0" r="5100320" b="2209800"/>
            <a:pathLst>
              <a:path w="5100320" h="2209800" extrusionOk="0">
                <a:moveTo>
                  <a:pt x="0" y="0"/>
                </a:moveTo>
                <a:lnTo>
                  <a:pt x="5100320" y="0"/>
                </a:lnTo>
                <a:lnTo>
                  <a:pt x="5100320" y="2209800"/>
                </a:lnTo>
                <a:lnTo>
                  <a:pt x="0" y="2209800"/>
                </a:lnTo>
                <a:lnTo>
                  <a:pt x="0" y="0"/>
                </a:lnTo>
                <a:close/>
              </a:path>
            </a:pathLst>
          </a:custGeom>
          <a:blipFill>
            <a:blip r:embed="rId7"/>
            <a:stretch/>
          </a:blipFill>
          <a:ln>
            <a:noFill/>
          </a:ln>
          <a:effectLst/>
        </p:spPr>
      </p:sp>
      <p:graphicFrame>
        <p:nvGraphicFramePr>
          <p:cNvPr id="1280635664" name="Tabel 1280635663"/>
          <p:cNvGraphicFramePr>
            <a:graphicFrameLocks noGrp="1"/>
          </p:cNvGraphicFramePr>
          <p:nvPr/>
        </p:nvGraphicFramePr>
        <p:xfrm>
          <a:off x="1028700" y="2933699"/>
          <a:ext cx="16230600" cy="5019040"/>
        </p:xfrm>
        <a:graphic>
          <a:graphicData uri="http://schemas.openxmlformats.org/drawingml/2006/table">
            <a:tbl>
              <a:tblPr>
                <a:noFill/>
              </a:tblPr>
              <a:tblGrid>
                <a:gridCol w="2900680">
                  <a:extLst>
                    <a:ext uri="{9D8B030D-6E8A-4147-A177-3AD203B41FA5}">
                      <a16:colId xmlns:a16="http://schemas.microsoft.com/office/drawing/2014/main" val="20000"/>
                    </a:ext>
                  </a:extLst>
                </a:gridCol>
                <a:gridCol w="1161415">
                  <a:extLst>
                    <a:ext uri="{9D8B030D-6E8A-4147-A177-3AD203B41FA5}">
                      <a16:colId xmlns:a16="http://schemas.microsoft.com/office/drawing/2014/main" val="20001"/>
                    </a:ext>
                  </a:extLst>
                </a:gridCol>
                <a:gridCol w="12168505">
                  <a:extLst>
                    <a:ext uri="{9D8B030D-6E8A-4147-A177-3AD203B41FA5}">
                      <a16:colId xmlns:a16="http://schemas.microsoft.com/office/drawing/2014/main" val="20002"/>
                    </a:ext>
                  </a:extLst>
                </a:gridCol>
              </a:tblGrid>
              <a:tr h="1276350">
                <a:tc>
                  <a:txBody>
                    <a:bodyPr/>
                    <a:lstStyle/>
                    <a:p>
                      <a:pPr marL="0" marR="0" indent="0" algn="ctr">
                        <a:lnSpc>
                          <a:spcPts val="3355"/>
                        </a:lnSpc>
                        <a:buNone/>
                        <a:defRPr sz="2400" b="1" cap="none">
                          <a:latin typeface="Glacial Indifference"/>
                          <a:ea typeface="Glacial Indifference"/>
                          <a:cs typeface="Glacial Indifference"/>
                        </a:defRPr>
                      </a:pPr>
                      <a:r>
                        <a:rPr cap="none">
                          <a:solidFill>
                            <a:srgbClr val="FFFFFF"/>
                          </a:solidFill>
                        </a:rPr>
                        <a:t>Tanggal</a:t>
                      </a:r>
                    </a:p>
                  </a:txBody>
                  <a:tcPr marL="190500" marR="190500" marT="190500" marB="190500" anchor="ctr">
                    <a:lnL w="38100" algn="ctr">
                      <a:solidFill>
                        <a:srgbClr val="BFDDD2"/>
                      </a:solidFill>
                    </a:lnL>
                    <a:lnR w="38100" algn="ctr">
                      <a:solidFill>
                        <a:srgbClr val="BFDDD2"/>
                      </a:solidFill>
                    </a:lnR>
                    <a:lnT w="38100" algn="ctr">
                      <a:solidFill>
                        <a:srgbClr val="BFDDD2"/>
                      </a:solidFill>
                    </a:lnT>
                    <a:lnB w="38100" algn="ctr">
                      <a:solidFill>
                        <a:srgbClr val="BFDDD2"/>
                      </a:solidFill>
                    </a:lnB>
                    <a:noFill/>
                  </a:tcPr>
                </a:tc>
                <a:tc>
                  <a:txBody>
                    <a:bodyPr/>
                    <a:lstStyle/>
                    <a:p>
                      <a:pPr marL="0" marR="0" indent="0" algn="ctr">
                        <a:lnSpc>
                          <a:spcPts val="3355"/>
                        </a:lnSpc>
                        <a:buNone/>
                        <a:defRPr sz="2400" b="1" cap="none">
                          <a:latin typeface="Glacial Indifference"/>
                          <a:ea typeface="Glacial Indifference"/>
                          <a:cs typeface="Glacial Indifference"/>
                        </a:defRPr>
                      </a:pPr>
                      <a:r>
                        <a:rPr cap="none">
                          <a:solidFill>
                            <a:srgbClr val="FFFFFF"/>
                          </a:solidFill>
                        </a:rPr>
                        <a:t>No. DK</a:t>
                      </a:r>
                    </a:p>
                  </a:txBody>
                  <a:tcPr marL="190500" marR="190500" marT="190500" marB="190500" anchor="ctr">
                    <a:lnL w="38100" algn="ctr">
                      <a:solidFill>
                        <a:srgbClr val="BFDDD2"/>
                      </a:solidFill>
                    </a:lnL>
                    <a:lnR w="38100" algn="ctr">
                      <a:solidFill>
                        <a:srgbClr val="BFDDD2"/>
                      </a:solidFill>
                    </a:lnR>
                    <a:lnT w="38100" algn="ctr">
                      <a:solidFill>
                        <a:srgbClr val="BFDDD2"/>
                      </a:solidFill>
                    </a:lnT>
                    <a:lnB w="38100" algn="ctr">
                      <a:solidFill>
                        <a:srgbClr val="BFDDD2"/>
                      </a:solidFill>
                    </a:lnB>
                    <a:noFill/>
                  </a:tcPr>
                </a:tc>
                <a:tc>
                  <a:txBody>
                    <a:bodyPr/>
                    <a:lstStyle/>
                    <a:p>
                      <a:pPr marL="0" marR="0" indent="0" algn="ctr">
                        <a:lnSpc>
                          <a:spcPts val="3355"/>
                        </a:lnSpc>
                        <a:buNone/>
                        <a:defRPr sz="2400" b="1" cap="none">
                          <a:latin typeface="Glacial Indifference"/>
                          <a:ea typeface="Glacial Indifference"/>
                          <a:cs typeface="Glacial Indifference"/>
                        </a:defRPr>
                      </a:pPr>
                      <a:r>
                        <a:rPr cap="none">
                          <a:solidFill>
                            <a:srgbClr val="FFFFFF"/>
                          </a:solidFill>
                        </a:rPr>
                        <a:t>Tindakan Keperawatan dan Reaksi Hasil</a:t>
                      </a:r>
                    </a:p>
                  </a:txBody>
                  <a:tcPr marL="190500" marR="190500" marT="190500" marB="190500" anchor="ctr">
                    <a:lnL w="38100" algn="ctr">
                      <a:solidFill>
                        <a:srgbClr val="BFDDD2"/>
                      </a:solidFill>
                    </a:lnL>
                    <a:lnR w="38100" algn="ctr">
                      <a:solidFill>
                        <a:srgbClr val="BFDDD2"/>
                      </a:solidFill>
                    </a:lnR>
                    <a:lnT w="38100" algn="ctr">
                      <a:solidFill>
                        <a:srgbClr val="BFDDD2"/>
                      </a:solidFill>
                    </a:lnT>
                    <a:lnB w="38100" algn="ctr">
                      <a:solidFill>
                        <a:srgbClr val="BFDDD2"/>
                      </a:solidFill>
                    </a:lnB>
                    <a:noFill/>
                  </a:tcPr>
                </a:tc>
                <a:extLst>
                  <a:ext uri="{0D108BD9-81ED-4DB2-BD59-A6C34878D82A}">
                    <a16:rowId xmlns:a16="http://schemas.microsoft.com/office/drawing/2014/main" val="10000"/>
                  </a:ext>
                </a:extLst>
              </a:tr>
              <a:tr h="3785870">
                <a:tc>
                  <a:txBody>
                    <a:bodyPr/>
                    <a:lstStyle/>
                    <a:p>
                      <a:pPr marL="0" marR="0" indent="0" algn="l">
                        <a:lnSpc>
                          <a:spcPts val="3355"/>
                        </a:lnSpc>
                        <a:buNone/>
                        <a:defRPr/>
                      </a:pPr>
                      <a:r>
                        <a:rPr sz="2400" cap="none">
                          <a:solidFill>
                            <a:srgbClr val="E4E4E4"/>
                          </a:solidFill>
                          <a:latin typeface="Glacial Indifference"/>
                          <a:ea typeface="Glacial Indifference"/>
                          <a:cs typeface="Glacial Indifference"/>
                        </a:rPr>
                        <a:t>12 Desember 2023</a:t>
                      </a:r>
                      <a:endParaRPr sz="1100" cap="none"/>
                    </a:p>
                  </a:txBody>
                  <a:tcPr marL="190500" marR="190500" marT="190500" marB="190500">
                    <a:lnL w="38100" algn="ctr">
                      <a:solidFill>
                        <a:srgbClr val="BFDDD2"/>
                      </a:solidFill>
                    </a:lnL>
                    <a:lnR w="38100" algn="ctr">
                      <a:solidFill>
                        <a:srgbClr val="BFDDD2"/>
                      </a:solidFill>
                    </a:lnR>
                    <a:lnT w="38100" algn="ctr">
                      <a:solidFill>
                        <a:srgbClr val="BFDDD2"/>
                      </a:solidFill>
                    </a:lnT>
                    <a:lnB w="38100" algn="ctr">
                      <a:solidFill>
                        <a:srgbClr val="BFDDD2"/>
                      </a:solidFill>
                    </a:lnB>
                    <a:noFill/>
                  </a:tcPr>
                </a:tc>
                <a:tc>
                  <a:txBody>
                    <a:bodyPr/>
                    <a:lstStyle/>
                    <a:p>
                      <a:pPr marL="0" marR="0" indent="0" algn="l">
                        <a:lnSpc>
                          <a:spcPts val="3355"/>
                        </a:lnSpc>
                        <a:buNone/>
                        <a:defRPr/>
                      </a:pPr>
                      <a:r>
                        <a:rPr sz="2400" cap="none">
                          <a:solidFill>
                            <a:srgbClr val="E4E4E4"/>
                          </a:solidFill>
                          <a:latin typeface="Glacial Indifference"/>
                          <a:ea typeface="Glacial Indifference"/>
                          <a:cs typeface="Glacial Indifference"/>
                        </a:rPr>
                        <a:t>2</a:t>
                      </a:r>
                      <a:endParaRPr sz="1100" cap="none"/>
                    </a:p>
                  </a:txBody>
                  <a:tcPr marL="190500" marR="190500" marT="190500" marB="190500">
                    <a:lnL w="38100" algn="ctr">
                      <a:solidFill>
                        <a:srgbClr val="BFDDD2"/>
                      </a:solidFill>
                    </a:lnL>
                    <a:lnR w="38100" algn="ctr">
                      <a:solidFill>
                        <a:srgbClr val="BFDDD2"/>
                      </a:solidFill>
                    </a:lnR>
                    <a:lnT w="38100" algn="ctr">
                      <a:solidFill>
                        <a:srgbClr val="BFDDD2"/>
                      </a:solidFill>
                    </a:lnT>
                    <a:lnB w="38100" algn="ctr">
                      <a:solidFill>
                        <a:srgbClr val="BFDDD2"/>
                      </a:solidFill>
                    </a:lnB>
                    <a:noFill/>
                  </a:tcPr>
                </a:tc>
                <a:tc>
                  <a:txBody>
                    <a:bodyPr/>
                    <a:lstStyle/>
                    <a:p>
                      <a:pPr marL="360045" marR="0" indent="-360045" algn="l">
                        <a:lnSpc>
                          <a:spcPts val="2875"/>
                        </a:lnSpc>
                        <a:buFont typeface="Wingdings"/>
                        <a:buChar char=""/>
                        <a:defRPr/>
                      </a:pPr>
                      <a:r>
                        <a:rPr sz="2400" cap="none">
                          <a:solidFill>
                            <a:srgbClr val="E4E4E4"/>
                          </a:solidFill>
                          <a:latin typeface="Glacial Indifference"/>
                          <a:ea typeface="Glacial Indifference"/>
                          <a:cs typeface="Glacial Indifference"/>
                        </a:rPr>
                        <a:t>Mengidentifikasi toleransi fisik dan melakukan pergerakan</a:t>
                      </a:r>
                    </a:p>
                    <a:p>
                      <a:pPr marL="360045" marR="0" indent="-360045" algn="l">
                        <a:lnSpc>
                          <a:spcPts val="2875"/>
                        </a:lnSpc>
                        <a:buFont typeface="Wingdings"/>
                        <a:buChar char=""/>
                        <a:defRPr/>
                      </a:pPr>
                      <a:r>
                        <a:rPr sz="2400" cap="none">
                          <a:solidFill>
                            <a:srgbClr val="E4E4E4"/>
                          </a:solidFill>
                          <a:latin typeface="Glacial Indifference"/>
                          <a:ea typeface="Glacial Indifference"/>
                          <a:cs typeface="Glacial Indifference"/>
                        </a:rPr>
                        <a:t>Memonitoring kondisi umum selama mobilisasi</a:t>
                      </a:r>
                    </a:p>
                    <a:p>
                      <a:pPr marL="360045" marR="0" indent="-360045" algn="l">
                        <a:lnSpc>
                          <a:spcPts val="2875"/>
                        </a:lnSpc>
                        <a:buFont typeface="Wingdings"/>
                        <a:buChar char=""/>
                        <a:defRPr/>
                      </a:pPr>
                      <a:r>
                        <a:rPr sz="2400" cap="none">
                          <a:solidFill>
                            <a:srgbClr val="E4E4E4"/>
                          </a:solidFill>
                          <a:latin typeface="Glacial Indifference"/>
                          <a:ea typeface="Glacial Indifference"/>
                          <a:cs typeface="Glacial Indifference"/>
                        </a:rPr>
                        <a:t>Melibatkan keluarga selama melakukan pergerakan untuk membantu</a:t>
                      </a:r>
                    </a:p>
                    <a:p>
                      <a:pPr marL="360045" marR="0" indent="-360045" algn="l">
                        <a:lnSpc>
                          <a:spcPts val="2875"/>
                        </a:lnSpc>
                        <a:buFont typeface="Wingdings"/>
                        <a:buChar char=""/>
                        <a:defRPr/>
                      </a:pPr>
                      <a:r>
                        <a:rPr sz="2400" cap="none">
                          <a:solidFill>
                            <a:srgbClr val="E4E4E4"/>
                          </a:solidFill>
                          <a:latin typeface="Glacial Indifference"/>
                          <a:ea typeface="Glacial Indifference"/>
                          <a:cs typeface="Glacial Indifference"/>
                        </a:rPr>
                        <a:t>Kh: Pergerakan ekstremitas:</a:t>
                      </a:r>
                    </a:p>
                    <a:p>
                      <a:pPr marL="360045" marR="0" indent="0" algn="l">
                        <a:lnSpc>
                          <a:spcPts val="2875"/>
                        </a:lnSpc>
                        <a:buNone/>
                        <a:defRPr/>
                      </a:pPr>
                      <a:r>
                        <a:rPr sz="2400" cap="none">
                          <a:solidFill>
                            <a:srgbClr val="E4E4E4"/>
                          </a:solidFill>
                          <a:latin typeface="Glacial Indifference"/>
                          <a:ea typeface="Glacial Indifference"/>
                          <a:cs typeface="Glacial Indifference"/>
                        </a:rPr>
                        <a:t>Kekuatan otot   5555|4444</a:t>
                      </a:r>
                    </a:p>
                    <a:p>
                      <a:pPr marL="360045" marR="0" indent="0" algn="l">
                        <a:lnSpc>
                          <a:spcPts val="2875"/>
                        </a:lnSpc>
                        <a:buNone/>
                        <a:defRPr/>
                      </a:pPr>
                      <a:r>
                        <a:rPr sz="2400" cap="none">
                          <a:solidFill>
                            <a:srgbClr val="E4E4E4"/>
                          </a:solidFill>
                          <a:latin typeface="Glacial Indifference"/>
                          <a:ea typeface="Glacial Indifference"/>
                          <a:cs typeface="Glacial Indifference"/>
                        </a:rPr>
                        <a:t>Rentang otot     5555|5555</a:t>
                      </a:r>
                    </a:p>
                  </a:txBody>
                  <a:tcPr marL="190500" marR="190500" marT="190500" marB="190500">
                    <a:lnL w="38100" algn="ctr">
                      <a:solidFill>
                        <a:srgbClr val="BFDDD2"/>
                      </a:solidFill>
                    </a:lnL>
                    <a:lnR w="38100" algn="ctr">
                      <a:solidFill>
                        <a:srgbClr val="BFDDD2"/>
                      </a:solidFill>
                    </a:lnR>
                    <a:lnT w="38100" algn="ctr">
                      <a:solidFill>
                        <a:srgbClr val="BFDDD2"/>
                      </a:solidFill>
                    </a:lnT>
                    <a:lnB w="38100" algn="ctr">
                      <a:solidFill>
                        <a:srgbClr val="BFDDD2"/>
                      </a:solidFill>
                    </a:lnB>
                    <a:noFill/>
                  </a:tcPr>
                </a:tc>
                <a:extLst>
                  <a:ext uri="{0D108BD9-81ED-4DB2-BD59-A6C34878D82A}">
                    <a16:rowId xmlns:a16="http://schemas.microsoft.com/office/drawing/2014/main" val="10001"/>
                  </a:ext>
                </a:extLst>
              </a:tr>
            </a:tbl>
          </a:graphicData>
        </a:graphic>
      </p:graphicFrame>
      <p:sp>
        <p:nvSpPr>
          <p:cNvPr id="165312036" name="TextBox 16"/>
          <p:cNvSpPr/>
          <p:nvPr/>
        </p:nvSpPr>
        <p:spPr bwMode="auto">
          <a:xfrm>
            <a:off x="1028700" y="1812290"/>
            <a:ext cx="16230600" cy="852805"/>
          </a:xfrm>
          <a:prstGeom prst="rect">
            <a:avLst/>
          </a:prstGeom>
          <a:noFill/>
          <a:ln>
            <a:noFill/>
          </a:ln>
          <a:effectLst/>
        </p:spPr>
        <p:txBody>
          <a:bodyPr vert="horz" wrap="square" lIns="0" tIns="0" rIns="0" bIns="0" numCol="1" spcCol="215899" anchor="t"/>
          <a:lstStyle/>
          <a:p>
            <a:pPr algn="ctr">
              <a:lnSpc>
                <a:spcPts val="6715"/>
              </a:lnSpc>
              <a:defRPr sz="4800" b="1" cap="none">
                <a:solidFill>
                  <a:srgbClr val="FFFFFF"/>
                </a:solidFill>
                <a:latin typeface="Glacial Indifference"/>
                <a:ea typeface="Glacial Indifference"/>
                <a:cs typeface="Glacial Indifference"/>
              </a:defRPr>
            </a:pPr>
            <a:r>
              <a:t>Proses Keperawatan: Pelaksanaan Keperawatan</a:t>
            </a:r>
          </a:p>
        </p:txBody>
      </p:sp>
      <p:sp>
        <p:nvSpPr>
          <p:cNvPr id="1283294014" name="TextBox 17"/>
          <p:cNvSpPr/>
          <p:nvPr/>
        </p:nvSpPr>
        <p:spPr bwMode="auto">
          <a:xfrm>
            <a:off x="11430000" y="8963025"/>
            <a:ext cx="4752340" cy="523875"/>
          </a:xfrm>
          <a:prstGeom prst="rect">
            <a:avLst/>
          </a:prstGeom>
          <a:noFill/>
          <a:ln>
            <a:noFill/>
          </a:ln>
          <a:effectLst/>
        </p:spPr>
        <p:txBody>
          <a:bodyPr vert="horz" wrap="square" lIns="0" tIns="0" rIns="0" bIns="0" numCol="1" spcCol="215899" anchor="t"/>
          <a:lstStyle/>
          <a:p>
            <a:pPr algn="r">
              <a:lnSpc>
                <a:spcPts val="4200"/>
              </a:lnSpc>
              <a:defRPr sz="3000" b="1" cap="none">
                <a:solidFill>
                  <a:srgbClr val="FFFFFF"/>
                </a:solidFill>
                <a:latin typeface="Glacial Indifference"/>
                <a:ea typeface="Glacial Indifference"/>
                <a:cs typeface="Glacial Indifference"/>
              </a:defRPr>
            </a:pPr>
            <a:r>
              <a:t>FRAKTUR HUMERUS </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showMasterPhAnim="0">
  <p:cSld>
    <p:bg>
      <p:bgPr>
        <a:solidFill>
          <a:srgbClr val="5DA295"/>
        </a:solidFill>
        <a:effectLst/>
      </p:bgPr>
    </p:bg>
    <p:spTree>
      <p:nvGrpSpPr>
        <p:cNvPr id="1" name=""/>
        <p:cNvGrpSpPr/>
        <p:nvPr/>
      </p:nvGrpSpPr>
      <p:grpSpPr bwMode="auto">
        <a:xfrm>
          <a:off x="0" y="0"/>
          <a:ext cx="0" cy="0"/>
          <a:chOff x="0" y="0"/>
          <a:chExt cx="0" cy="0"/>
        </a:xfrm>
      </p:grpSpPr>
      <p:grpSp>
        <p:nvGrpSpPr>
          <p:cNvPr id="896240184" name="Group 2"/>
          <p:cNvGrpSpPr/>
          <p:nvPr/>
        </p:nvGrpSpPr>
        <p:grpSpPr bwMode="auto">
          <a:xfrm>
            <a:off x="0" y="10073640"/>
            <a:ext cx="18288000" cy="213360"/>
            <a:chOff x="0" y="10073640"/>
            <a:chExt cx="18288000" cy="213360"/>
          </a:xfrm>
        </p:grpSpPr>
        <p:sp>
          <p:nvSpPr>
            <p:cNvPr id="4" name="Freeform 3"/>
            <p:cNvSpPr/>
            <p:nvPr/>
          </p:nvSpPr>
          <p:spPr bwMode="auto">
            <a:xfrm>
              <a:off x="0" y="1007364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E4E4E4"/>
            </a:solidFill>
            <a:ln>
              <a:noFill/>
            </a:ln>
            <a:effectLst/>
          </p:spPr>
        </p:sp>
        <p:sp>
          <p:nvSpPr>
            <p:cNvPr id="3" name="TextBox 4"/>
            <p:cNvSpPr/>
            <p:nvPr/>
          </p:nvSpPr>
          <p:spPr bwMode="auto">
            <a:xfrm>
              <a:off x="0" y="992886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420575593" name="Group 5"/>
          <p:cNvGrpSpPr/>
          <p:nvPr/>
        </p:nvGrpSpPr>
        <p:grpSpPr bwMode="auto">
          <a:xfrm>
            <a:off x="0" y="0"/>
            <a:ext cx="18288000" cy="213360"/>
            <a:chOff x="0" y="0"/>
            <a:chExt cx="18288000" cy="213360"/>
          </a:xfrm>
        </p:grpSpPr>
        <p:sp>
          <p:nvSpPr>
            <p:cNvPr id="7" name="Freeform 6"/>
            <p:cNvSpPr/>
            <p:nvPr/>
          </p:nvSpPr>
          <p:spPr bwMode="auto">
            <a:xfrm>
              <a:off x="0" y="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BFDDD2"/>
            </a:solidFill>
            <a:ln>
              <a:noFill/>
            </a:ln>
            <a:effectLst/>
          </p:spPr>
        </p:sp>
        <p:sp>
          <p:nvSpPr>
            <p:cNvPr id="6" name="TextBox 7"/>
            <p:cNvSpPr/>
            <p:nvPr/>
          </p:nvSpPr>
          <p:spPr bwMode="auto">
            <a:xfrm>
              <a:off x="0" y="-14478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1179287208" name="TextBox 8"/>
          <p:cNvSpPr/>
          <p:nvPr/>
        </p:nvSpPr>
        <p:spPr bwMode="auto">
          <a:xfrm>
            <a:off x="16563975" y="8834120"/>
            <a:ext cx="955040" cy="799465"/>
          </a:xfrm>
          <a:prstGeom prst="rect">
            <a:avLst/>
          </a:prstGeom>
          <a:noFill/>
          <a:ln>
            <a:noFill/>
          </a:ln>
          <a:effectLst/>
        </p:spPr>
        <p:txBody>
          <a:bodyPr vert="horz" wrap="square" lIns="0" tIns="0" rIns="0" bIns="0" numCol="1" spcCol="215899" anchor="t"/>
          <a:lstStyle/>
          <a:p>
            <a:pPr algn="r">
              <a:lnSpc>
                <a:spcPts val="6295"/>
              </a:lnSpc>
              <a:defRPr sz="4500" b="1" cap="none">
                <a:solidFill>
                  <a:srgbClr val="FFFFFF"/>
                </a:solidFill>
                <a:latin typeface="Glacial Indifference"/>
                <a:ea typeface="Glacial Indifference"/>
                <a:cs typeface="Glacial Indifference"/>
              </a:defRPr>
            </a:pPr>
            <a:r>
              <a:t>39</a:t>
            </a:r>
          </a:p>
        </p:txBody>
      </p:sp>
      <p:sp>
        <p:nvSpPr>
          <p:cNvPr id="2072164511" name="AutoShape 9"/>
          <p:cNvSpPr/>
          <p:nvPr/>
        </p:nvSpPr>
        <p:spPr bwMode="auto">
          <a:xfrm>
            <a:off x="16563975" y="8877300"/>
            <a:ext cx="0" cy="762000"/>
          </a:xfrm>
          <a:prstGeom prst="line">
            <a:avLst/>
          </a:prstGeom>
          <a:noFill/>
          <a:ln w="95250" cap="flat" cmpd="sng" algn="ctr">
            <a:solidFill>
              <a:srgbClr val="BFDDD2"/>
            </a:solidFill>
            <a:prstDash val="solid"/>
            <a:headEnd type="none"/>
            <a:tailEnd type="none"/>
          </a:ln>
          <a:effectLst/>
        </p:spPr>
      </p:sp>
      <p:sp>
        <p:nvSpPr>
          <p:cNvPr id="1494693677" name="Freeform 10"/>
          <p:cNvSpPr/>
          <p:nvPr/>
        </p:nvSpPr>
        <p:spPr bwMode="auto">
          <a:xfrm>
            <a:off x="16315690" y="677545"/>
            <a:ext cx="1452245" cy="1457325"/>
          </a:xfrm>
          <a:custGeom>
            <a:avLst/>
            <a:gdLst/>
            <a:ahLst/>
            <a:cxnLst/>
            <a:rect l="0" t="0" r="1452245" b="1457325"/>
            <a:pathLst>
              <a:path w="1452245" h="1457325" extrusionOk="0">
                <a:moveTo>
                  <a:pt x="0" y="0"/>
                </a:moveTo>
                <a:lnTo>
                  <a:pt x="1452246" y="0"/>
                </a:lnTo>
                <a:lnTo>
                  <a:pt x="1452246" y="1457325"/>
                </a:lnTo>
                <a:lnTo>
                  <a:pt x="0" y="1457325"/>
                </a:lnTo>
                <a:lnTo>
                  <a:pt x="0" y="0"/>
                </a:lnTo>
                <a:close/>
              </a:path>
            </a:pathLst>
          </a:custGeom>
          <a:blipFill>
            <a:blip r:embed="rId3"/>
            <a:stretch/>
          </a:blipFill>
          <a:ln>
            <a:noFill/>
          </a:ln>
          <a:effectLst/>
        </p:spPr>
      </p:sp>
      <p:sp>
        <p:nvSpPr>
          <p:cNvPr id="626540054" name="Freeform 11"/>
          <p:cNvSpPr/>
          <p:nvPr/>
        </p:nvSpPr>
        <p:spPr bwMode="auto">
          <a:xfrm>
            <a:off x="15555595" y="2275205"/>
            <a:ext cx="713105" cy="713105"/>
          </a:xfrm>
          <a:custGeom>
            <a:avLst/>
            <a:gdLst/>
            <a:ahLst/>
            <a:cxnLst/>
            <a:rect l="0" t="0" r="713105" b="713105"/>
            <a:pathLst>
              <a:path w="713105" h="713105" extrusionOk="0">
                <a:moveTo>
                  <a:pt x="0" y="0"/>
                </a:moveTo>
                <a:lnTo>
                  <a:pt x="713105" y="0"/>
                </a:lnTo>
                <a:lnTo>
                  <a:pt x="713105" y="713105"/>
                </a:lnTo>
                <a:lnTo>
                  <a:pt x="0" y="713105"/>
                </a:lnTo>
                <a:lnTo>
                  <a:pt x="0" y="0"/>
                </a:lnTo>
                <a:close/>
              </a:path>
            </a:pathLst>
          </a:custGeom>
          <a:blipFill>
            <a:blip r:embed="rId4"/>
            <a:stretch/>
          </a:blipFill>
          <a:ln>
            <a:noFill/>
          </a:ln>
          <a:effectLst/>
        </p:spPr>
      </p:sp>
      <p:sp>
        <p:nvSpPr>
          <p:cNvPr id="584454848" name="Freeform 12"/>
          <p:cNvSpPr/>
          <p:nvPr/>
        </p:nvSpPr>
        <p:spPr bwMode="auto">
          <a:xfrm>
            <a:off x="-546100" y="6885305"/>
            <a:ext cx="3983990" cy="3984625"/>
          </a:xfrm>
          <a:custGeom>
            <a:avLst/>
            <a:gdLst/>
            <a:ahLst/>
            <a:cxnLst/>
            <a:rect l="0" t="0" r="3983990" b="3984625"/>
            <a:pathLst>
              <a:path w="3983990" h="3984625" extrusionOk="0">
                <a:moveTo>
                  <a:pt x="0" y="0"/>
                </a:moveTo>
                <a:lnTo>
                  <a:pt x="3983990" y="0"/>
                </a:lnTo>
                <a:lnTo>
                  <a:pt x="3983990" y="3984623"/>
                </a:lnTo>
                <a:lnTo>
                  <a:pt x="0" y="3984623"/>
                </a:lnTo>
                <a:lnTo>
                  <a:pt x="0" y="0"/>
                </a:lnTo>
                <a:close/>
              </a:path>
            </a:pathLst>
          </a:custGeom>
          <a:blipFill>
            <a:blip r:embed="rId5"/>
            <a:stretch/>
          </a:blipFill>
          <a:ln>
            <a:noFill/>
          </a:ln>
          <a:effectLst/>
        </p:spPr>
      </p:sp>
      <p:sp>
        <p:nvSpPr>
          <p:cNvPr id="1271523366" name="Freeform 13"/>
          <p:cNvSpPr/>
          <p:nvPr/>
        </p:nvSpPr>
        <p:spPr bwMode="auto">
          <a:xfrm>
            <a:off x="2987040" y="7590790"/>
            <a:ext cx="1908810" cy="1546225"/>
          </a:xfrm>
          <a:custGeom>
            <a:avLst/>
            <a:gdLst/>
            <a:ahLst/>
            <a:cxnLst/>
            <a:rect l="0" t="0" r="1908810" b="1546225"/>
            <a:pathLst>
              <a:path w="1908810" h="1546225" extrusionOk="0">
                <a:moveTo>
                  <a:pt x="0" y="0"/>
                </a:moveTo>
                <a:lnTo>
                  <a:pt x="1908810" y="0"/>
                </a:lnTo>
                <a:lnTo>
                  <a:pt x="1908810" y="1546225"/>
                </a:lnTo>
                <a:lnTo>
                  <a:pt x="0" y="1546225"/>
                </a:lnTo>
                <a:lnTo>
                  <a:pt x="0" y="0"/>
                </a:lnTo>
                <a:close/>
              </a:path>
            </a:pathLst>
          </a:custGeom>
          <a:blipFill>
            <a:blip r:embed="rId6"/>
            <a:stretch/>
          </a:blipFill>
          <a:ln>
            <a:noFill/>
          </a:ln>
          <a:effectLst/>
        </p:spPr>
      </p:sp>
      <p:sp>
        <p:nvSpPr>
          <p:cNvPr id="2063748680" name="Freeform 14"/>
          <p:cNvSpPr/>
          <p:nvPr/>
        </p:nvSpPr>
        <p:spPr bwMode="auto">
          <a:xfrm>
            <a:off x="0" y="0"/>
            <a:ext cx="5100320" cy="2209800"/>
          </a:xfrm>
          <a:custGeom>
            <a:avLst/>
            <a:gdLst/>
            <a:ahLst/>
            <a:cxnLst/>
            <a:rect l="0" t="0" r="5100320" b="2209800"/>
            <a:pathLst>
              <a:path w="5100320" h="2209800" extrusionOk="0">
                <a:moveTo>
                  <a:pt x="0" y="0"/>
                </a:moveTo>
                <a:lnTo>
                  <a:pt x="5100320" y="0"/>
                </a:lnTo>
                <a:lnTo>
                  <a:pt x="5100320" y="2209800"/>
                </a:lnTo>
                <a:lnTo>
                  <a:pt x="0" y="2209800"/>
                </a:lnTo>
                <a:lnTo>
                  <a:pt x="0" y="0"/>
                </a:lnTo>
                <a:close/>
              </a:path>
            </a:pathLst>
          </a:custGeom>
          <a:blipFill>
            <a:blip r:embed="rId7"/>
            <a:stretch/>
          </a:blipFill>
          <a:ln>
            <a:noFill/>
          </a:ln>
          <a:effectLst/>
        </p:spPr>
      </p:sp>
      <p:graphicFrame>
        <p:nvGraphicFramePr>
          <p:cNvPr id="291069719" name="Tabel 291069718"/>
          <p:cNvGraphicFramePr>
            <a:graphicFrameLocks noGrp="1"/>
          </p:cNvGraphicFramePr>
          <p:nvPr/>
        </p:nvGraphicFramePr>
        <p:xfrm>
          <a:off x="1028700" y="2933699"/>
          <a:ext cx="16230600" cy="5019040"/>
        </p:xfrm>
        <a:graphic>
          <a:graphicData uri="http://schemas.openxmlformats.org/drawingml/2006/table">
            <a:tbl>
              <a:tblPr>
                <a:noFill/>
              </a:tblPr>
              <a:tblGrid>
                <a:gridCol w="2900680">
                  <a:extLst>
                    <a:ext uri="{9D8B030D-6E8A-4147-A177-3AD203B41FA5}">
                      <a16:colId xmlns:a16="http://schemas.microsoft.com/office/drawing/2014/main" val="20000"/>
                    </a:ext>
                  </a:extLst>
                </a:gridCol>
                <a:gridCol w="1161415">
                  <a:extLst>
                    <a:ext uri="{9D8B030D-6E8A-4147-A177-3AD203B41FA5}">
                      <a16:colId xmlns:a16="http://schemas.microsoft.com/office/drawing/2014/main" val="20001"/>
                    </a:ext>
                  </a:extLst>
                </a:gridCol>
                <a:gridCol w="12168505">
                  <a:extLst>
                    <a:ext uri="{9D8B030D-6E8A-4147-A177-3AD203B41FA5}">
                      <a16:colId xmlns:a16="http://schemas.microsoft.com/office/drawing/2014/main" val="20002"/>
                    </a:ext>
                  </a:extLst>
                </a:gridCol>
              </a:tblGrid>
              <a:tr h="1276350">
                <a:tc>
                  <a:txBody>
                    <a:bodyPr/>
                    <a:lstStyle/>
                    <a:p>
                      <a:pPr marL="0" marR="0" indent="0" algn="ctr">
                        <a:lnSpc>
                          <a:spcPts val="3355"/>
                        </a:lnSpc>
                        <a:buNone/>
                        <a:defRPr sz="2400" b="1" cap="none">
                          <a:latin typeface="Glacial Indifference"/>
                          <a:ea typeface="Glacial Indifference"/>
                          <a:cs typeface="Glacial Indifference"/>
                        </a:defRPr>
                      </a:pPr>
                      <a:r>
                        <a:rPr cap="none">
                          <a:solidFill>
                            <a:srgbClr val="FFFFFF"/>
                          </a:solidFill>
                        </a:rPr>
                        <a:t>Tanggal</a:t>
                      </a:r>
                    </a:p>
                  </a:txBody>
                  <a:tcPr marL="190500" marR="190500" marT="190500" marB="190500" anchor="ctr">
                    <a:lnL w="38100" algn="ctr">
                      <a:solidFill>
                        <a:srgbClr val="BFDDD2"/>
                      </a:solidFill>
                    </a:lnL>
                    <a:lnR w="38100" algn="ctr">
                      <a:solidFill>
                        <a:srgbClr val="BFDDD2"/>
                      </a:solidFill>
                    </a:lnR>
                    <a:lnT w="38100" algn="ctr">
                      <a:solidFill>
                        <a:srgbClr val="BFDDD2"/>
                      </a:solidFill>
                    </a:lnT>
                    <a:lnB w="38100" algn="ctr">
                      <a:solidFill>
                        <a:srgbClr val="BFDDD2"/>
                      </a:solidFill>
                    </a:lnB>
                    <a:noFill/>
                  </a:tcPr>
                </a:tc>
                <a:tc>
                  <a:txBody>
                    <a:bodyPr/>
                    <a:lstStyle/>
                    <a:p>
                      <a:pPr marL="0" marR="0" indent="0" algn="ctr">
                        <a:lnSpc>
                          <a:spcPts val="3355"/>
                        </a:lnSpc>
                        <a:buNone/>
                        <a:defRPr sz="2400" b="1" cap="none">
                          <a:latin typeface="Glacial Indifference"/>
                          <a:ea typeface="Glacial Indifference"/>
                          <a:cs typeface="Glacial Indifference"/>
                        </a:defRPr>
                      </a:pPr>
                      <a:r>
                        <a:rPr cap="none">
                          <a:solidFill>
                            <a:srgbClr val="FFFFFF"/>
                          </a:solidFill>
                        </a:rPr>
                        <a:t>No. DK</a:t>
                      </a:r>
                    </a:p>
                  </a:txBody>
                  <a:tcPr marL="190500" marR="190500" marT="190500" marB="190500" anchor="ctr">
                    <a:lnL w="38100" algn="ctr">
                      <a:solidFill>
                        <a:srgbClr val="BFDDD2"/>
                      </a:solidFill>
                    </a:lnL>
                    <a:lnR w="38100" algn="ctr">
                      <a:solidFill>
                        <a:srgbClr val="BFDDD2"/>
                      </a:solidFill>
                    </a:lnR>
                    <a:lnT w="38100" algn="ctr">
                      <a:solidFill>
                        <a:srgbClr val="BFDDD2"/>
                      </a:solidFill>
                    </a:lnT>
                    <a:lnB w="38100" algn="ctr">
                      <a:solidFill>
                        <a:srgbClr val="BFDDD2"/>
                      </a:solidFill>
                    </a:lnB>
                    <a:noFill/>
                  </a:tcPr>
                </a:tc>
                <a:tc>
                  <a:txBody>
                    <a:bodyPr/>
                    <a:lstStyle/>
                    <a:p>
                      <a:pPr marL="0" marR="0" indent="0" algn="ctr">
                        <a:lnSpc>
                          <a:spcPts val="3355"/>
                        </a:lnSpc>
                        <a:buNone/>
                        <a:defRPr sz="2400" b="1" cap="none">
                          <a:latin typeface="Glacial Indifference"/>
                          <a:ea typeface="Glacial Indifference"/>
                          <a:cs typeface="Glacial Indifference"/>
                        </a:defRPr>
                      </a:pPr>
                      <a:r>
                        <a:rPr cap="none">
                          <a:solidFill>
                            <a:srgbClr val="FFFFFF"/>
                          </a:solidFill>
                        </a:rPr>
                        <a:t>Tindakan Keperawatan dan Reaksi Hasil</a:t>
                      </a:r>
                    </a:p>
                  </a:txBody>
                  <a:tcPr marL="190500" marR="190500" marT="190500" marB="190500" anchor="ctr">
                    <a:lnL w="38100" algn="ctr">
                      <a:solidFill>
                        <a:srgbClr val="BFDDD2"/>
                      </a:solidFill>
                    </a:lnL>
                    <a:lnR w="38100" algn="ctr">
                      <a:solidFill>
                        <a:srgbClr val="BFDDD2"/>
                      </a:solidFill>
                    </a:lnR>
                    <a:lnT w="38100" algn="ctr">
                      <a:solidFill>
                        <a:srgbClr val="BFDDD2"/>
                      </a:solidFill>
                    </a:lnT>
                    <a:lnB w="38100" algn="ctr">
                      <a:solidFill>
                        <a:srgbClr val="BFDDD2"/>
                      </a:solidFill>
                    </a:lnB>
                    <a:noFill/>
                  </a:tcPr>
                </a:tc>
                <a:extLst>
                  <a:ext uri="{0D108BD9-81ED-4DB2-BD59-A6C34878D82A}">
                    <a16:rowId xmlns:a16="http://schemas.microsoft.com/office/drawing/2014/main" val="10000"/>
                  </a:ext>
                </a:extLst>
              </a:tr>
              <a:tr h="3785870">
                <a:tc>
                  <a:txBody>
                    <a:bodyPr/>
                    <a:lstStyle/>
                    <a:p>
                      <a:pPr marL="0" marR="0" indent="0" algn="l">
                        <a:lnSpc>
                          <a:spcPts val="3355"/>
                        </a:lnSpc>
                        <a:buNone/>
                        <a:defRPr/>
                      </a:pPr>
                      <a:r>
                        <a:rPr sz="2400" cap="none">
                          <a:solidFill>
                            <a:srgbClr val="E4E4E4"/>
                          </a:solidFill>
                          <a:latin typeface="Glacial Indifference"/>
                          <a:ea typeface="Glacial Indifference"/>
                          <a:cs typeface="Glacial Indifference"/>
                        </a:rPr>
                        <a:t>12 Desember 2023</a:t>
                      </a:r>
                      <a:endParaRPr sz="1100" cap="none"/>
                    </a:p>
                  </a:txBody>
                  <a:tcPr marL="190500" marR="190500" marT="190500" marB="190500">
                    <a:lnL w="38100" algn="ctr">
                      <a:solidFill>
                        <a:srgbClr val="BFDDD2"/>
                      </a:solidFill>
                    </a:lnL>
                    <a:lnR w="38100" algn="ctr">
                      <a:solidFill>
                        <a:srgbClr val="BFDDD2"/>
                      </a:solidFill>
                    </a:lnR>
                    <a:lnT w="38100" algn="ctr">
                      <a:solidFill>
                        <a:srgbClr val="BFDDD2"/>
                      </a:solidFill>
                    </a:lnT>
                    <a:lnB w="38100" algn="ctr">
                      <a:solidFill>
                        <a:srgbClr val="BFDDD2"/>
                      </a:solidFill>
                    </a:lnB>
                    <a:noFill/>
                  </a:tcPr>
                </a:tc>
                <a:tc>
                  <a:txBody>
                    <a:bodyPr/>
                    <a:lstStyle/>
                    <a:p>
                      <a:pPr marL="0" marR="0" indent="0" algn="l">
                        <a:lnSpc>
                          <a:spcPts val="3355"/>
                        </a:lnSpc>
                        <a:buNone/>
                        <a:defRPr/>
                      </a:pPr>
                      <a:r>
                        <a:rPr sz="2400" cap="none">
                          <a:solidFill>
                            <a:srgbClr val="E4E4E4"/>
                          </a:solidFill>
                          <a:latin typeface="Glacial Indifference"/>
                          <a:ea typeface="Glacial Indifference"/>
                          <a:cs typeface="Glacial Indifference"/>
                        </a:rPr>
                        <a:t>2</a:t>
                      </a:r>
                      <a:endParaRPr sz="1100" cap="none"/>
                    </a:p>
                  </a:txBody>
                  <a:tcPr marL="190500" marR="190500" marT="190500" marB="190500">
                    <a:lnL w="38100" algn="ctr">
                      <a:solidFill>
                        <a:srgbClr val="BFDDD2"/>
                      </a:solidFill>
                    </a:lnL>
                    <a:lnR w="38100" algn="ctr">
                      <a:solidFill>
                        <a:srgbClr val="BFDDD2"/>
                      </a:solidFill>
                    </a:lnR>
                    <a:lnT w="38100" algn="ctr">
                      <a:solidFill>
                        <a:srgbClr val="BFDDD2"/>
                      </a:solidFill>
                    </a:lnT>
                    <a:lnB w="38100" algn="ctr">
                      <a:solidFill>
                        <a:srgbClr val="BFDDD2"/>
                      </a:solidFill>
                    </a:lnB>
                    <a:noFill/>
                  </a:tcPr>
                </a:tc>
                <a:tc>
                  <a:txBody>
                    <a:bodyPr/>
                    <a:lstStyle/>
                    <a:p>
                      <a:pPr marL="360045" marR="0" indent="-360045" algn="l">
                        <a:lnSpc>
                          <a:spcPts val="2875"/>
                        </a:lnSpc>
                        <a:buFont typeface="Wingdings"/>
                        <a:buChar char=""/>
                        <a:defRPr/>
                      </a:pPr>
                      <a:r>
                        <a:rPr sz="2400" cap="none">
                          <a:solidFill>
                            <a:srgbClr val="E4E4E4"/>
                          </a:solidFill>
                          <a:latin typeface="Glacial Indifference"/>
                          <a:ea typeface="Glacial Indifference"/>
                          <a:cs typeface="Glacial Indifference"/>
                        </a:rPr>
                        <a:t>Memonitor tanda dan gejala infeksi lokal</a:t>
                      </a:r>
                    </a:p>
                    <a:p>
                      <a:pPr marL="360045" marR="0" indent="-360045" algn="l">
                        <a:lnSpc>
                          <a:spcPts val="2875"/>
                        </a:lnSpc>
                        <a:buFont typeface="Wingdings"/>
                        <a:buChar char=""/>
                        <a:defRPr/>
                      </a:pPr>
                      <a:r>
                        <a:rPr sz="2400" cap="none">
                          <a:solidFill>
                            <a:srgbClr val="E4E4E4"/>
                          </a:solidFill>
                          <a:latin typeface="Glacial Indifference"/>
                          <a:ea typeface="Glacial Indifference"/>
                          <a:cs typeface="Glacial Indifference"/>
                        </a:rPr>
                        <a:t>Membatasi jumlah pengunjung</a:t>
                      </a:r>
                    </a:p>
                    <a:p>
                      <a:pPr marL="360045" marR="0" indent="-360045" algn="l">
                        <a:lnSpc>
                          <a:spcPts val="2875"/>
                        </a:lnSpc>
                        <a:buFont typeface="Wingdings"/>
                        <a:buChar char=""/>
                        <a:defRPr/>
                      </a:pPr>
                      <a:r>
                        <a:rPr sz="2400" cap="none">
                          <a:solidFill>
                            <a:srgbClr val="E4E4E4"/>
                          </a:solidFill>
                          <a:latin typeface="Glacial Indifference"/>
                          <a:ea typeface="Glacial Indifference"/>
                          <a:cs typeface="Glacial Indifference"/>
                        </a:rPr>
                        <a:t>Menjelaskan tanda dan gejala infeksi</a:t>
                      </a:r>
                    </a:p>
                    <a:p>
                      <a:pPr marL="360045" marR="0" indent="-360045" algn="l">
                        <a:lnSpc>
                          <a:spcPts val="2875"/>
                        </a:lnSpc>
                        <a:buFont typeface="Wingdings"/>
                        <a:buChar char=""/>
                        <a:defRPr/>
                      </a:pPr>
                      <a:r>
                        <a:rPr sz="2400" cap="none">
                          <a:solidFill>
                            <a:srgbClr val="E4E4E4"/>
                          </a:solidFill>
                          <a:latin typeface="Glacial Indifference"/>
                          <a:ea typeface="Glacial Indifference"/>
                          <a:cs typeface="Glacial Indifference"/>
                        </a:rPr>
                        <a:t>Mengajarkan cara memeriksa luka</a:t>
                      </a:r>
                      <a:br>
                        <a:rPr/>
                      </a:br>
                      <a:endParaRPr sz="2400" cap="none">
                        <a:solidFill>
                          <a:srgbClr val="E4E4E4"/>
                        </a:solidFill>
                        <a:latin typeface="Glacial Indifference"/>
                        <a:ea typeface="Glacial Indifference"/>
                        <a:cs typeface="Glacial Indifference"/>
                      </a:endParaRPr>
                    </a:p>
                    <a:p>
                      <a:pPr marL="0" marR="0" indent="0" algn="l">
                        <a:lnSpc>
                          <a:spcPts val="2875"/>
                        </a:lnSpc>
                        <a:buNone/>
                        <a:defRPr/>
                      </a:pPr>
                      <a:r>
                        <a:rPr sz="2400" cap="none">
                          <a:solidFill>
                            <a:srgbClr val="E4E4E4"/>
                          </a:solidFill>
                          <a:latin typeface="Glacial Indifference"/>
                          <a:ea typeface="Glacial Indifference"/>
                          <a:cs typeface="Glacial Indifference"/>
                        </a:rPr>
                        <a:t>Rh: Klien dapat memahami dan mempraktikkan cara memeriksa luka</a:t>
                      </a:r>
                      <a:br>
                        <a:rPr/>
                      </a:br>
                      <a:endParaRPr sz="2400" cap="none">
                        <a:solidFill>
                          <a:srgbClr val="E4E4E4"/>
                        </a:solidFill>
                        <a:latin typeface="Glacial Indifference"/>
                        <a:ea typeface="Glacial Indifference"/>
                        <a:cs typeface="Glacial Indifference"/>
                      </a:endParaRPr>
                    </a:p>
                    <a:p>
                      <a:pPr marL="0" marR="0" indent="0" algn="l">
                        <a:lnSpc>
                          <a:spcPts val="2875"/>
                        </a:lnSpc>
                        <a:buNone/>
                        <a:defRPr/>
                      </a:pPr>
                      <a:endParaRPr/>
                    </a:p>
                  </a:txBody>
                  <a:tcPr marL="190500" marR="190500" marT="190500" marB="190500">
                    <a:lnL w="38100" algn="ctr">
                      <a:solidFill>
                        <a:srgbClr val="BFDDD2"/>
                      </a:solidFill>
                    </a:lnL>
                    <a:lnR w="38100" algn="ctr">
                      <a:solidFill>
                        <a:srgbClr val="BFDDD2"/>
                      </a:solidFill>
                    </a:lnR>
                    <a:lnT w="38100" algn="ctr">
                      <a:solidFill>
                        <a:srgbClr val="BFDDD2"/>
                      </a:solidFill>
                    </a:lnT>
                    <a:lnB w="38100" algn="ctr">
                      <a:solidFill>
                        <a:srgbClr val="BFDDD2"/>
                      </a:solidFill>
                    </a:lnB>
                    <a:noFill/>
                  </a:tcPr>
                </a:tc>
                <a:extLst>
                  <a:ext uri="{0D108BD9-81ED-4DB2-BD59-A6C34878D82A}">
                    <a16:rowId xmlns:a16="http://schemas.microsoft.com/office/drawing/2014/main" val="10001"/>
                  </a:ext>
                </a:extLst>
              </a:tr>
            </a:tbl>
          </a:graphicData>
        </a:graphic>
      </p:graphicFrame>
      <p:sp>
        <p:nvSpPr>
          <p:cNvPr id="892476706" name="TextBox 16"/>
          <p:cNvSpPr/>
          <p:nvPr/>
        </p:nvSpPr>
        <p:spPr bwMode="auto">
          <a:xfrm>
            <a:off x="1028700" y="1812290"/>
            <a:ext cx="16230600" cy="821055"/>
          </a:xfrm>
          <a:prstGeom prst="rect">
            <a:avLst/>
          </a:prstGeom>
          <a:noFill/>
          <a:ln>
            <a:noFill/>
          </a:ln>
          <a:effectLst/>
        </p:spPr>
        <p:txBody>
          <a:bodyPr vert="horz" wrap="square" lIns="0" tIns="0" rIns="0" bIns="0" numCol="1" spcCol="215899" anchor="t"/>
          <a:lstStyle/>
          <a:p>
            <a:pPr algn="ctr">
              <a:lnSpc>
                <a:spcPts val="6715"/>
              </a:lnSpc>
              <a:defRPr sz="4800" b="1" cap="none">
                <a:solidFill>
                  <a:srgbClr val="FFFFFF"/>
                </a:solidFill>
                <a:latin typeface="Glacial Indifference"/>
                <a:ea typeface="Glacial Indifference"/>
                <a:cs typeface="Glacial Indifference"/>
              </a:defRPr>
            </a:pPr>
            <a:r>
              <a:t>Proses Keperawatan: Pelaksanaan Keperawatan</a:t>
            </a:r>
          </a:p>
        </p:txBody>
      </p:sp>
      <p:sp>
        <p:nvSpPr>
          <p:cNvPr id="1266732150" name="TextBox 17"/>
          <p:cNvSpPr/>
          <p:nvPr/>
        </p:nvSpPr>
        <p:spPr bwMode="auto">
          <a:xfrm>
            <a:off x="11430000" y="8963025"/>
            <a:ext cx="4752340" cy="523875"/>
          </a:xfrm>
          <a:prstGeom prst="rect">
            <a:avLst/>
          </a:prstGeom>
          <a:noFill/>
          <a:ln>
            <a:noFill/>
          </a:ln>
          <a:effectLst/>
        </p:spPr>
        <p:txBody>
          <a:bodyPr vert="horz" wrap="square" lIns="0" tIns="0" rIns="0" bIns="0" numCol="1" spcCol="215899" anchor="t"/>
          <a:lstStyle/>
          <a:p>
            <a:pPr algn="r">
              <a:lnSpc>
                <a:spcPts val="4200"/>
              </a:lnSpc>
              <a:defRPr sz="3000" b="1" cap="none">
                <a:solidFill>
                  <a:srgbClr val="FFFFFF"/>
                </a:solidFill>
                <a:latin typeface="Glacial Indifference"/>
                <a:ea typeface="Glacial Indifference"/>
                <a:cs typeface="Glacial Indifference"/>
              </a:defRPr>
            </a:pPr>
            <a:r>
              <a:t>FRAKTUR HUMERUS </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showMasterPhAnim="0">
  <p:cSld>
    <p:bg>
      <p:bgPr>
        <a:solidFill>
          <a:srgbClr val="5DA295"/>
        </a:solidFill>
        <a:effectLst/>
      </p:bgPr>
    </p:bg>
    <p:spTree>
      <p:nvGrpSpPr>
        <p:cNvPr id="1" name=""/>
        <p:cNvGrpSpPr/>
        <p:nvPr/>
      </p:nvGrpSpPr>
      <p:grpSpPr bwMode="auto">
        <a:xfrm>
          <a:off x="0" y="0"/>
          <a:ext cx="0" cy="0"/>
          <a:chOff x="0" y="0"/>
          <a:chExt cx="0" cy="0"/>
        </a:xfrm>
      </p:grpSpPr>
      <p:grpSp>
        <p:nvGrpSpPr>
          <p:cNvPr id="382003656" name="Group 2"/>
          <p:cNvGrpSpPr/>
          <p:nvPr/>
        </p:nvGrpSpPr>
        <p:grpSpPr bwMode="auto">
          <a:xfrm>
            <a:off x="0" y="10073640"/>
            <a:ext cx="18288000" cy="213360"/>
            <a:chOff x="0" y="10073640"/>
            <a:chExt cx="18288000" cy="213360"/>
          </a:xfrm>
        </p:grpSpPr>
        <p:sp>
          <p:nvSpPr>
            <p:cNvPr id="4" name="Freeform 3"/>
            <p:cNvSpPr/>
            <p:nvPr/>
          </p:nvSpPr>
          <p:spPr bwMode="auto">
            <a:xfrm>
              <a:off x="0" y="1007364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E4E4E4"/>
            </a:solidFill>
            <a:ln>
              <a:noFill/>
            </a:ln>
            <a:effectLst/>
          </p:spPr>
        </p:sp>
        <p:sp>
          <p:nvSpPr>
            <p:cNvPr id="3" name="TextBox 4"/>
            <p:cNvSpPr/>
            <p:nvPr/>
          </p:nvSpPr>
          <p:spPr bwMode="auto">
            <a:xfrm>
              <a:off x="0" y="992886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1664370371" name="Group 5"/>
          <p:cNvGrpSpPr/>
          <p:nvPr/>
        </p:nvGrpSpPr>
        <p:grpSpPr bwMode="auto">
          <a:xfrm>
            <a:off x="0" y="0"/>
            <a:ext cx="18288000" cy="213360"/>
            <a:chOff x="0" y="0"/>
            <a:chExt cx="18288000" cy="213360"/>
          </a:xfrm>
        </p:grpSpPr>
        <p:sp>
          <p:nvSpPr>
            <p:cNvPr id="7" name="Freeform 6"/>
            <p:cNvSpPr/>
            <p:nvPr/>
          </p:nvSpPr>
          <p:spPr bwMode="auto">
            <a:xfrm>
              <a:off x="0" y="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BFDDD2"/>
            </a:solidFill>
            <a:ln>
              <a:noFill/>
            </a:ln>
            <a:effectLst/>
          </p:spPr>
        </p:sp>
        <p:sp>
          <p:nvSpPr>
            <p:cNvPr id="6" name="TextBox 7"/>
            <p:cNvSpPr/>
            <p:nvPr/>
          </p:nvSpPr>
          <p:spPr bwMode="auto">
            <a:xfrm>
              <a:off x="0" y="-14478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1110859356" name="TextBox 8"/>
          <p:cNvSpPr/>
          <p:nvPr/>
        </p:nvSpPr>
        <p:spPr bwMode="auto">
          <a:xfrm>
            <a:off x="16563975" y="8834120"/>
            <a:ext cx="955040" cy="799465"/>
          </a:xfrm>
          <a:prstGeom prst="rect">
            <a:avLst/>
          </a:prstGeom>
          <a:noFill/>
          <a:ln>
            <a:noFill/>
          </a:ln>
          <a:effectLst/>
        </p:spPr>
        <p:txBody>
          <a:bodyPr vert="horz" wrap="square" lIns="0" tIns="0" rIns="0" bIns="0" numCol="1" spcCol="215899" anchor="t"/>
          <a:lstStyle/>
          <a:p>
            <a:pPr algn="r">
              <a:lnSpc>
                <a:spcPts val="6295"/>
              </a:lnSpc>
              <a:defRPr sz="4500" b="1" cap="none">
                <a:solidFill>
                  <a:srgbClr val="FFFFFF"/>
                </a:solidFill>
                <a:latin typeface="Glacial Indifference"/>
                <a:ea typeface="Glacial Indifference"/>
                <a:cs typeface="Glacial Indifference"/>
              </a:defRPr>
            </a:pPr>
            <a:r>
              <a:t>40</a:t>
            </a:r>
          </a:p>
        </p:txBody>
      </p:sp>
      <p:sp>
        <p:nvSpPr>
          <p:cNvPr id="1777898491" name="AutoShape 9"/>
          <p:cNvSpPr/>
          <p:nvPr/>
        </p:nvSpPr>
        <p:spPr bwMode="auto">
          <a:xfrm>
            <a:off x="16563975" y="8877300"/>
            <a:ext cx="0" cy="762000"/>
          </a:xfrm>
          <a:prstGeom prst="line">
            <a:avLst/>
          </a:prstGeom>
          <a:noFill/>
          <a:ln w="95250" cap="flat" cmpd="sng" algn="ctr">
            <a:solidFill>
              <a:srgbClr val="BFDDD2"/>
            </a:solidFill>
            <a:prstDash val="solid"/>
            <a:headEnd type="none"/>
            <a:tailEnd type="none"/>
          </a:ln>
          <a:effectLst/>
        </p:spPr>
      </p:sp>
      <p:sp>
        <p:nvSpPr>
          <p:cNvPr id="909021646" name="Freeform 10"/>
          <p:cNvSpPr/>
          <p:nvPr/>
        </p:nvSpPr>
        <p:spPr bwMode="auto">
          <a:xfrm>
            <a:off x="16315690" y="677545"/>
            <a:ext cx="1452245" cy="1457325"/>
          </a:xfrm>
          <a:custGeom>
            <a:avLst/>
            <a:gdLst/>
            <a:ahLst/>
            <a:cxnLst/>
            <a:rect l="0" t="0" r="1452245" b="1457325"/>
            <a:pathLst>
              <a:path w="1452245" h="1457325" extrusionOk="0">
                <a:moveTo>
                  <a:pt x="0" y="0"/>
                </a:moveTo>
                <a:lnTo>
                  <a:pt x="1452246" y="0"/>
                </a:lnTo>
                <a:lnTo>
                  <a:pt x="1452246" y="1457325"/>
                </a:lnTo>
                <a:lnTo>
                  <a:pt x="0" y="1457325"/>
                </a:lnTo>
                <a:lnTo>
                  <a:pt x="0" y="0"/>
                </a:lnTo>
                <a:close/>
              </a:path>
            </a:pathLst>
          </a:custGeom>
          <a:blipFill>
            <a:blip r:embed="rId3"/>
            <a:stretch/>
          </a:blipFill>
          <a:ln>
            <a:noFill/>
          </a:ln>
          <a:effectLst/>
        </p:spPr>
      </p:sp>
      <p:sp>
        <p:nvSpPr>
          <p:cNvPr id="1040844913" name="Freeform 11"/>
          <p:cNvSpPr/>
          <p:nvPr/>
        </p:nvSpPr>
        <p:spPr bwMode="auto">
          <a:xfrm>
            <a:off x="15555595" y="2275205"/>
            <a:ext cx="713105" cy="713105"/>
          </a:xfrm>
          <a:custGeom>
            <a:avLst/>
            <a:gdLst/>
            <a:ahLst/>
            <a:cxnLst/>
            <a:rect l="0" t="0" r="713105" b="713105"/>
            <a:pathLst>
              <a:path w="713105" h="713105" extrusionOk="0">
                <a:moveTo>
                  <a:pt x="0" y="0"/>
                </a:moveTo>
                <a:lnTo>
                  <a:pt x="713105" y="0"/>
                </a:lnTo>
                <a:lnTo>
                  <a:pt x="713105" y="713105"/>
                </a:lnTo>
                <a:lnTo>
                  <a:pt x="0" y="713105"/>
                </a:lnTo>
                <a:lnTo>
                  <a:pt x="0" y="0"/>
                </a:lnTo>
                <a:close/>
              </a:path>
            </a:pathLst>
          </a:custGeom>
          <a:blipFill>
            <a:blip r:embed="rId4"/>
            <a:stretch/>
          </a:blipFill>
          <a:ln>
            <a:noFill/>
          </a:ln>
          <a:effectLst/>
        </p:spPr>
      </p:sp>
      <p:sp>
        <p:nvSpPr>
          <p:cNvPr id="1484432797" name="Freeform 12"/>
          <p:cNvSpPr/>
          <p:nvPr/>
        </p:nvSpPr>
        <p:spPr bwMode="auto">
          <a:xfrm>
            <a:off x="-546100" y="6885305"/>
            <a:ext cx="3983990" cy="3984625"/>
          </a:xfrm>
          <a:custGeom>
            <a:avLst/>
            <a:gdLst/>
            <a:ahLst/>
            <a:cxnLst/>
            <a:rect l="0" t="0" r="3983990" b="3984625"/>
            <a:pathLst>
              <a:path w="3983990" h="3984625" extrusionOk="0">
                <a:moveTo>
                  <a:pt x="0" y="0"/>
                </a:moveTo>
                <a:lnTo>
                  <a:pt x="3983990" y="0"/>
                </a:lnTo>
                <a:lnTo>
                  <a:pt x="3983990" y="3984623"/>
                </a:lnTo>
                <a:lnTo>
                  <a:pt x="0" y="3984623"/>
                </a:lnTo>
                <a:lnTo>
                  <a:pt x="0" y="0"/>
                </a:lnTo>
                <a:close/>
              </a:path>
            </a:pathLst>
          </a:custGeom>
          <a:blipFill>
            <a:blip r:embed="rId5"/>
            <a:stretch/>
          </a:blipFill>
          <a:ln>
            <a:noFill/>
          </a:ln>
          <a:effectLst/>
        </p:spPr>
      </p:sp>
      <p:sp>
        <p:nvSpPr>
          <p:cNvPr id="221557454" name="Freeform 13"/>
          <p:cNvSpPr/>
          <p:nvPr/>
        </p:nvSpPr>
        <p:spPr bwMode="auto">
          <a:xfrm>
            <a:off x="2987040" y="7590790"/>
            <a:ext cx="1908810" cy="1546225"/>
          </a:xfrm>
          <a:custGeom>
            <a:avLst/>
            <a:gdLst/>
            <a:ahLst/>
            <a:cxnLst/>
            <a:rect l="0" t="0" r="1908810" b="1546225"/>
            <a:pathLst>
              <a:path w="1908810" h="1546225" extrusionOk="0">
                <a:moveTo>
                  <a:pt x="0" y="0"/>
                </a:moveTo>
                <a:lnTo>
                  <a:pt x="1908810" y="0"/>
                </a:lnTo>
                <a:lnTo>
                  <a:pt x="1908810" y="1546225"/>
                </a:lnTo>
                <a:lnTo>
                  <a:pt x="0" y="1546225"/>
                </a:lnTo>
                <a:lnTo>
                  <a:pt x="0" y="0"/>
                </a:lnTo>
                <a:close/>
              </a:path>
            </a:pathLst>
          </a:custGeom>
          <a:blipFill>
            <a:blip r:embed="rId6"/>
            <a:stretch/>
          </a:blipFill>
          <a:ln>
            <a:noFill/>
          </a:ln>
          <a:effectLst/>
        </p:spPr>
      </p:sp>
      <p:sp>
        <p:nvSpPr>
          <p:cNvPr id="777687969" name="Freeform 14"/>
          <p:cNvSpPr/>
          <p:nvPr/>
        </p:nvSpPr>
        <p:spPr bwMode="auto">
          <a:xfrm>
            <a:off x="0" y="0"/>
            <a:ext cx="5100320" cy="2209800"/>
          </a:xfrm>
          <a:custGeom>
            <a:avLst/>
            <a:gdLst/>
            <a:ahLst/>
            <a:cxnLst/>
            <a:rect l="0" t="0" r="5100320" b="2209800"/>
            <a:pathLst>
              <a:path w="5100320" h="2209800" extrusionOk="0">
                <a:moveTo>
                  <a:pt x="0" y="0"/>
                </a:moveTo>
                <a:lnTo>
                  <a:pt x="5100320" y="0"/>
                </a:lnTo>
                <a:lnTo>
                  <a:pt x="5100320" y="2209800"/>
                </a:lnTo>
                <a:lnTo>
                  <a:pt x="0" y="2209800"/>
                </a:lnTo>
                <a:lnTo>
                  <a:pt x="0" y="0"/>
                </a:lnTo>
                <a:close/>
              </a:path>
            </a:pathLst>
          </a:custGeom>
          <a:blipFill>
            <a:blip r:embed="rId7"/>
            <a:stretch/>
          </a:blipFill>
          <a:ln>
            <a:noFill/>
          </a:ln>
          <a:effectLst/>
        </p:spPr>
      </p:sp>
      <p:graphicFrame>
        <p:nvGraphicFramePr>
          <p:cNvPr id="1124131158" name="Tabel 1124131157"/>
          <p:cNvGraphicFramePr>
            <a:graphicFrameLocks noGrp="1"/>
          </p:cNvGraphicFramePr>
          <p:nvPr/>
        </p:nvGraphicFramePr>
        <p:xfrm>
          <a:off x="1028700" y="2933699"/>
          <a:ext cx="16230600" cy="5019040"/>
        </p:xfrm>
        <a:graphic>
          <a:graphicData uri="http://schemas.openxmlformats.org/drawingml/2006/table">
            <a:tbl>
              <a:tblPr>
                <a:noFill/>
              </a:tblPr>
              <a:tblGrid>
                <a:gridCol w="2900680">
                  <a:extLst>
                    <a:ext uri="{9D8B030D-6E8A-4147-A177-3AD203B41FA5}">
                      <a16:colId xmlns:a16="http://schemas.microsoft.com/office/drawing/2014/main" val="20000"/>
                    </a:ext>
                  </a:extLst>
                </a:gridCol>
                <a:gridCol w="1161415">
                  <a:extLst>
                    <a:ext uri="{9D8B030D-6E8A-4147-A177-3AD203B41FA5}">
                      <a16:colId xmlns:a16="http://schemas.microsoft.com/office/drawing/2014/main" val="20001"/>
                    </a:ext>
                  </a:extLst>
                </a:gridCol>
                <a:gridCol w="12168505">
                  <a:extLst>
                    <a:ext uri="{9D8B030D-6E8A-4147-A177-3AD203B41FA5}">
                      <a16:colId xmlns:a16="http://schemas.microsoft.com/office/drawing/2014/main" val="20002"/>
                    </a:ext>
                  </a:extLst>
                </a:gridCol>
              </a:tblGrid>
              <a:tr h="1276350">
                <a:tc>
                  <a:txBody>
                    <a:bodyPr/>
                    <a:lstStyle/>
                    <a:p>
                      <a:pPr marL="0" marR="0" indent="0" algn="ctr">
                        <a:lnSpc>
                          <a:spcPts val="3355"/>
                        </a:lnSpc>
                        <a:buNone/>
                        <a:defRPr sz="2400" b="1" cap="none">
                          <a:latin typeface="Glacial Indifference"/>
                          <a:ea typeface="Glacial Indifference"/>
                          <a:cs typeface="Glacial Indifference"/>
                        </a:defRPr>
                      </a:pPr>
                      <a:r>
                        <a:rPr cap="none">
                          <a:solidFill>
                            <a:srgbClr val="FFFFFF"/>
                          </a:solidFill>
                        </a:rPr>
                        <a:t>Tanggal</a:t>
                      </a:r>
                    </a:p>
                  </a:txBody>
                  <a:tcPr marL="190500" marR="190500" marT="190500" marB="190500" anchor="ctr">
                    <a:lnL w="38100" algn="ctr">
                      <a:solidFill>
                        <a:srgbClr val="BFDDD2"/>
                      </a:solidFill>
                    </a:lnL>
                    <a:lnR w="38100" algn="ctr">
                      <a:solidFill>
                        <a:srgbClr val="BFDDD2"/>
                      </a:solidFill>
                    </a:lnR>
                    <a:lnT w="38100" algn="ctr">
                      <a:solidFill>
                        <a:srgbClr val="BFDDD2"/>
                      </a:solidFill>
                    </a:lnT>
                    <a:lnB w="38100" algn="ctr">
                      <a:solidFill>
                        <a:srgbClr val="BFDDD2"/>
                      </a:solidFill>
                    </a:lnB>
                    <a:noFill/>
                  </a:tcPr>
                </a:tc>
                <a:tc>
                  <a:txBody>
                    <a:bodyPr/>
                    <a:lstStyle/>
                    <a:p>
                      <a:pPr marL="0" marR="0" indent="0" algn="ctr">
                        <a:lnSpc>
                          <a:spcPts val="3355"/>
                        </a:lnSpc>
                        <a:buNone/>
                        <a:defRPr sz="2400" b="1" cap="none">
                          <a:latin typeface="Glacial Indifference"/>
                          <a:ea typeface="Glacial Indifference"/>
                          <a:cs typeface="Glacial Indifference"/>
                        </a:defRPr>
                      </a:pPr>
                      <a:r>
                        <a:rPr cap="none">
                          <a:solidFill>
                            <a:srgbClr val="FFFFFF"/>
                          </a:solidFill>
                        </a:rPr>
                        <a:t>No. DK</a:t>
                      </a:r>
                    </a:p>
                  </a:txBody>
                  <a:tcPr marL="190500" marR="190500" marT="190500" marB="190500" anchor="ctr">
                    <a:lnL w="38100" algn="ctr">
                      <a:solidFill>
                        <a:srgbClr val="BFDDD2"/>
                      </a:solidFill>
                    </a:lnL>
                    <a:lnR w="38100" algn="ctr">
                      <a:solidFill>
                        <a:srgbClr val="BFDDD2"/>
                      </a:solidFill>
                    </a:lnR>
                    <a:lnT w="38100" algn="ctr">
                      <a:solidFill>
                        <a:srgbClr val="BFDDD2"/>
                      </a:solidFill>
                    </a:lnT>
                    <a:lnB w="38100" algn="ctr">
                      <a:solidFill>
                        <a:srgbClr val="BFDDD2"/>
                      </a:solidFill>
                    </a:lnB>
                    <a:noFill/>
                  </a:tcPr>
                </a:tc>
                <a:tc>
                  <a:txBody>
                    <a:bodyPr/>
                    <a:lstStyle/>
                    <a:p>
                      <a:pPr marL="0" marR="0" indent="0" algn="ctr">
                        <a:lnSpc>
                          <a:spcPts val="3355"/>
                        </a:lnSpc>
                        <a:buNone/>
                        <a:defRPr sz="2400" b="1" cap="none">
                          <a:latin typeface="Glacial Indifference"/>
                          <a:ea typeface="Glacial Indifference"/>
                          <a:cs typeface="Glacial Indifference"/>
                        </a:defRPr>
                      </a:pPr>
                      <a:r>
                        <a:rPr cap="none">
                          <a:solidFill>
                            <a:srgbClr val="FFFFFF"/>
                          </a:solidFill>
                        </a:rPr>
                        <a:t>Tindakan Keperawatan dan Reaksi Hasil</a:t>
                      </a:r>
                    </a:p>
                  </a:txBody>
                  <a:tcPr marL="190500" marR="190500" marT="190500" marB="190500" anchor="ctr">
                    <a:lnL w="38100" algn="ctr">
                      <a:solidFill>
                        <a:srgbClr val="BFDDD2"/>
                      </a:solidFill>
                    </a:lnL>
                    <a:lnR w="38100" algn="ctr">
                      <a:solidFill>
                        <a:srgbClr val="BFDDD2"/>
                      </a:solidFill>
                    </a:lnR>
                    <a:lnT w="38100" algn="ctr">
                      <a:solidFill>
                        <a:srgbClr val="BFDDD2"/>
                      </a:solidFill>
                    </a:lnT>
                    <a:lnB w="38100" algn="ctr">
                      <a:solidFill>
                        <a:srgbClr val="BFDDD2"/>
                      </a:solidFill>
                    </a:lnB>
                    <a:noFill/>
                  </a:tcPr>
                </a:tc>
                <a:extLst>
                  <a:ext uri="{0D108BD9-81ED-4DB2-BD59-A6C34878D82A}">
                    <a16:rowId xmlns:a16="http://schemas.microsoft.com/office/drawing/2014/main" val="10000"/>
                  </a:ext>
                </a:extLst>
              </a:tr>
              <a:tr h="3785870">
                <a:tc>
                  <a:txBody>
                    <a:bodyPr/>
                    <a:lstStyle/>
                    <a:p>
                      <a:pPr marL="0" marR="0" indent="0" algn="l">
                        <a:lnSpc>
                          <a:spcPts val="3355"/>
                        </a:lnSpc>
                        <a:buNone/>
                        <a:defRPr/>
                      </a:pPr>
                      <a:r>
                        <a:rPr sz="2400" cap="none">
                          <a:solidFill>
                            <a:srgbClr val="E4E4E4"/>
                          </a:solidFill>
                          <a:latin typeface="Glacial Indifference"/>
                          <a:ea typeface="Glacial Indifference"/>
                          <a:cs typeface="Glacial Indifference"/>
                        </a:rPr>
                        <a:t>13 Desember 2023</a:t>
                      </a:r>
                      <a:endParaRPr sz="1100" cap="none"/>
                    </a:p>
                  </a:txBody>
                  <a:tcPr marL="190500" marR="190500" marT="190500" marB="190500">
                    <a:lnL w="38100" algn="ctr">
                      <a:solidFill>
                        <a:srgbClr val="BFDDD2"/>
                      </a:solidFill>
                    </a:lnL>
                    <a:lnR w="38100" algn="ctr">
                      <a:solidFill>
                        <a:srgbClr val="BFDDD2"/>
                      </a:solidFill>
                    </a:lnR>
                    <a:lnT w="38100" algn="ctr">
                      <a:solidFill>
                        <a:srgbClr val="BFDDD2"/>
                      </a:solidFill>
                    </a:lnT>
                    <a:lnB w="38100" algn="ctr">
                      <a:solidFill>
                        <a:srgbClr val="BFDDD2"/>
                      </a:solidFill>
                    </a:lnB>
                    <a:noFill/>
                  </a:tcPr>
                </a:tc>
                <a:tc>
                  <a:txBody>
                    <a:bodyPr/>
                    <a:lstStyle/>
                    <a:p>
                      <a:pPr marL="0" marR="0" indent="0" algn="l">
                        <a:lnSpc>
                          <a:spcPts val="3355"/>
                        </a:lnSpc>
                        <a:buNone/>
                        <a:defRPr/>
                      </a:pPr>
                      <a:r>
                        <a:rPr sz="2400" cap="none">
                          <a:solidFill>
                            <a:srgbClr val="E4E4E4"/>
                          </a:solidFill>
                          <a:latin typeface="Glacial Indifference"/>
                          <a:ea typeface="Glacial Indifference"/>
                          <a:cs typeface="Glacial Indifference"/>
                        </a:rPr>
                        <a:t>3</a:t>
                      </a:r>
                      <a:endParaRPr sz="1100" cap="none"/>
                    </a:p>
                  </a:txBody>
                  <a:tcPr marL="190500" marR="190500" marT="190500" marB="190500">
                    <a:lnL w="38100" algn="ctr">
                      <a:solidFill>
                        <a:srgbClr val="BFDDD2"/>
                      </a:solidFill>
                    </a:lnL>
                    <a:lnR w="38100" algn="ctr">
                      <a:solidFill>
                        <a:srgbClr val="BFDDD2"/>
                      </a:solidFill>
                    </a:lnR>
                    <a:lnT w="38100" algn="ctr">
                      <a:solidFill>
                        <a:srgbClr val="BFDDD2"/>
                      </a:solidFill>
                    </a:lnT>
                    <a:lnB w="38100" algn="ctr">
                      <a:solidFill>
                        <a:srgbClr val="BFDDD2"/>
                      </a:solidFill>
                    </a:lnB>
                    <a:noFill/>
                  </a:tcPr>
                </a:tc>
                <a:tc>
                  <a:txBody>
                    <a:bodyPr/>
                    <a:lstStyle/>
                    <a:p>
                      <a:pPr marL="360045" marR="0" indent="-360045" algn="l">
                        <a:lnSpc>
                          <a:spcPts val="2875"/>
                        </a:lnSpc>
                        <a:buFont typeface="Wingdings"/>
                        <a:buChar char=""/>
                        <a:defRPr/>
                      </a:pPr>
                      <a:r>
                        <a:rPr sz="2400" cap="none">
                          <a:solidFill>
                            <a:srgbClr val="E4E4E4"/>
                          </a:solidFill>
                          <a:latin typeface="Glacial Indifference"/>
                          <a:ea typeface="Glacial Indifference"/>
                          <a:cs typeface="Glacial Indifference"/>
                        </a:rPr>
                        <a:t>Mengidentifikasi adanya nyeri/keluhan lainnya</a:t>
                      </a:r>
                    </a:p>
                    <a:p>
                      <a:pPr marL="0" marR="0" indent="0" algn="l">
                        <a:lnSpc>
                          <a:spcPts val="2875"/>
                        </a:lnSpc>
                        <a:buNone/>
                        <a:defRPr/>
                      </a:pPr>
                      <a:r>
                        <a:rPr sz="2400" cap="none">
                          <a:solidFill>
                            <a:srgbClr val="E4E4E4"/>
                          </a:solidFill>
                          <a:latin typeface="Glacial Indifference"/>
                          <a:ea typeface="Glacial Indifference"/>
                          <a:cs typeface="Glacial Indifference"/>
                        </a:rPr>
                        <a:t>Rh: Tidak ada nyeri/keluhan lain selain luka bekas operasi</a:t>
                      </a:r>
                    </a:p>
                    <a:p>
                      <a:pPr marL="0" marR="0" indent="0" algn="l">
                        <a:lnSpc>
                          <a:spcPts val="2875"/>
                        </a:lnSpc>
                        <a:buNone/>
                        <a:defRPr/>
                      </a:pPr>
                      <a:r>
                        <a:rPr sz="2400" cap="none">
                          <a:solidFill>
                            <a:srgbClr val="E4E4E4"/>
                          </a:solidFill>
                          <a:latin typeface="Glacial Indifference"/>
                          <a:ea typeface="Glacial Indifference"/>
                          <a:cs typeface="Glacial Indifference"/>
                        </a:rPr>
                        <a:t>Skala nyeri: 4</a:t>
                      </a:r>
                      <a:br>
                        <a:rPr/>
                      </a:br>
                      <a:endParaRPr sz="2400" cap="none">
                        <a:solidFill>
                          <a:srgbClr val="E4E4E4"/>
                        </a:solidFill>
                        <a:latin typeface="Glacial Indifference"/>
                        <a:ea typeface="Glacial Indifference"/>
                        <a:cs typeface="Glacial Indifference"/>
                      </a:endParaRPr>
                    </a:p>
                    <a:p>
                      <a:pPr marL="360045" marR="0" indent="-360045" algn="l">
                        <a:lnSpc>
                          <a:spcPts val="2875"/>
                        </a:lnSpc>
                        <a:buFont typeface="Wingdings"/>
                        <a:buChar char=""/>
                        <a:defRPr/>
                      </a:pPr>
                      <a:r>
                        <a:rPr sz="2400" cap="none">
                          <a:solidFill>
                            <a:srgbClr val="E4E4E4"/>
                          </a:solidFill>
                          <a:latin typeface="Glacial Indifference"/>
                          <a:ea typeface="Glacial Indifference"/>
                          <a:cs typeface="Glacial Indifference"/>
                        </a:rPr>
                        <a:t>Memberikan teknik napas dalam jika pasien merasakan nyeri</a:t>
                      </a:r>
                    </a:p>
                    <a:p>
                      <a:pPr marL="360045" marR="0" indent="-360045" algn="l">
                        <a:lnSpc>
                          <a:spcPts val="2875"/>
                        </a:lnSpc>
                        <a:buFont typeface="Wingdings"/>
                        <a:buChar char=""/>
                        <a:defRPr/>
                      </a:pPr>
                      <a:r>
                        <a:rPr sz="2400" cap="none">
                          <a:solidFill>
                            <a:srgbClr val="E4E4E4"/>
                          </a:solidFill>
                          <a:latin typeface="Glacial Indifference"/>
                          <a:ea typeface="Glacial Indifference"/>
                          <a:cs typeface="Glacial Indifference"/>
                        </a:rPr>
                        <a:t>Menjelaskan strategi meredakan nyeri</a:t>
                      </a:r>
                    </a:p>
                    <a:p>
                      <a:pPr marL="0" marR="0" indent="0" algn="l">
                        <a:lnSpc>
                          <a:spcPts val="2875"/>
                        </a:lnSpc>
                        <a:buNone/>
                        <a:defRPr/>
                      </a:pPr>
                      <a:r>
                        <a:rPr sz="2400" cap="none">
                          <a:solidFill>
                            <a:srgbClr val="E4E4E4"/>
                          </a:solidFill>
                          <a:latin typeface="Glacial Indifference"/>
                          <a:ea typeface="Glacial Indifference"/>
                          <a:cs typeface="Glacial Indifference"/>
                        </a:rPr>
                        <a:t>Rh: Klien memahami dan nyeri berkurang</a:t>
                      </a:r>
                    </a:p>
                  </a:txBody>
                  <a:tcPr marL="190500" marR="190500" marT="190500" marB="190500">
                    <a:lnL w="38100" algn="ctr">
                      <a:solidFill>
                        <a:srgbClr val="BFDDD2"/>
                      </a:solidFill>
                    </a:lnL>
                    <a:lnR w="38100" algn="ctr">
                      <a:solidFill>
                        <a:srgbClr val="BFDDD2"/>
                      </a:solidFill>
                    </a:lnR>
                    <a:lnT w="38100" algn="ctr">
                      <a:solidFill>
                        <a:srgbClr val="BFDDD2"/>
                      </a:solidFill>
                    </a:lnT>
                    <a:lnB w="38100" algn="ctr">
                      <a:solidFill>
                        <a:srgbClr val="BFDDD2"/>
                      </a:solidFill>
                    </a:lnB>
                    <a:noFill/>
                  </a:tcPr>
                </a:tc>
                <a:extLst>
                  <a:ext uri="{0D108BD9-81ED-4DB2-BD59-A6C34878D82A}">
                    <a16:rowId xmlns:a16="http://schemas.microsoft.com/office/drawing/2014/main" val="10001"/>
                  </a:ext>
                </a:extLst>
              </a:tr>
            </a:tbl>
          </a:graphicData>
        </a:graphic>
      </p:graphicFrame>
      <p:sp>
        <p:nvSpPr>
          <p:cNvPr id="546839308" name="TextBox 16"/>
          <p:cNvSpPr/>
          <p:nvPr/>
        </p:nvSpPr>
        <p:spPr bwMode="auto">
          <a:xfrm>
            <a:off x="1028700" y="1812290"/>
            <a:ext cx="16230600" cy="821055"/>
          </a:xfrm>
          <a:prstGeom prst="rect">
            <a:avLst/>
          </a:prstGeom>
          <a:noFill/>
          <a:ln>
            <a:noFill/>
          </a:ln>
          <a:effectLst/>
        </p:spPr>
        <p:txBody>
          <a:bodyPr vert="horz" wrap="square" lIns="0" tIns="0" rIns="0" bIns="0" numCol="1" spcCol="215899" anchor="t"/>
          <a:lstStyle/>
          <a:p>
            <a:pPr algn="ctr">
              <a:lnSpc>
                <a:spcPts val="6715"/>
              </a:lnSpc>
              <a:defRPr sz="4800" b="1" cap="none">
                <a:solidFill>
                  <a:srgbClr val="FFFFFF"/>
                </a:solidFill>
                <a:latin typeface="Glacial Indifference"/>
                <a:ea typeface="Glacial Indifference"/>
                <a:cs typeface="Glacial Indifference"/>
              </a:defRPr>
            </a:pPr>
            <a:r>
              <a:t>Proses Keperawatan: Pelaksanaan Keperawatan</a:t>
            </a:r>
          </a:p>
        </p:txBody>
      </p:sp>
      <p:sp>
        <p:nvSpPr>
          <p:cNvPr id="1549423679" name="TextBox 17"/>
          <p:cNvSpPr/>
          <p:nvPr/>
        </p:nvSpPr>
        <p:spPr bwMode="auto">
          <a:xfrm>
            <a:off x="11430000" y="8963025"/>
            <a:ext cx="4752340" cy="523875"/>
          </a:xfrm>
          <a:prstGeom prst="rect">
            <a:avLst/>
          </a:prstGeom>
          <a:noFill/>
          <a:ln>
            <a:noFill/>
          </a:ln>
          <a:effectLst/>
        </p:spPr>
        <p:txBody>
          <a:bodyPr vert="horz" wrap="square" lIns="0" tIns="0" rIns="0" bIns="0" numCol="1" spcCol="215899" anchor="t"/>
          <a:lstStyle/>
          <a:p>
            <a:pPr algn="r">
              <a:lnSpc>
                <a:spcPts val="4200"/>
              </a:lnSpc>
              <a:defRPr sz="3000" b="1" cap="none">
                <a:solidFill>
                  <a:srgbClr val="FFFFFF"/>
                </a:solidFill>
                <a:latin typeface="Glacial Indifference"/>
                <a:ea typeface="Glacial Indifference"/>
                <a:cs typeface="Glacial Indifference"/>
              </a:defRPr>
            </a:pPr>
            <a:r>
              <a:t>FRAKTUR HUMERUS </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showMasterPhAnim="0">
  <p:cSld>
    <p:bg>
      <p:bgPr>
        <a:solidFill>
          <a:srgbClr val="5DA295"/>
        </a:solidFill>
        <a:effectLst/>
      </p:bgPr>
    </p:bg>
    <p:spTree>
      <p:nvGrpSpPr>
        <p:cNvPr id="1" name=""/>
        <p:cNvGrpSpPr/>
        <p:nvPr/>
      </p:nvGrpSpPr>
      <p:grpSpPr bwMode="auto">
        <a:xfrm>
          <a:off x="0" y="0"/>
          <a:ext cx="0" cy="0"/>
          <a:chOff x="0" y="0"/>
          <a:chExt cx="0" cy="0"/>
        </a:xfrm>
      </p:grpSpPr>
      <p:grpSp>
        <p:nvGrpSpPr>
          <p:cNvPr id="1105630296" name="Group 2"/>
          <p:cNvGrpSpPr/>
          <p:nvPr/>
        </p:nvGrpSpPr>
        <p:grpSpPr bwMode="auto">
          <a:xfrm>
            <a:off x="0" y="10073640"/>
            <a:ext cx="18288000" cy="213360"/>
            <a:chOff x="0" y="10073640"/>
            <a:chExt cx="18288000" cy="213360"/>
          </a:xfrm>
        </p:grpSpPr>
        <p:sp>
          <p:nvSpPr>
            <p:cNvPr id="4" name="Freeform 3"/>
            <p:cNvSpPr/>
            <p:nvPr/>
          </p:nvSpPr>
          <p:spPr bwMode="auto">
            <a:xfrm>
              <a:off x="0" y="1007364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E4E4E4"/>
            </a:solidFill>
            <a:ln>
              <a:noFill/>
            </a:ln>
            <a:effectLst/>
          </p:spPr>
        </p:sp>
        <p:sp>
          <p:nvSpPr>
            <p:cNvPr id="3" name="TextBox 4"/>
            <p:cNvSpPr/>
            <p:nvPr/>
          </p:nvSpPr>
          <p:spPr bwMode="auto">
            <a:xfrm>
              <a:off x="0" y="992886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1788481536" name="Group 5"/>
          <p:cNvGrpSpPr/>
          <p:nvPr/>
        </p:nvGrpSpPr>
        <p:grpSpPr bwMode="auto">
          <a:xfrm>
            <a:off x="0" y="0"/>
            <a:ext cx="18288000" cy="213360"/>
            <a:chOff x="0" y="0"/>
            <a:chExt cx="18288000" cy="213360"/>
          </a:xfrm>
        </p:grpSpPr>
        <p:sp>
          <p:nvSpPr>
            <p:cNvPr id="7" name="Freeform 6"/>
            <p:cNvSpPr/>
            <p:nvPr/>
          </p:nvSpPr>
          <p:spPr bwMode="auto">
            <a:xfrm>
              <a:off x="0" y="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BFDDD2"/>
            </a:solidFill>
            <a:ln>
              <a:noFill/>
            </a:ln>
            <a:effectLst/>
          </p:spPr>
        </p:sp>
        <p:sp>
          <p:nvSpPr>
            <p:cNvPr id="6" name="TextBox 7"/>
            <p:cNvSpPr/>
            <p:nvPr/>
          </p:nvSpPr>
          <p:spPr bwMode="auto">
            <a:xfrm>
              <a:off x="0" y="-14478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423693933" name="TextBox 8"/>
          <p:cNvSpPr/>
          <p:nvPr/>
        </p:nvSpPr>
        <p:spPr bwMode="auto">
          <a:xfrm>
            <a:off x="16563975" y="8834120"/>
            <a:ext cx="955040" cy="799465"/>
          </a:xfrm>
          <a:prstGeom prst="rect">
            <a:avLst/>
          </a:prstGeom>
          <a:noFill/>
          <a:ln>
            <a:noFill/>
          </a:ln>
          <a:effectLst/>
        </p:spPr>
        <p:txBody>
          <a:bodyPr vert="horz" wrap="square" lIns="0" tIns="0" rIns="0" bIns="0" numCol="1" spcCol="215899" anchor="t"/>
          <a:lstStyle/>
          <a:p>
            <a:pPr algn="r">
              <a:lnSpc>
                <a:spcPts val="6295"/>
              </a:lnSpc>
              <a:defRPr sz="4500" b="1" cap="none">
                <a:solidFill>
                  <a:srgbClr val="FFFFFF"/>
                </a:solidFill>
                <a:latin typeface="Glacial Indifference"/>
                <a:ea typeface="Glacial Indifference"/>
                <a:cs typeface="Glacial Indifference"/>
              </a:defRPr>
            </a:pPr>
            <a:r>
              <a:t>41</a:t>
            </a:r>
          </a:p>
        </p:txBody>
      </p:sp>
      <p:sp>
        <p:nvSpPr>
          <p:cNvPr id="1239346304" name="AutoShape 9"/>
          <p:cNvSpPr/>
          <p:nvPr/>
        </p:nvSpPr>
        <p:spPr bwMode="auto">
          <a:xfrm>
            <a:off x="16563975" y="8877300"/>
            <a:ext cx="0" cy="762000"/>
          </a:xfrm>
          <a:prstGeom prst="line">
            <a:avLst/>
          </a:prstGeom>
          <a:noFill/>
          <a:ln w="95250" cap="flat" cmpd="sng" algn="ctr">
            <a:solidFill>
              <a:srgbClr val="BFDDD2"/>
            </a:solidFill>
            <a:prstDash val="solid"/>
            <a:headEnd type="none"/>
            <a:tailEnd type="none"/>
          </a:ln>
          <a:effectLst/>
        </p:spPr>
      </p:sp>
      <p:sp>
        <p:nvSpPr>
          <p:cNvPr id="2058386997" name="Freeform 10"/>
          <p:cNvSpPr/>
          <p:nvPr/>
        </p:nvSpPr>
        <p:spPr bwMode="auto">
          <a:xfrm>
            <a:off x="16315690" y="677545"/>
            <a:ext cx="1452245" cy="1457325"/>
          </a:xfrm>
          <a:custGeom>
            <a:avLst/>
            <a:gdLst/>
            <a:ahLst/>
            <a:cxnLst/>
            <a:rect l="0" t="0" r="1452245" b="1457325"/>
            <a:pathLst>
              <a:path w="1452245" h="1457325" extrusionOk="0">
                <a:moveTo>
                  <a:pt x="0" y="0"/>
                </a:moveTo>
                <a:lnTo>
                  <a:pt x="1452246" y="0"/>
                </a:lnTo>
                <a:lnTo>
                  <a:pt x="1452246" y="1457325"/>
                </a:lnTo>
                <a:lnTo>
                  <a:pt x="0" y="1457325"/>
                </a:lnTo>
                <a:lnTo>
                  <a:pt x="0" y="0"/>
                </a:lnTo>
                <a:close/>
              </a:path>
            </a:pathLst>
          </a:custGeom>
          <a:blipFill>
            <a:blip r:embed="rId3"/>
            <a:stretch/>
          </a:blipFill>
          <a:ln>
            <a:noFill/>
          </a:ln>
          <a:effectLst/>
        </p:spPr>
      </p:sp>
      <p:sp>
        <p:nvSpPr>
          <p:cNvPr id="1949343412" name="Freeform 11"/>
          <p:cNvSpPr/>
          <p:nvPr/>
        </p:nvSpPr>
        <p:spPr bwMode="auto">
          <a:xfrm>
            <a:off x="15555595" y="2275205"/>
            <a:ext cx="713105" cy="713105"/>
          </a:xfrm>
          <a:custGeom>
            <a:avLst/>
            <a:gdLst/>
            <a:ahLst/>
            <a:cxnLst/>
            <a:rect l="0" t="0" r="713105" b="713105"/>
            <a:pathLst>
              <a:path w="713105" h="713105" extrusionOk="0">
                <a:moveTo>
                  <a:pt x="0" y="0"/>
                </a:moveTo>
                <a:lnTo>
                  <a:pt x="713105" y="0"/>
                </a:lnTo>
                <a:lnTo>
                  <a:pt x="713105" y="713105"/>
                </a:lnTo>
                <a:lnTo>
                  <a:pt x="0" y="713105"/>
                </a:lnTo>
                <a:lnTo>
                  <a:pt x="0" y="0"/>
                </a:lnTo>
                <a:close/>
              </a:path>
            </a:pathLst>
          </a:custGeom>
          <a:blipFill>
            <a:blip r:embed="rId4"/>
            <a:stretch/>
          </a:blipFill>
          <a:ln>
            <a:noFill/>
          </a:ln>
          <a:effectLst/>
        </p:spPr>
      </p:sp>
      <p:sp>
        <p:nvSpPr>
          <p:cNvPr id="2048384612" name="Freeform 12"/>
          <p:cNvSpPr/>
          <p:nvPr/>
        </p:nvSpPr>
        <p:spPr bwMode="auto">
          <a:xfrm>
            <a:off x="-546100" y="6885305"/>
            <a:ext cx="3983990" cy="3984625"/>
          </a:xfrm>
          <a:custGeom>
            <a:avLst/>
            <a:gdLst/>
            <a:ahLst/>
            <a:cxnLst/>
            <a:rect l="0" t="0" r="3983990" b="3984625"/>
            <a:pathLst>
              <a:path w="3983990" h="3984625" extrusionOk="0">
                <a:moveTo>
                  <a:pt x="0" y="0"/>
                </a:moveTo>
                <a:lnTo>
                  <a:pt x="3983990" y="0"/>
                </a:lnTo>
                <a:lnTo>
                  <a:pt x="3983990" y="3984623"/>
                </a:lnTo>
                <a:lnTo>
                  <a:pt x="0" y="3984623"/>
                </a:lnTo>
                <a:lnTo>
                  <a:pt x="0" y="0"/>
                </a:lnTo>
                <a:close/>
              </a:path>
            </a:pathLst>
          </a:custGeom>
          <a:blipFill>
            <a:blip r:embed="rId5"/>
            <a:stretch/>
          </a:blipFill>
          <a:ln>
            <a:noFill/>
          </a:ln>
          <a:effectLst/>
        </p:spPr>
      </p:sp>
      <p:sp>
        <p:nvSpPr>
          <p:cNvPr id="784531767" name="Freeform 13"/>
          <p:cNvSpPr/>
          <p:nvPr/>
        </p:nvSpPr>
        <p:spPr bwMode="auto">
          <a:xfrm>
            <a:off x="2987040" y="7590790"/>
            <a:ext cx="1908810" cy="1546225"/>
          </a:xfrm>
          <a:custGeom>
            <a:avLst/>
            <a:gdLst/>
            <a:ahLst/>
            <a:cxnLst/>
            <a:rect l="0" t="0" r="1908810" b="1546225"/>
            <a:pathLst>
              <a:path w="1908810" h="1546225" extrusionOk="0">
                <a:moveTo>
                  <a:pt x="0" y="0"/>
                </a:moveTo>
                <a:lnTo>
                  <a:pt x="1908810" y="0"/>
                </a:lnTo>
                <a:lnTo>
                  <a:pt x="1908810" y="1546225"/>
                </a:lnTo>
                <a:lnTo>
                  <a:pt x="0" y="1546225"/>
                </a:lnTo>
                <a:lnTo>
                  <a:pt x="0" y="0"/>
                </a:lnTo>
                <a:close/>
              </a:path>
            </a:pathLst>
          </a:custGeom>
          <a:blipFill>
            <a:blip r:embed="rId6"/>
            <a:stretch/>
          </a:blipFill>
          <a:ln>
            <a:noFill/>
          </a:ln>
          <a:effectLst/>
        </p:spPr>
      </p:sp>
      <p:sp>
        <p:nvSpPr>
          <p:cNvPr id="169905035" name="Freeform 14"/>
          <p:cNvSpPr/>
          <p:nvPr/>
        </p:nvSpPr>
        <p:spPr bwMode="auto">
          <a:xfrm>
            <a:off x="0" y="0"/>
            <a:ext cx="5100320" cy="2209800"/>
          </a:xfrm>
          <a:custGeom>
            <a:avLst/>
            <a:gdLst/>
            <a:ahLst/>
            <a:cxnLst/>
            <a:rect l="0" t="0" r="5100320" b="2209800"/>
            <a:pathLst>
              <a:path w="5100320" h="2209800" extrusionOk="0">
                <a:moveTo>
                  <a:pt x="0" y="0"/>
                </a:moveTo>
                <a:lnTo>
                  <a:pt x="5100320" y="0"/>
                </a:lnTo>
                <a:lnTo>
                  <a:pt x="5100320" y="2209800"/>
                </a:lnTo>
                <a:lnTo>
                  <a:pt x="0" y="2209800"/>
                </a:lnTo>
                <a:lnTo>
                  <a:pt x="0" y="0"/>
                </a:lnTo>
                <a:close/>
              </a:path>
            </a:pathLst>
          </a:custGeom>
          <a:blipFill>
            <a:blip r:embed="rId7"/>
            <a:stretch/>
          </a:blipFill>
          <a:ln>
            <a:noFill/>
          </a:ln>
          <a:effectLst/>
        </p:spPr>
      </p:sp>
      <p:graphicFrame>
        <p:nvGraphicFramePr>
          <p:cNvPr id="762978711" name="Tabel 762978710"/>
          <p:cNvGraphicFramePr>
            <a:graphicFrameLocks noGrp="1"/>
          </p:cNvGraphicFramePr>
          <p:nvPr/>
        </p:nvGraphicFramePr>
        <p:xfrm>
          <a:off x="1028700" y="2933699"/>
          <a:ext cx="16230600" cy="5019040"/>
        </p:xfrm>
        <a:graphic>
          <a:graphicData uri="http://schemas.openxmlformats.org/drawingml/2006/table">
            <a:tbl>
              <a:tblPr>
                <a:noFill/>
              </a:tblPr>
              <a:tblGrid>
                <a:gridCol w="2900680">
                  <a:extLst>
                    <a:ext uri="{9D8B030D-6E8A-4147-A177-3AD203B41FA5}">
                      <a16:colId xmlns:a16="http://schemas.microsoft.com/office/drawing/2014/main" val="20000"/>
                    </a:ext>
                  </a:extLst>
                </a:gridCol>
                <a:gridCol w="1161415">
                  <a:extLst>
                    <a:ext uri="{9D8B030D-6E8A-4147-A177-3AD203B41FA5}">
                      <a16:colId xmlns:a16="http://schemas.microsoft.com/office/drawing/2014/main" val="20001"/>
                    </a:ext>
                  </a:extLst>
                </a:gridCol>
                <a:gridCol w="12168505">
                  <a:extLst>
                    <a:ext uri="{9D8B030D-6E8A-4147-A177-3AD203B41FA5}">
                      <a16:colId xmlns:a16="http://schemas.microsoft.com/office/drawing/2014/main" val="20002"/>
                    </a:ext>
                  </a:extLst>
                </a:gridCol>
              </a:tblGrid>
              <a:tr h="1276350">
                <a:tc>
                  <a:txBody>
                    <a:bodyPr/>
                    <a:lstStyle/>
                    <a:p>
                      <a:pPr marL="0" marR="0" indent="0" algn="ctr">
                        <a:lnSpc>
                          <a:spcPts val="3355"/>
                        </a:lnSpc>
                        <a:buNone/>
                        <a:defRPr sz="2400" b="1" cap="none">
                          <a:latin typeface="Glacial Indifference"/>
                          <a:ea typeface="Glacial Indifference"/>
                          <a:cs typeface="Glacial Indifference"/>
                        </a:defRPr>
                      </a:pPr>
                      <a:r>
                        <a:rPr cap="none">
                          <a:solidFill>
                            <a:srgbClr val="FFFFFF"/>
                          </a:solidFill>
                        </a:rPr>
                        <a:t>Tanggal</a:t>
                      </a:r>
                    </a:p>
                  </a:txBody>
                  <a:tcPr marL="190500" marR="190500" marT="190500" marB="190500" anchor="ctr">
                    <a:lnL w="38100" algn="ctr">
                      <a:solidFill>
                        <a:srgbClr val="BFDDD2"/>
                      </a:solidFill>
                    </a:lnL>
                    <a:lnR w="38100" algn="ctr">
                      <a:solidFill>
                        <a:srgbClr val="BFDDD2"/>
                      </a:solidFill>
                    </a:lnR>
                    <a:lnT w="38100" algn="ctr">
                      <a:solidFill>
                        <a:srgbClr val="BFDDD2"/>
                      </a:solidFill>
                    </a:lnT>
                    <a:lnB w="38100" algn="ctr">
                      <a:solidFill>
                        <a:srgbClr val="BFDDD2"/>
                      </a:solidFill>
                    </a:lnB>
                    <a:noFill/>
                  </a:tcPr>
                </a:tc>
                <a:tc>
                  <a:txBody>
                    <a:bodyPr/>
                    <a:lstStyle/>
                    <a:p>
                      <a:pPr marL="0" marR="0" indent="0" algn="ctr">
                        <a:lnSpc>
                          <a:spcPts val="3355"/>
                        </a:lnSpc>
                        <a:buNone/>
                        <a:defRPr sz="2400" b="1" cap="none">
                          <a:latin typeface="Glacial Indifference"/>
                          <a:ea typeface="Glacial Indifference"/>
                          <a:cs typeface="Glacial Indifference"/>
                        </a:defRPr>
                      </a:pPr>
                      <a:r>
                        <a:rPr cap="none">
                          <a:solidFill>
                            <a:srgbClr val="FFFFFF"/>
                          </a:solidFill>
                        </a:rPr>
                        <a:t>No. DK</a:t>
                      </a:r>
                    </a:p>
                  </a:txBody>
                  <a:tcPr marL="190500" marR="190500" marT="190500" marB="190500" anchor="ctr">
                    <a:lnL w="38100" algn="ctr">
                      <a:solidFill>
                        <a:srgbClr val="BFDDD2"/>
                      </a:solidFill>
                    </a:lnL>
                    <a:lnR w="38100" algn="ctr">
                      <a:solidFill>
                        <a:srgbClr val="BFDDD2"/>
                      </a:solidFill>
                    </a:lnR>
                    <a:lnT w="38100" algn="ctr">
                      <a:solidFill>
                        <a:srgbClr val="BFDDD2"/>
                      </a:solidFill>
                    </a:lnT>
                    <a:lnB w="38100" algn="ctr">
                      <a:solidFill>
                        <a:srgbClr val="BFDDD2"/>
                      </a:solidFill>
                    </a:lnB>
                    <a:noFill/>
                  </a:tcPr>
                </a:tc>
                <a:tc>
                  <a:txBody>
                    <a:bodyPr/>
                    <a:lstStyle/>
                    <a:p>
                      <a:pPr marL="0" marR="0" indent="0" algn="ctr">
                        <a:lnSpc>
                          <a:spcPts val="3355"/>
                        </a:lnSpc>
                        <a:buNone/>
                        <a:defRPr sz="2400" b="1" cap="none">
                          <a:latin typeface="Glacial Indifference"/>
                          <a:ea typeface="Glacial Indifference"/>
                          <a:cs typeface="Glacial Indifference"/>
                        </a:defRPr>
                      </a:pPr>
                      <a:r>
                        <a:rPr cap="none">
                          <a:solidFill>
                            <a:srgbClr val="FFFFFF"/>
                          </a:solidFill>
                        </a:rPr>
                        <a:t>Tindakan Keperawatan dan Reaksi Hasil</a:t>
                      </a:r>
                    </a:p>
                  </a:txBody>
                  <a:tcPr marL="190500" marR="190500" marT="190500" marB="190500" anchor="ctr">
                    <a:lnL w="38100" algn="ctr">
                      <a:solidFill>
                        <a:srgbClr val="BFDDD2"/>
                      </a:solidFill>
                    </a:lnL>
                    <a:lnR w="38100" algn="ctr">
                      <a:solidFill>
                        <a:srgbClr val="BFDDD2"/>
                      </a:solidFill>
                    </a:lnR>
                    <a:lnT w="38100" algn="ctr">
                      <a:solidFill>
                        <a:srgbClr val="BFDDD2"/>
                      </a:solidFill>
                    </a:lnT>
                    <a:lnB w="38100" algn="ctr">
                      <a:solidFill>
                        <a:srgbClr val="BFDDD2"/>
                      </a:solidFill>
                    </a:lnB>
                    <a:noFill/>
                  </a:tcPr>
                </a:tc>
                <a:extLst>
                  <a:ext uri="{0D108BD9-81ED-4DB2-BD59-A6C34878D82A}">
                    <a16:rowId xmlns:a16="http://schemas.microsoft.com/office/drawing/2014/main" val="10000"/>
                  </a:ext>
                </a:extLst>
              </a:tr>
              <a:tr h="3785870">
                <a:tc>
                  <a:txBody>
                    <a:bodyPr/>
                    <a:lstStyle/>
                    <a:p>
                      <a:pPr marL="0" marR="0" indent="0" algn="l">
                        <a:lnSpc>
                          <a:spcPts val="3355"/>
                        </a:lnSpc>
                        <a:buNone/>
                        <a:defRPr/>
                      </a:pPr>
                      <a:r>
                        <a:rPr sz="2400" cap="none">
                          <a:solidFill>
                            <a:srgbClr val="E4E4E4"/>
                          </a:solidFill>
                          <a:latin typeface="Glacial Indifference"/>
                          <a:ea typeface="Glacial Indifference"/>
                          <a:cs typeface="Glacial Indifference"/>
                        </a:rPr>
                        <a:t>13 Desember 2023</a:t>
                      </a:r>
                      <a:endParaRPr sz="1100" cap="none"/>
                    </a:p>
                  </a:txBody>
                  <a:tcPr marL="190500" marR="190500" marT="190500" marB="190500">
                    <a:lnL w="38100" algn="ctr">
                      <a:solidFill>
                        <a:srgbClr val="BFDDD2"/>
                      </a:solidFill>
                    </a:lnL>
                    <a:lnR w="38100" algn="ctr">
                      <a:solidFill>
                        <a:srgbClr val="BFDDD2"/>
                      </a:solidFill>
                    </a:lnR>
                    <a:lnT w="38100" algn="ctr">
                      <a:solidFill>
                        <a:srgbClr val="BFDDD2"/>
                      </a:solidFill>
                    </a:lnT>
                    <a:lnB w="38100" algn="ctr">
                      <a:solidFill>
                        <a:srgbClr val="BFDDD2"/>
                      </a:solidFill>
                    </a:lnB>
                    <a:noFill/>
                  </a:tcPr>
                </a:tc>
                <a:tc>
                  <a:txBody>
                    <a:bodyPr/>
                    <a:lstStyle/>
                    <a:p>
                      <a:pPr marL="0" marR="0" indent="0" algn="l">
                        <a:lnSpc>
                          <a:spcPts val="3355"/>
                        </a:lnSpc>
                        <a:buNone/>
                        <a:defRPr/>
                      </a:pPr>
                      <a:r>
                        <a:rPr sz="2400" cap="none">
                          <a:solidFill>
                            <a:srgbClr val="E4E4E4"/>
                          </a:solidFill>
                          <a:latin typeface="Glacial Indifference"/>
                          <a:ea typeface="Glacial Indifference"/>
                          <a:cs typeface="Glacial Indifference"/>
                        </a:rPr>
                        <a:t>3</a:t>
                      </a:r>
                      <a:endParaRPr sz="1100" cap="none"/>
                    </a:p>
                  </a:txBody>
                  <a:tcPr marL="190500" marR="190500" marT="190500" marB="190500">
                    <a:lnL w="38100" algn="ctr">
                      <a:solidFill>
                        <a:srgbClr val="BFDDD2"/>
                      </a:solidFill>
                    </a:lnL>
                    <a:lnR w="38100" algn="ctr">
                      <a:solidFill>
                        <a:srgbClr val="BFDDD2"/>
                      </a:solidFill>
                    </a:lnR>
                    <a:lnT w="38100" algn="ctr">
                      <a:solidFill>
                        <a:srgbClr val="BFDDD2"/>
                      </a:solidFill>
                    </a:lnT>
                    <a:lnB w="38100" algn="ctr">
                      <a:solidFill>
                        <a:srgbClr val="BFDDD2"/>
                      </a:solidFill>
                    </a:lnB>
                    <a:noFill/>
                  </a:tcPr>
                </a:tc>
                <a:tc>
                  <a:txBody>
                    <a:bodyPr/>
                    <a:lstStyle/>
                    <a:p>
                      <a:pPr marL="360045" marR="0" indent="-360045" algn="l">
                        <a:lnSpc>
                          <a:spcPts val="2875"/>
                        </a:lnSpc>
                        <a:buFont typeface="Wingdings"/>
                        <a:buChar char=""/>
                        <a:defRPr/>
                      </a:pPr>
                      <a:r>
                        <a:rPr sz="2400" cap="none">
                          <a:solidFill>
                            <a:srgbClr val="E4E4E4"/>
                          </a:solidFill>
                          <a:latin typeface="Glacial Indifference"/>
                          <a:ea typeface="Glacial Indifference"/>
                          <a:cs typeface="Glacial Indifference"/>
                        </a:rPr>
                        <a:t>Mengidentifikasi toleransi fisik selama melakukan pergerakan</a:t>
                      </a:r>
                    </a:p>
                    <a:p>
                      <a:pPr marL="360045" marR="0" indent="-360045" algn="l">
                        <a:lnSpc>
                          <a:spcPts val="2875"/>
                        </a:lnSpc>
                        <a:buFont typeface="Wingdings"/>
                        <a:buChar char=""/>
                        <a:defRPr/>
                      </a:pPr>
                      <a:r>
                        <a:rPr sz="2400" cap="none">
                          <a:solidFill>
                            <a:srgbClr val="E4E4E4"/>
                          </a:solidFill>
                          <a:latin typeface="Glacial Indifference"/>
                          <a:ea typeface="Glacial Indifference"/>
                          <a:cs typeface="Glacial Indifference"/>
                        </a:rPr>
                        <a:t>Memonitor keadaan umum selama mobilisasi</a:t>
                      </a:r>
                    </a:p>
                    <a:p>
                      <a:pPr marL="360045" marR="0" indent="-360045" algn="l">
                        <a:lnSpc>
                          <a:spcPts val="2875"/>
                        </a:lnSpc>
                        <a:buFont typeface="Wingdings"/>
                        <a:buChar char=""/>
                        <a:defRPr/>
                      </a:pPr>
                      <a:r>
                        <a:rPr sz="2400" cap="none">
                          <a:solidFill>
                            <a:srgbClr val="E4E4E4"/>
                          </a:solidFill>
                          <a:latin typeface="Glacial Indifference"/>
                          <a:ea typeface="Glacial Indifference"/>
                          <a:cs typeface="Glacial Indifference"/>
                        </a:rPr>
                        <a:t>Menjelaskan tujuan dan prosedur mobilisasi</a:t>
                      </a:r>
                    </a:p>
                    <a:p>
                      <a:pPr marL="0" marR="0" indent="0" algn="l">
                        <a:lnSpc>
                          <a:spcPts val="2875"/>
                        </a:lnSpc>
                        <a:buNone/>
                        <a:defRPr/>
                      </a:pPr>
                      <a:r>
                        <a:rPr sz="2400" cap="none">
                          <a:solidFill>
                            <a:srgbClr val="E4E4E4"/>
                          </a:solidFill>
                          <a:latin typeface="Glacial Indifference"/>
                          <a:ea typeface="Glacial Indifference"/>
                          <a:cs typeface="Glacial Indifference"/>
                        </a:rPr>
                        <a:t>Rh: Klien memahami penjelasan tersebut</a:t>
                      </a:r>
                      <a:br>
                        <a:rPr/>
                      </a:br>
                      <a:endParaRPr sz="2400" cap="none">
                        <a:solidFill>
                          <a:srgbClr val="E4E4E4"/>
                        </a:solidFill>
                        <a:latin typeface="Glacial Indifference"/>
                        <a:ea typeface="Glacial Indifference"/>
                        <a:cs typeface="Glacial Indifference"/>
                      </a:endParaRPr>
                    </a:p>
                    <a:p>
                      <a:pPr marL="360045" marR="0" indent="-360045" algn="l">
                        <a:lnSpc>
                          <a:spcPts val="2875"/>
                        </a:lnSpc>
                        <a:buFont typeface="Arial"/>
                        <a:buChar char="•"/>
                        <a:defRPr/>
                      </a:pPr>
                      <a:r>
                        <a:rPr sz="2400" cap="none">
                          <a:solidFill>
                            <a:srgbClr val="E4E4E4"/>
                          </a:solidFill>
                          <a:latin typeface="Glacial Indifference"/>
                          <a:ea typeface="Glacial Indifference"/>
                          <a:cs typeface="Glacial Indifference"/>
                        </a:rPr>
                        <a:t>Menganjurkan meningkatkan asupan cairan</a:t>
                      </a:r>
                    </a:p>
                    <a:p>
                      <a:pPr marL="360045" marR="0" indent="-360045" algn="l">
                        <a:lnSpc>
                          <a:spcPts val="2875"/>
                        </a:lnSpc>
                        <a:buFont typeface="Arial"/>
                        <a:buChar char="•"/>
                        <a:defRPr/>
                      </a:pPr>
                      <a:r>
                        <a:rPr sz="2400" cap="none">
                          <a:solidFill>
                            <a:srgbClr val="E4E4E4"/>
                          </a:solidFill>
                          <a:latin typeface="Glacial Indifference"/>
                          <a:ea typeface="Glacial Indifference"/>
                          <a:cs typeface="Glacial Indifference"/>
                        </a:rPr>
                        <a:t>Memonitor tanda dan gejala infeksi lokal</a:t>
                      </a:r>
                    </a:p>
                    <a:p>
                      <a:pPr marL="360045" marR="0" indent="-360045" algn="l">
                        <a:lnSpc>
                          <a:spcPts val="2875"/>
                        </a:lnSpc>
                        <a:buFont typeface="Arial"/>
                        <a:buChar char="•"/>
                        <a:defRPr/>
                      </a:pPr>
                      <a:r>
                        <a:rPr sz="2400" cap="none">
                          <a:solidFill>
                            <a:srgbClr val="E4E4E4"/>
                          </a:solidFill>
                          <a:latin typeface="Glacial Indifference"/>
                          <a:ea typeface="Glacial Indifference"/>
                          <a:cs typeface="Glacial Indifference"/>
                        </a:rPr>
                        <a:t>Membatasi jumlah pengunjung</a:t>
                      </a:r>
                    </a:p>
                    <a:p>
                      <a:pPr marL="0" marR="0" indent="0" algn="l">
                        <a:lnSpc>
                          <a:spcPts val="2875"/>
                        </a:lnSpc>
                        <a:buNone/>
                        <a:defRPr/>
                      </a:pPr>
                      <a:r>
                        <a:rPr sz="2400" cap="none">
                          <a:solidFill>
                            <a:srgbClr val="E4E4E4"/>
                          </a:solidFill>
                          <a:latin typeface="Glacial Indifference"/>
                          <a:ea typeface="Glacial Indifference"/>
                          <a:cs typeface="Glacial Indifference"/>
                        </a:rPr>
                        <a:t>Rh: Jam besuk pasien dibatasi</a:t>
                      </a:r>
                    </a:p>
                  </a:txBody>
                  <a:tcPr marL="190500" marR="190500" marT="190500" marB="190500">
                    <a:lnL w="38100" algn="ctr">
                      <a:solidFill>
                        <a:srgbClr val="BFDDD2"/>
                      </a:solidFill>
                    </a:lnL>
                    <a:lnR w="38100" algn="ctr">
                      <a:solidFill>
                        <a:srgbClr val="BFDDD2"/>
                      </a:solidFill>
                    </a:lnR>
                    <a:lnT w="38100" algn="ctr">
                      <a:solidFill>
                        <a:srgbClr val="BFDDD2"/>
                      </a:solidFill>
                    </a:lnT>
                    <a:lnB w="38100" algn="ctr">
                      <a:solidFill>
                        <a:srgbClr val="BFDDD2"/>
                      </a:solidFill>
                    </a:lnB>
                    <a:noFill/>
                  </a:tcPr>
                </a:tc>
                <a:extLst>
                  <a:ext uri="{0D108BD9-81ED-4DB2-BD59-A6C34878D82A}">
                    <a16:rowId xmlns:a16="http://schemas.microsoft.com/office/drawing/2014/main" val="10001"/>
                  </a:ext>
                </a:extLst>
              </a:tr>
            </a:tbl>
          </a:graphicData>
        </a:graphic>
      </p:graphicFrame>
      <p:sp>
        <p:nvSpPr>
          <p:cNvPr id="147507046" name="TextBox 16"/>
          <p:cNvSpPr/>
          <p:nvPr/>
        </p:nvSpPr>
        <p:spPr bwMode="auto">
          <a:xfrm>
            <a:off x="1028700" y="1812290"/>
            <a:ext cx="16230600" cy="821055"/>
          </a:xfrm>
          <a:prstGeom prst="rect">
            <a:avLst/>
          </a:prstGeom>
          <a:noFill/>
          <a:ln>
            <a:noFill/>
          </a:ln>
          <a:effectLst/>
        </p:spPr>
        <p:txBody>
          <a:bodyPr vert="horz" wrap="square" lIns="0" tIns="0" rIns="0" bIns="0" numCol="1" spcCol="215899" anchor="t"/>
          <a:lstStyle/>
          <a:p>
            <a:pPr algn="ctr">
              <a:lnSpc>
                <a:spcPts val="6715"/>
              </a:lnSpc>
              <a:defRPr sz="4800" b="1" cap="none">
                <a:solidFill>
                  <a:srgbClr val="FFFFFF"/>
                </a:solidFill>
                <a:latin typeface="Glacial Indifference"/>
                <a:ea typeface="Glacial Indifference"/>
                <a:cs typeface="Glacial Indifference"/>
              </a:defRPr>
            </a:pPr>
            <a:r>
              <a:t>Proses Keperawatan: Pelaksanaan Keperawatan</a:t>
            </a:r>
          </a:p>
        </p:txBody>
      </p:sp>
      <p:sp>
        <p:nvSpPr>
          <p:cNvPr id="1574463802" name="TextBox 17"/>
          <p:cNvSpPr/>
          <p:nvPr/>
        </p:nvSpPr>
        <p:spPr bwMode="auto">
          <a:xfrm>
            <a:off x="11430000" y="8963025"/>
            <a:ext cx="4752340" cy="523875"/>
          </a:xfrm>
          <a:prstGeom prst="rect">
            <a:avLst/>
          </a:prstGeom>
          <a:noFill/>
          <a:ln>
            <a:noFill/>
          </a:ln>
          <a:effectLst/>
        </p:spPr>
        <p:txBody>
          <a:bodyPr vert="horz" wrap="square" lIns="0" tIns="0" rIns="0" bIns="0" numCol="1" spcCol="215899" anchor="t"/>
          <a:lstStyle/>
          <a:p>
            <a:pPr algn="r">
              <a:lnSpc>
                <a:spcPts val="4200"/>
              </a:lnSpc>
              <a:defRPr sz="3000" b="1" cap="none">
                <a:solidFill>
                  <a:srgbClr val="FFFFFF"/>
                </a:solidFill>
                <a:latin typeface="Glacial Indifference"/>
                <a:ea typeface="Glacial Indifference"/>
                <a:cs typeface="Glacial Indifference"/>
              </a:defRPr>
            </a:pPr>
            <a:r>
              <a:t>FRAKTUR HUMERUS </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grpSp>
        <p:nvGrpSpPr>
          <p:cNvPr id="413374221" name="Group 2"/>
          <p:cNvGrpSpPr/>
          <p:nvPr/>
        </p:nvGrpSpPr>
        <p:grpSpPr bwMode="auto">
          <a:xfrm>
            <a:off x="0" y="10073640"/>
            <a:ext cx="18288000" cy="213360"/>
            <a:chOff x="0" y="10073640"/>
            <a:chExt cx="18288000" cy="213360"/>
          </a:xfrm>
        </p:grpSpPr>
        <p:sp>
          <p:nvSpPr>
            <p:cNvPr id="4" name="Freeform 3"/>
            <p:cNvSpPr/>
            <p:nvPr/>
          </p:nvSpPr>
          <p:spPr bwMode="auto">
            <a:xfrm>
              <a:off x="0" y="1007364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5DA295"/>
            </a:solidFill>
            <a:ln>
              <a:noFill/>
            </a:ln>
            <a:effectLst/>
          </p:spPr>
        </p:sp>
        <p:sp>
          <p:nvSpPr>
            <p:cNvPr id="3" name="TextBox 4"/>
            <p:cNvSpPr/>
            <p:nvPr/>
          </p:nvSpPr>
          <p:spPr bwMode="auto">
            <a:xfrm>
              <a:off x="0" y="992886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633549734" name="Group 5"/>
          <p:cNvGrpSpPr/>
          <p:nvPr/>
        </p:nvGrpSpPr>
        <p:grpSpPr bwMode="auto">
          <a:xfrm>
            <a:off x="0" y="0"/>
            <a:ext cx="18288000" cy="213360"/>
            <a:chOff x="0" y="0"/>
            <a:chExt cx="18288000" cy="213360"/>
          </a:xfrm>
        </p:grpSpPr>
        <p:sp>
          <p:nvSpPr>
            <p:cNvPr id="7" name="Freeform 6"/>
            <p:cNvSpPr/>
            <p:nvPr/>
          </p:nvSpPr>
          <p:spPr bwMode="auto">
            <a:xfrm>
              <a:off x="0" y="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BFDDD2"/>
            </a:solidFill>
            <a:ln>
              <a:noFill/>
            </a:ln>
            <a:effectLst/>
          </p:spPr>
        </p:sp>
        <p:sp>
          <p:nvSpPr>
            <p:cNvPr id="6" name="TextBox 7"/>
            <p:cNvSpPr/>
            <p:nvPr/>
          </p:nvSpPr>
          <p:spPr bwMode="auto">
            <a:xfrm>
              <a:off x="0" y="-14478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1957625396" name="TextBox 8"/>
          <p:cNvSpPr/>
          <p:nvPr/>
        </p:nvSpPr>
        <p:spPr bwMode="auto">
          <a:xfrm>
            <a:off x="16563975" y="8834120"/>
            <a:ext cx="955040" cy="799465"/>
          </a:xfrm>
          <a:prstGeom prst="rect">
            <a:avLst/>
          </a:prstGeom>
          <a:noFill/>
          <a:ln>
            <a:noFill/>
          </a:ln>
          <a:effectLst/>
        </p:spPr>
        <p:txBody>
          <a:bodyPr vert="horz" wrap="square" lIns="0" tIns="0" rIns="0" bIns="0" numCol="1" spcCol="215899" anchor="t"/>
          <a:lstStyle/>
          <a:p>
            <a:pPr algn="r">
              <a:lnSpc>
                <a:spcPts val="6295"/>
              </a:lnSpc>
              <a:defRPr sz="4500" b="1" cap="none">
                <a:solidFill>
                  <a:srgbClr val="000000"/>
                </a:solidFill>
                <a:latin typeface="Glacial Indifference"/>
                <a:ea typeface="Glacial Indifference"/>
                <a:cs typeface="Glacial Indifference"/>
              </a:defRPr>
            </a:pPr>
            <a:r>
              <a:t>42</a:t>
            </a:r>
          </a:p>
        </p:txBody>
      </p:sp>
      <p:sp>
        <p:nvSpPr>
          <p:cNvPr id="114348591" name="AutoShape 9"/>
          <p:cNvSpPr/>
          <p:nvPr/>
        </p:nvSpPr>
        <p:spPr bwMode="auto">
          <a:xfrm>
            <a:off x="16563975" y="8877300"/>
            <a:ext cx="0" cy="762000"/>
          </a:xfrm>
          <a:prstGeom prst="line">
            <a:avLst/>
          </a:prstGeom>
          <a:noFill/>
          <a:ln w="95250" cap="flat" cmpd="sng" algn="ctr">
            <a:solidFill>
              <a:srgbClr val="5DA295"/>
            </a:solidFill>
            <a:prstDash val="solid"/>
            <a:headEnd type="none"/>
            <a:tailEnd type="none"/>
          </a:ln>
          <a:effectLst/>
        </p:spPr>
      </p:sp>
      <p:sp>
        <p:nvSpPr>
          <p:cNvPr id="1612971227" name="AutoShape 10"/>
          <p:cNvSpPr/>
          <p:nvPr/>
        </p:nvSpPr>
        <p:spPr bwMode="auto">
          <a:xfrm>
            <a:off x="1219200" y="8370570"/>
            <a:ext cx="15849600" cy="0"/>
          </a:xfrm>
          <a:prstGeom prst="line">
            <a:avLst/>
          </a:prstGeom>
          <a:noFill/>
          <a:ln w="38100" cap="flat" cmpd="sng" algn="ctr">
            <a:solidFill>
              <a:srgbClr val="5DA295"/>
            </a:solidFill>
            <a:prstDash val="solid"/>
            <a:headEnd type="none"/>
            <a:tailEnd type="none"/>
          </a:ln>
          <a:effectLst/>
        </p:spPr>
      </p:sp>
      <p:sp>
        <p:nvSpPr>
          <p:cNvPr id="673905651" name="AutoShape 11"/>
          <p:cNvSpPr/>
          <p:nvPr/>
        </p:nvSpPr>
        <p:spPr bwMode="auto">
          <a:xfrm>
            <a:off x="1219200" y="3102610"/>
            <a:ext cx="15849600" cy="0"/>
          </a:xfrm>
          <a:prstGeom prst="line">
            <a:avLst/>
          </a:prstGeom>
          <a:noFill/>
          <a:ln w="38100" cap="flat" cmpd="sng" algn="ctr">
            <a:solidFill>
              <a:srgbClr val="5DA295"/>
            </a:solidFill>
            <a:prstDash val="solid"/>
            <a:headEnd type="none"/>
            <a:tailEnd type="none"/>
          </a:ln>
          <a:effectLst/>
        </p:spPr>
      </p:sp>
      <p:sp>
        <p:nvSpPr>
          <p:cNvPr id="1943510938" name="AutoShape 12"/>
          <p:cNvSpPr/>
          <p:nvPr/>
        </p:nvSpPr>
        <p:spPr bwMode="auto">
          <a:xfrm flipV="1">
            <a:off x="1238250" y="3082925"/>
            <a:ext cx="2540" cy="5306695"/>
          </a:xfrm>
          <a:prstGeom prst="line">
            <a:avLst/>
          </a:prstGeom>
          <a:noFill/>
          <a:ln w="38100" cap="flat" cmpd="sng" algn="ctr">
            <a:solidFill>
              <a:srgbClr val="5DA295"/>
            </a:solidFill>
            <a:prstDash val="solid"/>
            <a:headEnd type="none"/>
            <a:tailEnd type="none"/>
          </a:ln>
          <a:effectLst/>
        </p:spPr>
      </p:sp>
      <p:sp>
        <p:nvSpPr>
          <p:cNvPr id="1907897509" name="AutoShape 13"/>
          <p:cNvSpPr/>
          <p:nvPr/>
        </p:nvSpPr>
        <p:spPr bwMode="auto">
          <a:xfrm flipH="1" flipV="1">
            <a:off x="5193030" y="3092450"/>
            <a:ext cx="0" cy="5287644"/>
          </a:xfrm>
          <a:prstGeom prst="line">
            <a:avLst/>
          </a:prstGeom>
          <a:noFill/>
          <a:ln w="38100" cap="flat" cmpd="sng" algn="ctr">
            <a:solidFill>
              <a:srgbClr val="5DA295"/>
            </a:solidFill>
            <a:prstDash val="solid"/>
            <a:headEnd type="none"/>
            <a:tailEnd type="none"/>
          </a:ln>
          <a:effectLst/>
        </p:spPr>
      </p:sp>
      <p:sp>
        <p:nvSpPr>
          <p:cNvPr id="756722605" name="AutoShape 14"/>
          <p:cNvSpPr/>
          <p:nvPr/>
        </p:nvSpPr>
        <p:spPr bwMode="auto">
          <a:xfrm flipH="1" flipV="1">
            <a:off x="9145270" y="3092450"/>
            <a:ext cx="0" cy="5287644"/>
          </a:xfrm>
          <a:prstGeom prst="line">
            <a:avLst/>
          </a:prstGeom>
          <a:noFill/>
          <a:ln w="38100" cap="flat" cmpd="sng" algn="ctr">
            <a:solidFill>
              <a:srgbClr val="5DA295"/>
            </a:solidFill>
            <a:prstDash val="solid"/>
            <a:headEnd type="none"/>
            <a:tailEnd type="none"/>
          </a:ln>
          <a:effectLst/>
        </p:spPr>
      </p:sp>
      <p:sp>
        <p:nvSpPr>
          <p:cNvPr id="2042019436" name="AutoShape 15"/>
          <p:cNvSpPr/>
          <p:nvPr/>
        </p:nvSpPr>
        <p:spPr bwMode="auto">
          <a:xfrm flipV="1">
            <a:off x="13097510" y="3092450"/>
            <a:ext cx="0" cy="5287644"/>
          </a:xfrm>
          <a:prstGeom prst="line">
            <a:avLst/>
          </a:prstGeom>
          <a:noFill/>
          <a:ln w="38100" cap="flat" cmpd="sng" algn="ctr">
            <a:solidFill>
              <a:srgbClr val="5DA295"/>
            </a:solidFill>
            <a:prstDash val="solid"/>
            <a:headEnd type="none"/>
            <a:tailEnd type="none"/>
          </a:ln>
          <a:effectLst/>
        </p:spPr>
      </p:sp>
      <p:sp>
        <p:nvSpPr>
          <p:cNvPr id="818868846" name="AutoShape 16"/>
          <p:cNvSpPr/>
          <p:nvPr/>
        </p:nvSpPr>
        <p:spPr bwMode="auto">
          <a:xfrm flipV="1">
            <a:off x="17049750" y="3092450"/>
            <a:ext cx="0" cy="5287644"/>
          </a:xfrm>
          <a:prstGeom prst="line">
            <a:avLst/>
          </a:prstGeom>
          <a:noFill/>
          <a:ln w="38100" cap="flat" cmpd="sng" algn="ctr">
            <a:solidFill>
              <a:srgbClr val="5DA295"/>
            </a:solidFill>
            <a:prstDash val="solid"/>
            <a:headEnd type="none"/>
            <a:tailEnd type="none"/>
          </a:ln>
          <a:effectLst/>
        </p:spPr>
      </p:sp>
      <p:grpSp>
        <p:nvGrpSpPr>
          <p:cNvPr id="1545939410" name="Group 17"/>
          <p:cNvGrpSpPr/>
          <p:nvPr/>
        </p:nvGrpSpPr>
        <p:grpSpPr bwMode="auto">
          <a:xfrm>
            <a:off x="6457315" y="3092450"/>
            <a:ext cx="1465580" cy="1492250"/>
            <a:chOff x="6457315" y="3092450"/>
            <a:chExt cx="1465580" cy="1492250"/>
          </a:xfrm>
        </p:grpSpPr>
        <p:sp>
          <p:nvSpPr>
            <p:cNvPr id="19" name="Freeform 18"/>
            <p:cNvSpPr/>
            <p:nvPr/>
          </p:nvSpPr>
          <p:spPr bwMode="auto">
            <a:xfrm>
              <a:off x="6457315" y="3092450"/>
              <a:ext cx="1465580" cy="1492250"/>
            </a:xfrm>
            <a:custGeom>
              <a:avLst/>
              <a:gdLst/>
              <a:ahLst/>
              <a:cxnLst/>
              <a:rect l="0" t="0" r="1465580" b="1492250"/>
              <a:pathLst>
                <a:path w="1465580" h="1492250" extrusionOk="0">
                  <a:moveTo>
                    <a:pt x="1465580" y="0"/>
                  </a:moveTo>
                  <a:lnTo>
                    <a:pt x="1465580" y="1282402"/>
                  </a:lnTo>
                  <a:lnTo>
                    <a:pt x="732790" y="1492250"/>
                  </a:lnTo>
                  <a:lnTo>
                    <a:pt x="0" y="1282402"/>
                  </a:lnTo>
                  <a:lnTo>
                    <a:pt x="0" y="0"/>
                  </a:lnTo>
                  <a:lnTo>
                    <a:pt x="1465580" y="0"/>
                  </a:lnTo>
                  <a:close/>
                </a:path>
              </a:pathLst>
            </a:custGeom>
            <a:solidFill>
              <a:srgbClr val="5DA295"/>
            </a:solidFill>
            <a:ln>
              <a:noFill/>
            </a:ln>
            <a:effectLst/>
          </p:spPr>
        </p:sp>
        <p:sp>
          <p:nvSpPr>
            <p:cNvPr id="18" name="TextBox 19"/>
            <p:cNvSpPr/>
            <p:nvPr/>
          </p:nvSpPr>
          <p:spPr bwMode="auto">
            <a:xfrm>
              <a:off x="6457315" y="3022600"/>
              <a:ext cx="1465580" cy="135255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1138346479" name="Group 20"/>
          <p:cNvGrpSpPr/>
          <p:nvPr/>
        </p:nvGrpSpPr>
        <p:grpSpPr bwMode="auto">
          <a:xfrm>
            <a:off x="2469515" y="3092450"/>
            <a:ext cx="1465580" cy="1492250"/>
            <a:chOff x="2469515" y="3092450"/>
            <a:chExt cx="1465580" cy="1492250"/>
          </a:xfrm>
        </p:grpSpPr>
        <p:sp>
          <p:nvSpPr>
            <p:cNvPr id="22" name="Freeform 21"/>
            <p:cNvSpPr/>
            <p:nvPr/>
          </p:nvSpPr>
          <p:spPr bwMode="auto">
            <a:xfrm>
              <a:off x="2469515" y="3092450"/>
              <a:ext cx="1465580" cy="1492250"/>
            </a:xfrm>
            <a:custGeom>
              <a:avLst/>
              <a:gdLst/>
              <a:ahLst/>
              <a:cxnLst/>
              <a:rect l="0" t="0" r="1465580" b="1492250"/>
              <a:pathLst>
                <a:path w="1465580" h="1492250" extrusionOk="0">
                  <a:moveTo>
                    <a:pt x="1465580" y="0"/>
                  </a:moveTo>
                  <a:lnTo>
                    <a:pt x="1465580" y="1282402"/>
                  </a:lnTo>
                  <a:lnTo>
                    <a:pt x="732790" y="1492250"/>
                  </a:lnTo>
                  <a:lnTo>
                    <a:pt x="0" y="1282402"/>
                  </a:lnTo>
                  <a:lnTo>
                    <a:pt x="0" y="0"/>
                  </a:lnTo>
                  <a:lnTo>
                    <a:pt x="1465580" y="0"/>
                  </a:lnTo>
                  <a:close/>
                </a:path>
              </a:pathLst>
            </a:custGeom>
            <a:solidFill>
              <a:srgbClr val="5DA295"/>
            </a:solidFill>
            <a:ln>
              <a:noFill/>
            </a:ln>
            <a:effectLst/>
          </p:spPr>
        </p:sp>
        <p:sp>
          <p:nvSpPr>
            <p:cNvPr id="21" name="TextBox 22"/>
            <p:cNvSpPr/>
            <p:nvPr/>
          </p:nvSpPr>
          <p:spPr bwMode="auto">
            <a:xfrm>
              <a:off x="2469515" y="3022600"/>
              <a:ext cx="1465580" cy="135255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1331035737" name="Group 23"/>
          <p:cNvGrpSpPr/>
          <p:nvPr/>
        </p:nvGrpSpPr>
        <p:grpSpPr bwMode="auto">
          <a:xfrm>
            <a:off x="10429875" y="3082925"/>
            <a:ext cx="1465580" cy="1492250"/>
            <a:chOff x="10429875" y="3082925"/>
            <a:chExt cx="1465580" cy="1492250"/>
          </a:xfrm>
        </p:grpSpPr>
        <p:sp>
          <p:nvSpPr>
            <p:cNvPr id="25" name="Freeform 24"/>
            <p:cNvSpPr/>
            <p:nvPr/>
          </p:nvSpPr>
          <p:spPr bwMode="auto">
            <a:xfrm>
              <a:off x="10429875" y="3082925"/>
              <a:ext cx="1465580" cy="1492250"/>
            </a:xfrm>
            <a:custGeom>
              <a:avLst/>
              <a:gdLst/>
              <a:ahLst/>
              <a:cxnLst/>
              <a:rect l="0" t="0" r="1465580" b="1492250"/>
              <a:pathLst>
                <a:path w="1465580" h="1492250" extrusionOk="0">
                  <a:moveTo>
                    <a:pt x="1465580" y="0"/>
                  </a:moveTo>
                  <a:lnTo>
                    <a:pt x="1465580" y="1282402"/>
                  </a:lnTo>
                  <a:lnTo>
                    <a:pt x="732790" y="1492250"/>
                  </a:lnTo>
                  <a:lnTo>
                    <a:pt x="0" y="1282402"/>
                  </a:lnTo>
                  <a:lnTo>
                    <a:pt x="0" y="0"/>
                  </a:lnTo>
                  <a:lnTo>
                    <a:pt x="1465580" y="0"/>
                  </a:lnTo>
                  <a:close/>
                </a:path>
              </a:pathLst>
            </a:custGeom>
            <a:solidFill>
              <a:srgbClr val="5DA295"/>
            </a:solidFill>
            <a:ln>
              <a:noFill/>
            </a:ln>
            <a:effectLst/>
          </p:spPr>
        </p:sp>
        <p:sp>
          <p:nvSpPr>
            <p:cNvPr id="24" name="TextBox 25"/>
            <p:cNvSpPr/>
            <p:nvPr/>
          </p:nvSpPr>
          <p:spPr bwMode="auto">
            <a:xfrm>
              <a:off x="10429875" y="3013075"/>
              <a:ext cx="1465580" cy="135255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1018240522" name="Group 26"/>
          <p:cNvGrpSpPr/>
          <p:nvPr/>
        </p:nvGrpSpPr>
        <p:grpSpPr bwMode="auto">
          <a:xfrm>
            <a:off x="14229714" y="3082925"/>
            <a:ext cx="1465580" cy="1492250"/>
            <a:chOff x="14229714" y="3082925"/>
            <a:chExt cx="1465580" cy="1492250"/>
          </a:xfrm>
        </p:grpSpPr>
        <p:sp>
          <p:nvSpPr>
            <p:cNvPr id="28" name="Freeform 27"/>
            <p:cNvSpPr/>
            <p:nvPr/>
          </p:nvSpPr>
          <p:spPr bwMode="auto">
            <a:xfrm>
              <a:off x="14229714" y="3082925"/>
              <a:ext cx="1465580" cy="1492250"/>
            </a:xfrm>
            <a:custGeom>
              <a:avLst/>
              <a:gdLst/>
              <a:ahLst/>
              <a:cxnLst/>
              <a:rect l="0" t="0" r="1465580" b="1492250"/>
              <a:pathLst>
                <a:path w="1465580" h="1492250" extrusionOk="0">
                  <a:moveTo>
                    <a:pt x="1465580" y="0"/>
                  </a:moveTo>
                  <a:lnTo>
                    <a:pt x="1465580" y="1282402"/>
                  </a:lnTo>
                  <a:lnTo>
                    <a:pt x="732790" y="1492250"/>
                  </a:lnTo>
                  <a:lnTo>
                    <a:pt x="0" y="1282402"/>
                  </a:lnTo>
                  <a:lnTo>
                    <a:pt x="0" y="0"/>
                  </a:lnTo>
                  <a:lnTo>
                    <a:pt x="1465580" y="0"/>
                  </a:lnTo>
                  <a:close/>
                </a:path>
              </a:pathLst>
            </a:custGeom>
            <a:solidFill>
              <a:srgbClr val="5DA295"/>
            </a:solidFill>
            <a:ln>
              <a:noFill/>
            </a:ln>
            <a:effectLst/>
          </p:spPr>
        </p:sp>
        <p:sp>
          <p:nvSpPr>
            <p:cNvPr id="27" name="TextBox 28"/>
            <p:cNvSpPr/>
            <p:nvPr/>
          </p:nvSpPr>
          <p:spPr bwMode="auto">
            <a:xfrm>
              <a:off x="14229714" y="3013075"/>
              <a:ext cx="1465580" cy="135255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1132673075" name="Freeform 29"/>
          <p:cNvSpPr/>
          <p:nvPr/>
        </p:nvSpPr>
        <p:spPr bwMode="auto">
          <a:xfrm>
            <a:off x="14869160" y="-2098675"/>
            <a:ext cx="3705225" cy="3905250"/>
          </a:xfrm>
          <a:custGeom>
            <a:avLst/>
            <a:gdLst/>
            <a:ahLst/>
            <a:cxnLst/>
            <a:rect l="0" t="0" r="3705225" b="3905250"/>
            <a:pathLst>
              <a:path w="3705225" h="3905250" extrusionOk="0">
                <a:moveTo>
                  <a:pt x="0" y="0"/>
                </a:moveTo>
                <a:lnTo>
                  <a:pt x="3705225" y="0"/>
                </a:lnTo>
                <a:lnTo>
                  <a:pt x="3705225" y="3905250"/>
                </a:lnTo>
                <a:lnTo>
                  <a:pt x="0" y="3905250"/>
                </a:lnTo>
                <a:lnTo>
                  <a:pt x="0" y="0"/>
                </a:lnTo>
                <a:close/>
              </a:path>
            </a:pathLst>
          </a:custGeom>
          <a:blipFill>
            <a:blip r:embed="rId3"/>
            <a:stretch/>
          </a:blipFill>
          <a:ln>
            <a:noFill/>
          </a:ln>
          <a:effectLst/>
        </p:spPr>
      </p:sp>
      <p:sp>
        <p:nvSpPr>
          <p:cNvPr id="2078387065" name="Freeform 30"/>
          <p:cNvSpPr/>
          <p:nvPr/>
        </p:nvSpPr>
        <p:spPr bwMode="auto">
          <a:xfrm>
            <a:off x="15302865" y="1278890"/>
            <a:ext cx="1073150" cy="1073785"/>
          </a:xfrm>
          <a:custGeom>
            <a:avLst/>
            <a:gdLst/>
            <a:ahLst/>
            <a:cxnLst/>
            <a:rect l="0" t="0" r="1073150" b="1073785"/>
            <a:pathLst>
              <a:path w="1073150" h="1073785" extrusionOk="0">
                <a:moveTo>
                  <a:pt x="0" y="0"/>
                </a:moveTo>
                <a:lnTo>
                  <a:pt x="1073149" y="0"/>
                </a:lnTo>
                <a:lnTo>
                  <a:pt x="1073149" y="1073785"/>
                </a:lnTo>
                <a:lnTo>
                  <a:pt x="0" y="1073785"/>
                </a:lnTo>
                <a:lnTo>
                  <a:pt x="0" y="0"/>
                </a:lnTo>
                <a:close/>
              </a:path>
            </a:pathLst>
          </a:custGeom>
          <a:blipFill>
            <a:blip r:embed="rId4"/>
            <a:stretch/>
          </a:blipFill>
          <a:ln>
            <a:noFill/>
          </a:ln>
          <a:effectLst/>
        </p:spPr>
      </p:sp>
      <p:sp>
        <p:nvSpPr>
          <p:cNvPr id="1891234807" name="Freeform 31"/>
          <p:cNvSpPr/>
          <p:nvPr/>
        </p:nvSpPr>
        <p:spPr bwMode="auto">
          <a:xfrm>
            <a:off x="16148050" y="2273935"/>
            <a:ext cx="456565" cy="456565"/>
          </a:xfrm>
          <a:custGeom>
            <a:avLst/>
            <a:gdLst/>
            <a:ahLst/>
            <a:cxnLst/>
            <a:rect l="0" t="0" r="456565" b="456565"/>
            <a:pathLst>
              <a:path w="456565" h="456565" extrusionOk="0">
                <a:moveTo>
                  <a:pt x="0" y="0"/>
                </a:moveTo>
                <a:lnTo>
                  <a:pt x="456565" y="0"/>
                </a:lnTo>
                <a:lnTo>
                  <a:pt x="456565" y="456565"/>
                </a:lnTo>
                <a:lnTo>
                  <a:pt x="0" y="456565"/>
                </a:lnTo>
                <a:lnTo>
                  <a:pt x="0" y="0"/>
                </a:lnTo>
                <a:close/>
              </a:path>
            </a:pathLst>
          </a:custGeom>
          <a:blipFill>
            <a:blip r:embed="rId5"/>
            <a:stretch/>
          </a:blipFill>
          <a:ln>
            <a:noFill/>
          </a:ln>
          <a:effectLst/>
        </p:spPr>
      </p:sp>
      <p:sp>
        <p:nvSpPr>
          <p:cNvPr id="982107315" name="Freeform 32"/>
          <p:cNvSpPr/>
          <p:nvPr/>
        </p:nvSpPr>
        <p:spPr bwMode="auto">
          <a:xfrm>
            <a:off x="560070" y="8446770"/>
            <a:ext cx="659130" cy="659130"/>
          </a:xfrm>
          <a:custGeom>
            <a:avLst/>
            <a:gdLst/>
            <a:ahLst/>
            <a:cxnLst/>
            <a:rect l="0" t="0" r="659130" b="659130"/>
            <a:pathLst>
              <a:path w="659130" h="659130" extrusionOk="0">
                <a:moveTo>
                  <a:pt x="0" y="0"/>
                </a:moveTo>
                <a:lnTo>
                  <a:pt x="659129" y="0"/>
                </a:lnTo>
                <a:lnTo>
                  <a:pt x="659129" y="659130"/>
                </a:lnTo>
                <a:lnTo>
                  <a:pt x="0" y="659130"/>
                </a:lnTo>
                <a:lnTo>
                  <a:pt x="0" y="0"/>
                </a:lnTo>
                <a:close/>
              </a:path>
            </a:pathLst>
          </a:custGeom>
          <a:blipFill>
            <a:blip r:embed="rId6"/>
            <a:stretch/>
          </a:blipFill>
          <a:ln>
            <a:noFill/>
          </a:ln>
          <a:effectLst/>
        </p:spPr>
      </p:sp>
      <p:sp>
        <p:nvSpPr>
          <p:cNvPr id="794589227" name="TextBox 33"/>
          <p:cNvSpPr/>
          <p:nvPr/>
        </p:nvSpPr>
        <p:spPr bwMode="auto">
          <a:xfrm>
            <a:off x="4075430" y="1470660"/>
            <a:ext cx="10137140" cy="804545"/>
          </a:xfrm>
          <a:prstGeom prst="rect">
            <a:avLst/>
          </a:prstGeom>
          <a:noFill/>
          <a:ln>
            <a:noFill/>
          </a:ln>
          <a:effectLst/>
        </p:spPr>
        <p:txBody>
          <a:bodyPr vert="horz" wrap="square" lIns="0" tIns="0" rIns="0" bIns="0" numCol="1" spcCol="215899" anchor="t"/>
          <a:lstStyle/>
          <a:p>
            <a:pPr algn="ctr">
              <a:lnSpc>
                <a:spcPts val="6580"/>
              </a:lnSpc>
              <a:defRPr sz="4700" b="1" cap="none">
                <a:solidFill>
                  <a:srgbClr val="000000"/>
                </a:solidFill>
                <a:latin typeface="Glacial Indifference"/>
                <a:ea typeface="Glacial Indifference"/>
                <a:cs typeface="Glacial Indifference"/>
              </a:defRPr>
            </a:pPr>
            <a:r>
              <a:t>Evaluasi Keperawatan</a:t>
            </a:r>
          </a:p>
        </p:txBody>
      </p:sp>
      <p:sp>
        <p:nvSpPr>
          <p:cNvPr id="238097804" name="TextBox 34"/>
          <p:cNvSpPr/>
          <p:nvPr/>
        </p:nvSpPr>
        <p:spPr bwMode="auto">
          <a:xfrm>
            <a:off x="2343785" y="3238500"/>
            <a:ext cx="1717040" cy="1047750"/>
          </a:xfrm>
          <a:prstGeom prst="rect">
            <a:avLst/>
          </a:prstGeom>
          <a:noFill/>
          <a:ln>
            <a:noFill/>
          </a:ln>
          <a:effectLst/>
        </p:spPr>
        <p:txBody>
          <a:bodyPr vert="horz" wrap="square" lIns="0" tIns="0" rIns="0" bIns="0" numCol="1" spcCol="215899" anchor="t"/>
          <a:lstStyle/>
          <a:p>
            <a:pPr algn="ctr">
              <a:lnSpc>
                <a:spcPts val="8400"/>
              </a:lnSpc>
              <a:defRPr sz="6000" b="1" cap="none">
                <a:solidFill>
                  <a:srgbClr val="FFFFFF"/>
                </a:solidFill>
                <a:latin typeface="Glacial Indifference"/>
                <a:ea typeface="Glacial Indifference"/>
                <a:cs typeface="Glacial Indifference"/>
              </a:defRPr>
            </a:pPr>
            <a:r>
              <a:t>S</a:t>
            </a:r>
          </a:p>
        </p:txBody>
      </p:sp>
      <p:sp>
        <p:nvSpPr>
          <p:cNvPr id="371307662" name="TextBox 35"/>
          <p:cNvSpPr/>
          <p:nvPr/>
        </p:nvSpPr>
        <p:spPr bwMode="auto">
          <a:xfrm>
            <a:off x="1649730" y="4834890"/>
            <a:ext cx="3257550" cy="1838325"/>
          </a:xfrm>
          <a:prstGeom prst="rect">
            <a:avLst/>
          </a:prstGeom>
          <a:noFill/>
          <a:ln>
            <a:noFill/>
          </a:ln>
          <a:effectLst/>
        </p:spPr>
        <p:txBody>
          <a:bodyPr vert="horz" wrap="square" lIns="0" tIns="0" rIns="0" bIns="0" numCol="1" spcCol="215899" anchor="t"/>
          <a:lstStyle/>
          <a:p>
            <a:pPr algn="l">
              <a:lnSpc>
                <a:spcPts val="3600"/>
              </a:lnSpc>
              <a:defRPr sz="2800" cap="none">
                <a:solidFill>
                  <a:srgbClr val="000000"/>
                </a:solidFill>
                <a:latin typeface="Glacial Indifference"/>
                <a:ea typeface="Glacial Indifference"/>
                <a:cs typeface="Glacial Indifference"/>
              </a:defRPr>
            </a:pPr>
            <a:r>
              <a:t>Klien mengatakan nyeri pada luka bekas operasi sebelah kanan</a:t>
            </a:r>
          </a:p>
        </p:txBody>
      </p:sp>
      <p:sp>
        <p:nvSpPr>
          <p:cNvPr id="1097290541" name="TextBox 36"/>
          <p:cNvSpPr/>
          <p:nvPr/>
        </p:nvSpPr>
        <p:spPr bwMode="auto">
          <a:xfrm>
            <a:off x="11430000" y="8963025"/>
            <a:ext cx="4752340" cy="523875"/>
          </a:xfrm>
          <a:prstGeom prst="rect">
            <a:avLst/>
          </a:prstGeom>
          <a:noFill/>
          <a:ln>
            <a:noFill/>
          </a:ln>
          <a:effectLst/>
        </p:spPr>
        <p:txBody>
          <a:bodyPr vert="horz" wrap="square" lIns="0" tIns="0" rIns="0" bIns="0" numCol="1" spcCol="215899" anchor="t"/>
          <a:lstStyle/>
          <a:p>
            <a:pPr algn="r">
              <a:lnSpc>
                <a:spcPts val="4200"/>
              </a:lnSpc>
              <a:defRPr sz="3000" b="1" cap="none">
                <a:solidFill>
                  <a:srgbClr val="000000"/>
                </a:solidFill>
                <a:latin typeface="Glacial Indifference"/>
                <a:ea typeface="Glacial Indifference"/>
                <a:cs typeface="Glacial Indifference"/>
              </a:defRPr>
            </a:pPr>
            <a:r>
              <a:t>FRAKTUR HUMERUS </a:t>
            </a:r>
          </a:p>
        </p:txBody>
      </p:sp>
      <p:sp>
        <p:nvSpPr>
          <p:cNvPr id="1907504359" name="Freeform 37"/>
          <p:cNvSpPr/>
          <p:nvPr/>
        </p:nvSpPr>
        <p:spPr bwMode="auto">
          <a:xfrm>
            <a:off x="1250950" y="9157335"/>
            <a:ext cx="659130" cy="659130"/>
          </a:xfrm>
          <a:custGeom>
            <a:avLst/>
            <a:gdLst/>
            <a:ahLst/>
            <a:cxnLst/>
            <a:rect l="0" t="0" r="659130" b="659130"/>
            <a:pathLst>
              <a:path w="659130" h="659130" extrusionOk="0">
                <a:moveTo>
                  <a:pt x="0" y="0"/>
                </a:moveTo>
                <a:lnTo>
                  <a:pt x="659130" y="0"/>
                </a:lnTo>
                <a:lnTo>
                  <a:pt x="659130" y="659129"/>
                </a:lnTo>
                <a:lnTo>
                  <a:pt x="0" y="659129"/>
                </a:lnTo>
                <a:lnTo>
                  <a:pt x="0" y="0"/>
                </a:lnTo>
                <a:close/>
              </a:path>
            </a:pathLst>
          </a:custGeom>
          <a:blipFill>
            <a:blip r:embed="rId7"/>
            <a:stretch/>
          </a:blipFill>
          <a:ln>
            <a:noFill/>
          </a:ln>
          <a:effectLst/>
        </p:spPr>
      </p:sp>
      <p:sp>
        <p:nvSpPr>
          <p:cNvPr id="452950830" name="Freeform 38"/>
          <p:cNvSpPr/>
          <p:nvPr/>
        </p:nvSpPr>
        <p:spPr bwMode="auto">
          <a:xfrm>
            <a:off x="0" y="0"/>
            <a:ext cx="5100320" cy="2209800"/>
          </a:xfrm>
          <a:custGeom>
            <a:avLst/>
            <a:gdLst/>
            <a:ahLst/>
            <a:cxnLst/>
            <a:rect l="0" t="0" r="5100320" b="2209800"/>
            <a:pathLst>
              <a:path w="5100320" h="2209800" extrusionOk="0">
                <a:moveTo>
                  <a:pt x="0" y="0"/>
                </a:moveTo>
                <a:lnTo>
                  <a:pt x="5100320" y="0"/>
                </a:lnTo>
                <a:lnTo>
                  <a:pt x="5100320" y="2209800"/>
                </a:lnTo>
                <a:lnTo>
                  <a:pt x="0" y="2209800"/>
                </a:lnTo>
                <a:lnTo>
                  <a:pt x="0" y="0"/>
                </a:lnTo>
                <a:close/>
              </a:path>
            </a:pathLst>
          </a:custGeom>
          <a:blipFill>
            <a:blip r:embed="rId8"/>
            <a:stretch/>
          </a:blipFill>
          <a:ln>
            <a:noFill/>
          </a:ln>
          <a:effectLst/>
        </p:spPr>
      </p:sp>
      <p:sp>
        <p:nvSpPr>
          <p:cNvPr id="2104676470" name="TextBox 39"/>
          <p:cNvSpPr/>
          <p:nvPr/>
        </p:nvSpPr>
        <p:spPr bwMode="auto">
          <a:xfrm>
            <a:off x="6697980" y="2335530"/>
            <a:ext cx="4892039" cy="537845"/>
          </a:xfrm>
          <a:prstGeom prst="rect">
            <a:avLst/>
          </a:prstGeom>
          <a:noFill/>
          <a:ln>
            <a:noFill/>
          </a:ln>
          <a:effectLst/>
        </p:spPr>
        <p:txBody>
          <a:bodyPr vert="horz" wrap="square" lIns="0" tIns="0" rIns="0" bIns="0" numCol="1" spcCol="215899" anchor="t"/>
          <a:lstStyle/>
          <a:p>
            <a:pPr algn="ctr">
              <a:lnSpc>
                <a:spcPts val="4480"/>
              </a:lnSpc>
              <a:defRPr sz="2800" b="1" cap="none">
                <a:solidFill>
                  <a:srgbClr val="000000"/>
                </a:solidFill>
                <a:latin typeface="Glacial Indifference"/>
                <a:ea typeface="Glacial Indifference"/>
                <a:cs typeface="Glacial Indifference"/>
              </a:defRPr>
            </a:pPr>
            <a:r>
              <a:t>No. DK 1, 11 Desember 2023</a:t>
            </a:r>
          </a:p>
        </p:txBody>
      </p:sp>
      <p:sp>
        <p:nvSpPr>
          <p:cNvPr id="2039508599" name="TextBox 40"/>
          <p:cNvSpPr/>
          <p:nvPr/>
        </p:nvSpPr>
        <p:spPr bwMode="auto">
          <a:xfrm>
            <a:off x="6331585" y="3238500"/>
            <a:ext cx="1717040" cy="1047750"/>
          </a:xfrm>
          <a:prstGeom prst="rect">
            <a:avLst/>
          </a:prstGeom>
          <a:noFill/>
          <a:ln>
            <a:noFill/>
          </a:ln>
          <a:effectLst/>
        </p:spPr>
        <p:txBody>
          <a:bodyPr vert="horz" wrap="square" lIns="0" tIns="0" rIns="0" bIns="0" numCol="1" spcCol="215899" anchor="t"/>
          <a:lstStyle/>
          <a:p>
            <a:pPr algn="ctr">
              <a:lnSpc>
                <a:spcPts val="8400"/>
              </a:lnSpc>
              <a:defRPr sz="6000" b="1" cap="none">
                <a:solidFill>
                  <a:srgbClr val="FFFFFF"/>
                </a:solidFill>
                <a:latin typeface="Glacial Indifference"/>
                <a:ea typeface="Glacial Indifference"/>
                <a:cs typeface="Glacial Indifference"/>
              </a:defRPr>
            </a:pPr>
            <a:r>
              <a:t>O</a:t>
            </a:r>
          </a:p>
        </p:txBody>
      </p:sp>
      <p:sp>
        <p:nvSpPr>
          <p:cNvPr id="1303970610" name="TextBox 41"/>
          <p:cNvSpPr/>
          <p:nvPr/>
        </p:nvSpPr>
        <p:spPr bwMode="auto">
          <a:xfrm>
            <a:off x="10304145" y="3238500"/>
            <a:ext cx="1717040" cy="1047750"/>
          </a:xfrm>
          <a:prstGeom prst="rect">
            <a:avLst/>
          </a:prstGeom>
          <a:noFill/>
          <a:ln>
            <a:noFill/>
          </a:ln>
          <a:effectLst/>
        </p:spPr>
        <p:txBody>
          <a:bodyPr vert="horz" wrap="square" lIns="0" tIns="0" rIns="0" bIns="0" numCol="1" spcCol="215899" anchor="t"/>
          <a:lstStyle/>
          <a:p>
            <a:pPr algn="ctr">
              <a:lnSpc>
                <a:spcPts val="8400"/>
              </a:lnSpc>
              <a:defRPr sz="6000" b="1" cap="none">
                <a:solidFill>
                  <a:srgbClr val="FFFFFF"/>
                </a:solidFill>
                <a:latin typeface="Glacial Indifference"/>
                <a:ea typeface="Glacial Indifference"/>
                <a:cs typeface="Glacial Indifference"/>
              </a:defRPr>
            </a:pPr>
            <a:r>
              <a:t>A</a:t>
            </a:r>
          </a:p>
        </p:txBody>
      </p:sp>
      <p:sp>
        <p:nvSpPr>
          <p:cNvPr id="1974432072" name="TextBox 42"/>
          <p:cNvSpPr/>
          <p:nvPr/>
        </p:nvSpPr>
        <p:spPr bwMode="auto">
          <a:xfrm>
            <a:off x="14103985" y="3238500"/>
            <a:ext cx="1717040" cy="1047750"/>
          </a:xfrm>
          <a:prstGeom prst="rect">
            <a:avLst/>
          </a:prstGeom>
          <a:noFill/>
          <a:ln>
            <a:noFill/>
          </a:ln>
          <a:effectLst/>
        </p:spPr>
        <p:txBody>
          <a:bodyPr vert="horz" wrap="square" lIns="0" tIns="0" rIns="0" bIns="0" numCol="1" spcCol="215899" anchor="t"/>
          <a:lstStyle/>
          <a:p>
            <a:pPr algn="ctr">
              <a:lnSpc>
                <a:spcPts val="8400"/>
              </a:lnSpc>
              <a:defRPr sz="6000" b="1" cap="none">
                <a:solidFill>
                  <a:srgbClr val="FFFFFF"/>
                </a:solidFill>
                <a:latin typeface="Glacial Indifference"/>
                <a:ea typeface="Glacial Indifference"/>
                <a:cs typeface="Glacial Indifference"/>
              </a:defRPr>
            </a:pPr>
            <a:r>
              <a:t>P</a:t>
            </a:r>
          </a:p>
        </p:txBody>
      </p:sp>
      <p:sp>
        <p:nvSpPr>
          <p:cNvPr id="1305828057" name="TextBox 43"/>
          <p:cNvSpPr/>
          <p:nvPr/>
        </p:nvSpPr>
        <p:spPr bwMode="auto">
          <a:xfrm>
            <a:off x="5602605" y="4834890"/>
            <a:ext cx="3258185" cy="3291840"/>
          </a:xfrm>
          <a:prstGeom prst="rect">
            <a:avLst/>
          </a:prstGeom>
          <a:noFill/>
          <a:ln>
            <a:noFill/>
          </a:ln>
          <a:effectLst/>
        </p:spPr>
        <p:txBody>
          <a:bodyPr vert="horz" wrap="square" lIns="0" tIns="0" rIns="0" bIns="0" numCol="1" spcCol="215899" anchor="t"/>
          <a:lstStyle/>
          <a:p>
            <a:pPr algn="l">
              <a:lnSpc>
                <a:spcPts val="3240"/>
              </a:lnSpc>
              <a:defRPr/>
            </a:pPr>
            <a:r>
              <a:rPr sz="2700" cap="none">
                <a:solidFill>
                  <a:srgbClr val="000000"/>
                </a:solidFill>
                <a:latin typeface="Glacial Indifference"/>
                <a:ea typeface="Glacial Indifference"/>
                <a:cs typeface="Glacial Indifference"/>
              </a:rPr>
              <a:t>Klien tampak gelisah dan meringis</a:t>
            </a:r>
          </a:p>
          <a:p>
            <a:pPr algn="l">
              <a:lnSpc>
                <a:spcPts val="3240"/>
              </a:lnSpc>
              <a:defRPr/>
            </a:pPr>
            <a:r>
              <a:rPr sz="2700" cap="none">
                <a:solidFill>
                  <a:srgbClr val="000000"/>
                </a:solidFill>
                <a:latin typeface="Glacial Indifference"/>
                <a:ea typeface="Glacial Indifference"/>
                <a:cs typeface="Glacial Indifference"/>
              </a:rPr>
              <a:t>Kesadaran: cm</a:t>
            </a:r>
          </a:p>
          <a:p>
            <a:pPr algn="l">
              <a:lnSpc>
                <a:spcPts val="3240"/>
              </a:lnSpc>
              <a:defRPr/>
            </a:pPr>
            <a:r>
              <a:rPr sz="2700" cap="none">
                <a:solidFill>
                  <a:srgbClr val="000000"/>
                </a:solidFill>
                <a:latin typeface="Glacial Indifference"/>
                <a:ea typeface="Glacial Indifference"/>
                <a:cs typeface="Glacial Indifference"/>
              </a:rPr>
              <a:t>TD: 129/73</a:t>
            </a:r>
          </a:p>
          <a:p>
            <a:pPr algn="l">
              <a:lnSpc>
                <a:spcPts val="3240"/>
              </a:lnSpc>
              <a:defRPr/>
            </a:pPr>
            <a:r>
              <a:rPr sz="2700" cap="none">
                <a:solidFill>
                  <a:srgbClr val="000000"/>
                </a:solidFill>
                <a:latin typeface="Glacial Indifference"/>
                <a:ea typeface="Glacial Indifference"/>
                <a:cs typeface="Glacial Indifference"/>
              </a:rPr>
              <a:t>N: 93x/menit</a:t>
            </a:r>
          </a:p>
          <a:p>
            <a:pPr algn="l">
              <a:lnSpc>
                <a:spcPts val="3240"/>
              </a:lnSpc>
              <a:defRPr/>
            </a:pPr>
            <a:r>
              <a:rPr sz="2700" cap="none">
                <a:solidFill>
                  <a:srgbClr val="000000"/>
                </a:solidFill>
                <a:latin typeface="Glacial Indifference"/>
                <a:ea typeface="Glacial Indifference"/>
                <a:cs typeface="Glacial Indifference"/>
              </a:rPr>
              <a:t>S: 36.9°C</a:t>
            </a:r>
          </a:p>
          <a:p>
            <a:pPr algn="l">
              <a:lnSpc>
                <a:spcPts val="3240"/>
              </a:lnSpc>
              <a:defRPr/>
            </a:pPr>
            <a:r>
              <a:rPr sz="2700" cap="none">
                <a:solidFill>
                  <a:srgbClr val="000000"/>
                </a:solidFill>
                <a:latin typeface="Glacial Indifference"/>
                <a:ea typeface="Glacial Indifference"/>
                <a:cs typeface="Glacial Indifference"/>
              </a:rPr>
              <a:t>RR: 20x/menit</a:t>
            </a:r>
          </a:p>
          <a:p>
            <a:pPr algn="l">
              <a:lnSpc>
                <a:spcPts val="3240"/>
              </a:lnSpc>
              <a:defRPr/>
            </a:pPr>
            <a:r>
              <a:rPr sz="2700" cap="none">
                <a:solidFill>
                  <a:srgbClr val="000000"/>
                </a:solidFill>
                <a:latin typeface="Glacial Indifference"/>
                <a:ea typeface="Glacial Indifference"/>
                <a:cs typeface="Glacial Indifference"/>
              </a:rPr>
              <a:t>Skala nyeri: 7</a:t>
            </a:r>
          </a:p>
        </p:txBody>
      </p:sp>
      <p:sp>
        <p:nvSpPr>
          <p:cNvPr id="720670466" name="TextBox 44"/>
          <p:cNvSpPr/>
          <p:nvPr/>
        </p:nvSpPr>
        <p:spPr bwMode="auto">
          <a:xfrm>
            <a:off x="9492615" y="4834890"/>
            <a:ext cx="3257550" cy="923925"/>
          </a:xfrm>
          <a:prstGeom prst="rect">
            <a:avLst/>
          </a:prstGeom>
          <a:noFill/>
          <a:ln>
            <a:noFill/>
          </a:ln>
          <a:effectLst/>
        </p:spPr>
        <p:txBody>
          <a:bodyPr vert="horz" wrap="square" lIns="0" tIns="0" rIns="0" bIns="0" numCol="1" spcCol="215899" anchor="t"/>
          <a:lstStyle/>
          <a:p>
            <a:pPr algn="l">
              <a:lnSpc>
                <a:spcPts val="3600"/>
              </a:lnSpc>
              <a:defRPr sz="2800" cap="none">
                <a:solidFill>
                  <a:srgbClr val="000000"/>
                </a:solidFill>
                <a:latin typeface="Glacial Indifference"/>
                <a:ea typeface="Glacial Indifference"/>
                <a:cs typeface="Glacial Indifference"/>
              </a:defRPr>
            </a:pPr>
            <a:r>
              <a:t>Masalah belum teratasi</a:t>
            </a:r>
          </a:p>
        </p:txBody>
      </p:sp>
      <p:sp>
        <p:nvSpPr>
          <p:cNvPr id="1082019814" name="TextBox 45"/>
          <p:cNvSpPr/>
          <p:nvPr/>
        </p:nvSpPr>
        <p:spPr bwMode="auto">
          <a:xfrm>
            <a:off x="13440410" y="4834890"/>
            <a:ext cx="3257550" cy="923925"/>
          </a:xfrm>
          <a:prstGeom prst="rect">
            <a:avLst/>
          </a:prstGeom>
          <a:noFill/>
          <a:ln>
            <a:noFill/>
          </a:ln>
          <a:effectLst/>
        </p:spPr>
        <p:txBody>
          <a:bodyPr vert="horz" wrap="square" lIns="0" tIns="0" rIns="0" bIns="0" numCol="1" spcCol="215899" anchor="t"/>
          <a:lstStyle/>
          <a:p>
            <a:pPr algn="l">
              <a:lnSpc>
                <a:spcPts val="3600"/>
              </a:lnSpc>
              <a:defRPr sz="2800" cap="none">
                <a:solidFill>
                  <a:srgbClr val="000000"/>
                </a:solidFill>
                <a:latin typeface="Glacial Indifference"/>
                <a:ea typeface="Glacial Indifference"/>
                <a:cs typeface="Glacial Indifference"/>
              </a:defRPr>
            </a:pPr>
            <a:r>
              <a:t>Intervensi dilanjutkan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grpSp>
        <p:nvGrpSpPr>
          <p:cNvPr id="654797750" name="Group 2"/>
          <p:cNvGrpSpPr/>
          <p:nvPr/>
        </p:nvGrpSpPr>
        <p:grpSpPr bwMode="auto">
          <a:xfrm>
            <a:off x="0" y="10073640"/>
            <a:ext cx="18288000" cy="213360"/>
            <a:chOff x="0" y="10073640"/>
            <a:chExt cx="18288000" cy="213360"/>
          </a:xfrm>
        </p:grpSpPr>
        <p:sp>
          <p:nvSpPr>
            <p:cNvPr id="4" name="Freeform 3"/>
            <p:cNvSpPr/>
            <p:nvPr/>
          </p:nvSpPr>
          <p:spPr bwMode="auto">
            <a:xfrm>
              <a:off x="0" y="1007364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5DA295"/>
            </a:solidFill>
            <a:ln>
              <a:noFill/>
            </a:ln>
            <a:effectLst/>
          </p:spPr>
        </p:sp>
        <p:sp>
          <p:nvSpPr>
            <p:cNvPr id="3" name="TextBox 4"/>
            <p:cNvSpPr/>
            <p:nvPr/>
          </p:nvSpPr>
          <p:spPr bwMode="auto">
            <a:xfrm>
              <a:off x="0" y="992886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1378198408" name="Group 5"/>
          <p:cNvGrpSpPr/>
          <p:nvPr/>
        </p:nvGrpSpPr>
        <p:grpSpPr bwMode="auto">
          <a:xfrm>
            <a:off x="0" y="0"/>
            <a:ext cx="18288000" cy="213360"/>
            <a:chOff x="0" y="0"/>
            <a:chExt cx="18288000" cy="213360"/>
          </a:xfrm>
        </p:grpSpPr>
        <p:sp>
          <p:nvSpPr>
            <p:cNvPr id="7" name="Freeform 6"/>
            <p:cNvSpPr/>
            <p:nvPr/>
          </p:nvSpPr>
          <p:spPr bwMode="auto">
            <a:xfrm>
              <a:off x="0" y="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BFDDD2"/>
            </a:solidFill>
            <a:ln>
              <a:noFill/>
            </a:ln>
            <a:effectLst/>
          </p:spPr>
        </p:sp>
        <p:sp>
          <p:nvSpPr>
            <p:cNvPr id="6" name="TextBox 7"/>
            <p:cNvSpPr/>
            <p:nvPr/>
          </p:nvSpPr>
          <p:spPr bwMode="auto">
            <a:xfrm>
              <a:off x="0" y="-14478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1634777661" name="TextBox 8"/>
          <p:cNvSpPr/>
          <p:nvPr/>
        </p:nvSpPr>
        <p:spPr bwMode="auto">
          <a:xfrm>
            <a:off x="16563975" y="8834120"/>
            <a:ext cx="955040" cy="799465"/>
          </a:xfrm>
          <a:prstGeom prst="rect">
            <a:avLst/>
          </a:prstGeom>
          <a:noFill/>
          <a:ln>
            <a:noFill/>
          </a:ln>
          <a:effectLst/>
        </p:spPr>
        <p:txBody>
          <a:bodyPr vert="horz" wrap="square" lIns="0" tIns="0" rIns="0" bIns="0" numCol="1" spcCol="215899" anchor="t"/>
          <a:lstStyle/>
          <a:p>
            <a:pPr algn="r">
              <a:lnSpc>
                <a:spcPts val="6295"/>
              </a:lnSpc>
              <a:defRPr sz="4500" b="1" cap="none">
                <a:solidFill>
                  <a:srgbClr val="000000"/>
                </a:solidFill>
                <a:latin typeface="Glacial Indifference"/>
                <a:ea typeface="Glacial Indifference"/>
                <a:cs typeface="Glacial Indifference"/>
              </a:defRPr>
            </a:pPr>
            <a:r>
              <a:t>43</a:t>
            </a:r>
          </a:p>
        </p:txBody>
      </p:sp>
      <p:sp>
        <p:nvSpPr>
          <p:cNvPr id="2002530271" name="AutoShape 9"/>
          <p:cNvSpPr/>
          <p:nvPr/>
        </p:nvSpPr>
        <p:spPr bwMode="auto">
          <a:xfrm>
            <a:off x="16563975" y="8877300"/>
            <a:ext cx="0" cy="762000"/>
          </a:xfrm>
          <a:prstGeom prst="line">
            <a:avLst/>
          </a:prstGeom>
          <a:noFill/>
          <a:ln w="95250" cap="flat" cmpd="sng" algn="ctr">
            <a:solidFill>
              <a:srgbClr val="5DA295"/>
            </a:solidFill>
            <a:prstDash val="solid"/>
            <a:headEnd type="none"/>
            <a:tailEnd type="none"/>
          </a:ln>
          <a:effectLst/>
        </p:spPr>
      </p:sp>
      <p:sp>
        <p:nvSpPr>
          <p:cNvPr id="513164070" name="AutoShape 10"/>
          <p:cNvSpPr/>
          <p:nvPr/>
        </p:nvSpPr>
        <p:spPr bwMode="auto">
          <a:xfrm>
            <a:off x="1219200" y="8370570"/>
            <a:ext cx="15849600" cy="0"/>
          </a:xfrm>
          <a:prstGeom prst="line">
            <a:avLst/>
          </a:prstGeom>
          <a:noFill/>
          <a:ln w="38100" cap="flat" cmpd="sng" algn="ctr">
            <a:solidFill>
              <a:srgbClr val="5DA295"/>
            </a:solidFill>
            <a:prstDash val="solid"/>
            <a:headEnd type="none"/>
            <a:tailEnd type="none"/>
          </a:ln>
          <a:effectLst/>
        </p:spPr>
      </p:sp>
      <p:sp>
        <p:nvSpPr>
          <p:cNvPr id="1986129300" name="AutoShape 11"/>
          <p:cNvSpPr/>
          <p:nvPr/>
        </p:nvSpPr>
        <p:spPr bwMode="auto">
          <a:xfrm>
            <a:off x="1219200" y="3102610"/>
            <a:ext cx="15849600" cy="0"/>
          </a:xfrm>
          <a:prstGeom prst="line">
            <a:avLst/>
          </a:prstGeom>
          <a:noFill/>
          <a:ln w="38100" cap="flat" cmpd="sng" algn="ctr">
            <a:solidFill>
              <a:srgbClr val="5DA295"/>
            </a:solidFill>
            <a:prstDash val="solid"/>
            <a:headEnd type="none"/>
            <a:tailEnd type="none"/>
          </a:ln>
          <a:effectLst/>
        </p:spPr>
      </p:sp>
      <p:sp>
        <p:nvSpPr>
          <p:cNvPr id="1989469784" name="AutoShape 12"/>
          <p:cNvSpPr/>
          <p:nvPr/>
        </p:nvSpPr>
        <p:spPr bwMode="auto">
          <a:xfrm flipV="1">
            <a:off x="1238250" y="3082925"/>
            <a:ext cx="2540" cy="5306695"/>
          </a:xfrm>
          <a:prstGeom prst="line">
            <a:avLst/>
          </a:prstGeom>
          <a:noFill/>
          <a:ln w="38100" cap="flat" cmpd="sng" algn="ctr">
            <a:solidFill>
              <a:srgbClr val="5DA295"/>
            </a:solidFill>
            <a:prstDash val="solid"/>
            <a:headEnd type="none"/>
            <a:tailEnd type="none"/>
          </a:ln>
          <a:effectLst/>
        </p:spPr>
      </p:sp>
      <p:sp>
        <p:nvSpPr>
          <p:cNvPr id="155213520" name="AutoShape 13"/>
          <p:cNvSpPr/>
          <p:nvPr/>
        </p:nvSpPr>
        <p:spPr bwMode="auto">
          <a:xfrm flipH="1" flipV="1">
            <a:off x="5193030" y="3092450"/>
            <a:ext cx="0" cy="5287644"/>
          </a:xfrm>
          <a:prstGeom prst="line">
            <a:avLst/>
          </a:prstGeom>
          <a:noFill/>
          <a:ln w="38100" cap="flat" cmpd="sng" algn="ctr">
            <a:solidFill>
              <a:srgbClr val="5DA295"/>
            </a:solidFill>
            <a:prstDash val="solid"/>
            <a:headEnd type="none"/>
            <a:tailEnd type="none"/>
          </a:ln>
          <a:effectLst/>
        </p:spPr>
      </p:sp>
      <p:sp>
        <p:nvSpPr>
          <p:cNvPr id="1191144289" name="AutoShape 14"/>
          <p:cNvSpPr/>
          <p:nvPr/>
        </p:nvSpPr>
        <p:spPr bwMode="auto">
          <a:xfrm flipH="1" flipV="1">
            <a:off x="9145270" y="3092450"/>
            <a:ext cx="0" cy="5287644"/>
          </a:xfrm>
          <a:prstGeom prst="line">
            <a:avLst/>
          </a:prstGeom>
          <a:noFill/>
          <a:ln w="38100" cap="flat" cmpd="sng" algn="ctr">
            <a:solidFill>
              <a:srgbClr val="5DA295"/>
            </a:solidFill>
            <a:prstDash val="solid"/>
            <a:headEnd type="none"/>
            <a:tailEnd type="none"/>
          </a:ln>
          <a:effectLst/>
        </p:spPr>
      </p:sp>
      <p:sp>
        <p:nvSpPr>
          <p:cNvPr id="291332311" name="AutoShape 15"/>
          <p:cNvSpPr/>
          <p:nvPr/>
        </p:nvSpPr>
        <p:spPr bwMode="auto">
          <a:xfrm flipV="1">
            <a:off x="13097510" y="3092450"/>
            <a:ext cx="0" cy="5287644"/>
          </a:xfrm>
          <a:prstGeom prst="line">
            <a:avLst/>
          </a:prstGeom>
          <a:noFill/>
          <a:ln w="38100" cap="flat" cmpd="sng" algn="ctr">
            <a:solidFill>
              <a:srgbClr val="5DA295"/>
            </a:solidFill>
            <a:prstDash val="solid"/>
            <a:headEnd type="none"/>
            <a:tailEnd type="none"/>
          </a:ln>
          <a:effectLst/>
        </p:spPr>
      </p:sp>
      <p:sp>
        <p:nvSpPr>
          <p:cNvPr id="703859244" name="AutoShape 16"/>
          <p:cNvSpPr/>
          <p:nvPr/>
        </p:nvSpPr>
        <p:spPr bwMode="auto">
          <a:xfrm flipV="1">
            <a:off x="17049750" y="3092450"/>
            <a:ext cx="0" cy="5287644"/>
          </a:xfrm>
          <a:prstGeom prst="line">
            <a:avLst/>
          </a:prstGeom>
          <a:noFill/>
          <a:ln w="38100" cap="flat" cmpd="sng" algn="ctr">
            <a:solidFill>
              <a:srgbClr val="5DA295"/>
            </a:solidFill>
            <a:prstDash val="solid"/>
            <a:headEnd type="none"/>
            <a:tailEnd type="none"/>
          </a:ln>
          <a:effectLst/>
        </p:spPr>
      </p:sp>
      <p:grpSp>
        <p:nvGrpSpPr>
          <p:cNvPr id="1023242766" name="Group 17"/>
          <p:cNvGrpSpPr/>
          <p:nvPr/>
        </p:nvGrpSpPr>
        <p:grpSpPr bwMode="auto">
          <a:xfrm>
            <a:off x="6457315" y="3092450"/>
            <a:ext cx="1465580" cy="1492250"/>
            <a:chOff x="6457315" y="3092450"/>
            <a:chExt cx="1465580" cy="1492250"/>
          </a:xfrm>
        </p:grpSpPr>
        <p:sp>
          <p:nvSpPr>
            <p:cNvPr id="19" name="Freeform 18"/>
            <p:cNvSpPr/>
            <p:nvPr/>
          </p:nvSpPr>
          <p:spPr bwMode="auto">
            <a:xfrm>
              <a:off x="6457315" y="3092450"/>
              <a:ext cx="1465580" cy="1492250"/>
            </a:xfrm>
            <a:custGeom>
              <a:avLst/>
              <a:gdLst/>
              <a:ahLst/>
              <a:cxnLst/>
              <a:rect l="0" t="0" r="1465580" b="1492250"/>
              <a:pathLst>
                <a:path w="1465580" h="1492250" extrusionOk="0">
                  <a:moveTo>
                    <a:pt x="1465580" y="0"/>
                  </a:moveTo>
                  <a:lnTo>
                    <a:pt x="1465580" y="1282402"/>
                  </a:lnTo>
                  <a:lnTo>
                    <a:pt x="732790" y="1492250"/>
                  </a:lnTo>
                  <a:lnTo>
                    <a:pt x="0" y="1282402"/>
                  </a:lnTo>
                  <a:lnTo>
                    <a:pt x="0" y="0"/>
                  </a:lnTo>
                  <a:lnTo>
                    <a:pt x="1465580" y="0"/>
                  </a:lnTo>
                  <a:close/>
                </a:path>
              </a:pathLst>
            </a:custGeom>
            <a:solidFill>
              <a:srgbClr val="5DA295"/>
            </a:solidFill>
            <a:ln>
              <a:noFill/>
            </a:ln>
            <a:effectLst/>
          </p:spPr>
        </p:sp>
        <p:sp>
          <p:nvSpPr>
            <p:cNvPr id="18" name="TextBox 19"/>
            <p:cNvSpPr/>
            <p:nvPr/>
          </p:nvSpPr>
          <p:spPr bwMode="auto">
            <a:xfrm>
              <a:off x="6457315" y="3022600"/>
              <a:ext cx="1465580" cy="135255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983955308" name="Group 20"/>
          <p:cNvGrpSpPr/>
          <p:nvPr/>
        </p:nvGrpSpPr>
        <p:grpSpPr bwMode="auto">
          <a:xfrm>
            <a:off x="2469515" y="3092450"/>
            <a:ext cx="1465580" cy="1492250"/>
            <a:chOff x="2469515" y="3092450"/>
            <a:chExt cx="1465580" cy="1492250"/>
          </a:xfrm>
        </p:grpSpPr>
        <p:sp>
          <p:nvSpPr>
            <p:cNvPr id="22" name="Freeform 21"/>
            <p:cNvSpPr/>
            <p:nvPr/>
          </p:nvSpPr>
          <p:spPr bwMode="auto">
            <a:xfrm>
              <a:off x="2469515" y="3092450"/>
              <a:ext cx="1465580" cy="1492250"/>
            </a:xfrm>
            <a:custGeom>
              <a:avLst/>
              <a:gdLst/>
              <a:ahLst/>
              <a:cxnLst/>
              <a:rect l="0" t="0" r="1465580" b="1492250"/>
              <a:pathLst>
                <a:path w="1465580" h="1492250" extrusionOk="0">
                  <a:moveTo>
                    <a:pt x="1465580" y="0"/>
                  </a:moveTo>
                  <a:lnTo>
                    <a:pt x="1465580" y="1282402"/>
                  </a:lnTo>
                  <a:lnTo>
                    <a:pt x="732790" y="1492250"/>
                  </a:lnTo>
                  <a:lnTo>
                    <a:pt x="0" y="1282402"/>
                  </a:lnTo>
                  <a:lnTo>
                    <a:pt x="0" y="0"/>
                  </a:lnTo>
                  <a:lnTo>
                    <a:pt x="1465580" y="0"/>
                  </a:lnTo>
                  <a:close/>
                </a:path>
              </a:pathLst>
            </a:custGeom>
            <a:solidFill>
              <a:srgbClr val="5DA295"/>
            </a:solidFill>
            <a:ln>
              <a:noFill/>
            </a:ln>
            <a:effectLst/>
          </p:spPr>
        </p:sp>
        <p:sp>
          <p:nvSpPr>
            <p:cNvPr id="21" name="TextBox 22"/>
            <p:cNvSpPr/>
            <p:nvPr/>
          </p:nvSpPr>
          <p:spPr bwMode="auto">
            <a:xfrm>
              <a:off x="2469515" y="3022600"/>
              <a:ext cx="1465580" cy="135255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128425338" name="Group 23"/>
          <p:cNvGrpSpPr/>
          <p:nvPr/>
        </p:nvGrpSpPr>
        <p:grpSpPr bwMode="auto">
          <a:xfrm>
            <a:off x="10429875" y="3082925"/>
            <a:ext cx="1465580" cy="1492250"/>
            <a:chOff x="10429875" y="3082925"/>
            <a:chExt cx="1465580" cy="1492250"/>
          </a:xfrm>
        </p:grpSpPr>
        <p:sp>
          <p:nvSpPr>
            <p:cNvPr id="25" name="Freeform 24"/>
            <p:cNvSpPr/>
            <p:nvPr/>
          </p:nvSpPr>
          <p:spPr bwMode="auto">
            <a:xfrm>
              <a:off x="10429875" y="3082925"/>
              <a:ext cx="1465580" cy="1492250"/>
            </a:xfrm>
            <a:custGeom>
              <a:avLst/>
              <a:gdLst/>
              <a:ahLst/>
              <a:cxnLst/>
              <a:rect l="0" t="0" r="1465580" b="1492250"/>
              <a:pathLst>
                <a:path w="1465580" h="1492250" extrusionOk="0">
                  <a:moveTo>
                    <a:pt x="1465580" y="0"/>
                  </a:moveTo>
                  <a:lnTo>
                    <a:pt x="1465580" y="1282402"/>
                  </a:lnTo>
                  <a:lnTo>
                    <a:pt x="732790" y="1492250"/>
                  </a:lnTo>
                  <a:lnTo>
                    <a:pt x="0" y="1282402"/>
                  </a:lnTo>
                  <a:lnTo>
                    <a:pt x="0" y="0"/>
                  </a:lnTo>
                  <a:lnTo>
                    <a:pt x="1465580" y="0"/>
                  </a:lnTo>
                  <a:close/>
                </a:path>
              </a:pathLst>
            </a:custGeom>
            <a:solidFill>
              <a:srgbClr val="5DA295"/>
            </a:solidFill>
            <a:ln>
              <a:noFill/>
            </a:ln>
            <a:effectLst/>
          </p:spPr>
        </p:sp>
        <p:sp>
          <p:nvSpPr>
            <p:cNvPr id="24" name="TextBox 25"/>
            <p:cNvSpPr/>
            <p:nvPr/>
          </p:nvSpPr>
          <p:spPr bwMode="auto">
            <a:xfrm>
              <a:off x="10429875" y="3013075"/>
              <a:ext cx="1465580" cy="135255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972144515" name="Group 26"/>
          <p:cNvGrpSpPr/>
          <p:nvPr/>
        </p:nvGrpSpPr>
        <p:grpSpPr bwMode="auto">
          <a:xfrm>
            <a:off x="14229714" y="3082925"/>
            <a:ext cx="1465580" cy="1492250"/>
            <a:chOff x="14229714" y="3082925"/>
            <a:chExt cx="1465580" cy="1492250"/>
          </a:xfrm>
        </p:grpSpPr>
        <p:sp>
          <p:nvSpPr>
            <p:cNvPr id="28" name="Freeform 27"/>
            <p:cNvSpPr/>
            <p:nvPr/>
          </p:nvSpPr>
          <p:spPr bwMode="auto">
            <a:xfrm>
              <a:off x="14229714" y="3082925"/>
              <a:ext cx="1465580" cy="1492250"/>
            </a:xfrm>
            <a:custGeom>
              <a:avLst/>
              <a:gdLst/>
              <a:ahLst/>
              <a:cxnLst/>
              <a:rect l="0" t="0" r="1465580" b="1492250"/>
              <a:pathLst>
                <a:path w="1465580" h="1492250" extrusionOk="0">
                  <a:moveTo>
                    <a:pt x="1465580" y="0"/>
                  </a:moveTo>
                  <a:lnTo>
                    <a:pt x="1465580" y="1282402"/>
                  </a:lnTo>
                  <a:lnTo>
                    <a:pt x="732790" y="1492250"/>
                  </a:lnTo>
                  <a:lnTo>
                    <a:pt x="0" y="1282402"/>
                  </a:lnTo>
                  <a:lnTo>
                    <a:pt x="0" y="0"/>
                  </a:lnTo>
                  <a:lnTo>
                    <a:pt x="1465580" y="0"/>
                  </a:lnTo>
                  <a:close/>
                </a:path>
              </a:pathLst>
            </a:custGeom>
            <a:solidFill>
              <a:srgbClr val="5DA295"/>
            </a:solidFill>
            <a:ln>
              <a:noFill/>
            </a:ln>
            <a:effectLst/>
          </p:spPr>
        </p:sp>
        <p:sp>
          <p:nvSpPr>
            <p:cNvPr id="27" name="TextBox 28"/>
            <p:cNvSpPr/>
            <p:nvPr/>
          </p:nvSpPr>
          <p:spPr bwMode="auto">
            <a:xfrm>
              <a:off x="14229714" y="3013075"/>
              <a:ext cx="1465580" cy="135255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597864878" name="Freeform 29"/>
          <p:cNvSpPr/>
          <p:nvPr/>
        </p:nvSpPr>
        <p:spPr bwMode="auto">
          <a:xfrm>
            <a:off x="14869160" y="-2098675"/>
            <a:ext cx="3705225" cy="3905250"/>
          </a:xfrm>
          <a:custGeom>
            <a:avLst/>
            <a:gdLst/>
            <a:ahLst/>
            <a:cxnLst/>
            <a:rect l="0" t="0" r="3705225" b="3905250"/>
            <a:pathLst>
              <a:path w="3705225" h="3905250" extrusionOk="0">
                <a:moveTo>
                  <a:pt x="0" y="0"/>
                </a:moveTo>
                <a:lnTo>
                  <a:pt x="3705225" y="0"/>
                </a:lnTo>
                <a:lnTo>
                  <a:pt x="3705225" y="3905250"/>
                </a:lnTo>
                <a:lnTo>
                  <a:pt x="0" y="3905250"/>
                </a:lnTo>
                <a:lnTo>
                  <a:pt x="0" y="0"/>
                </a:lnTo>
                <a:close/>
              </a:path>
            </a:pathLst>
          </a:custGeom>
          <a:blipFill>
            <a:blip r:embed="rId3"/>
            <a:stretch/>
          </a:blipFill>
          <a:ln>
            <a:noFill/>
          </a:ln>
          <a:effectLst/>
        </p:spPr>
      </p:sp>
      <p:sp>
        <p:nvSpPr>
          <p:cNvPr id="1123392978" name="Freeform 30"/>
          <p:cNvSpPr/>
          <p:nvPr/>
        </p:nvSpPr>
        <p:spPr bwMode="auto">
          <a:xfrm>
            <a:off x="15302865" y="1278890"/>
            <a:ext cx="1073150" cy="1073785"/>
          </a:xfrm>
          <a:custGeom>
            <a:avLst/>
            <a:gdLst/>
            <a:ahLst/>
            <a:cxnLst/>
            <a:rect l="0" t="0" r="1073150" b="1073785"/>
            <a:pathLst>
              <a:path w="1073150" h="1073785" extrusionOk="0">
                <a:moveTo>
                  <a:pt x="0" y="0"/>
                </a:moveTo>
                <a:lnTo>
                  <a:pt x="1073149" y="0"/>
                </a:lnTo>
                <a:lnTo>
                  <a:pt x="1073149" y="1073785"/>
                </a:lnTo>
                <a:lnTo>
                  <a:pt x="0" y="1073785"/>
                </a:lnTo>
                <a:lnTo>
                  <a:pt x="0" y="0"/>
                </a:lnTo>
                <a:close/>
              </a:path>
            </a:pathLst>
          </a:custGeom>
          <a:blipFill>
            <a:blip r:embed="rId4"/>
            <a:stretch/>
          </a:blipFill>
          <a:ln>
            <a:noFill/>
          </a:ln>
          <a:effectLst/>
        </p:spPr>
      </p:sp>
      <p:sp>
        <p:nvSpPr>
          <p:cNvPr id="1569544796" name="Freeform 31"/>
          <p:cNvSpPr/>
          <p:nvPr/>
        </p:nvSpPr>
        <p:spPr bwMode="auto">
          <a:xfrm>
            <a:off x="16148050" y="2273935"/>
            <a:ext cx="456565" cy="456565"/>
          </a:xfrm>
          <a:custGeom>
            <a:avLst/>
            <a:gdLst/>
            <a:ahLst/>
            <a:cxnLst/>
            <a:rect l="0" t="0" r="456565" b="456565"/>
            <a:pathLst>
              <a:path w="456565" h="456565" extrusionOk="0">
                <a:moveTo>
                  <a:pt x="0" y="0"/>
                </a:moveTo>
                <a:lnTo>
                  <a:pt x="456565" y="0"/>
                </a:lnTo>
                <a:lnTo>
                  <a:pt x="456565" y="456565"/>
                </a:lnTo>
                <a:lnTo>
                  <a:pt x="0" y="456565"/>
                </a:lnTo>
                <a:lnTo>
                  <a:pt x="0" y="0"/>
                </a:lnTo>
                <a:close/>
              </a:path>
            </a:pathLst>
          </a:custGeom>
          <a:blipFill>
            <a:blip r:embed="rId5"/>
            <a:stretch/>
          </a:blipFill>
          <a:ln>
            <a:noFill/>
          </a:ln>
          <a:effectLst/>
        </p:spPr>
      </p:sp>
      <p:sp>
        <p:nvSpPr>
          <p:cNvPr id="1564429078" name="Freeform 32"/>
          <p:cNvSpPr/>
          <p:nvPr/>
        </p:nvSpPr>
        <p:spPr bwMode="auto">
          <a:xfrm>
            <a:off x="560070" y="8446770"/>
            <a:ext cx="659130" cy="659130"/>
          </a:xfrm>
          <a:custGeom>
            <a:avLst/>
            <a:gdLst/>
            <a:ahLst/>
            <a:cxnLst/>
            <a:rect l="0" t="0" r="659130" b="659130"/>
            <a:pathLst>
              <a:path w="659130" h="659130" extrusionOk="0">
                <a:moveTo>
                  <a:pt x="0" y="0"/>
                </a:moveTo>
                <a:lnTo>
                  <a:pt x="659129" y="0"/>
                </a:lnTo>
                <a:lnTo>
                  <a:pt x="659129" y="659130"/>
                </a:lnTo>
                <a:lnTo>
                  <a:pt x="0" y="659130"/>
                </a:lnTo>
                <a:lnTo>
                  <a:pt x="0" y="0"/>
                </a:lnTo>
                <a:close/>
              </a:path>
            </a:pathLst>
          </a:custGeom>
          <a:blipFill>
            <a:blip r:embed="rId6"/>
            <a:stretch/>
          </a:blipFill>
          <a:ln>
            <a:noFill/>
          </a:ln>
          <a:effectLst/>
        </p:spPr>
      </p:sp>
      <p:sp>
        <p:nvSpPr>
          <p:cNvPr id="1900103156" name="TextBox 33"/>
          <p:cNvSpPr/>
          <p:nvPr/>
        </p:nvSpPr>
        <p:spPr bwMode="auto">
          <a:xfrm>
            <a:off x="4075430" y="1470660"/>
            <a:ext cx="10137140" cy="835660"/>
          </a:xfrm>
          <a:prstGeom prst="rect">
            <a:avLst/>
          </a:prstGeom>
          <a:noFill/>
          <a:ln>
            <a:noFill/>
          </a:ln>
          <a:effectLst/>
        </p:spPr>
        <p:txBody>
          <a:bodyPr vert="horz" wrap="square" lIns="0" tIns="0" rIns="0" bIns="0" numCol="1" spcCol="215899" anchor="t"/>
          <a:lstStyle/>
          <a:p>
            <a:pPr algn="ctr">
              <a:lnSpc>
                <a:spcPts val="6580"/>
              </a:lnSpc>
              <a:defRPr sz="4700" b="1" cap="none">
                <a:solidFill>
                  <a:srgbClr val="000000"/>
                </a:solidFill>
                <a:latin typeface="Glacial Indifference"/>
                <a:ea typeface="Glacial Indifference"/>
                <a:cs typeface="Glacial Indifference"/>
              </a:defRPr>
            </a:pPr>
            <a:r>
              <a:t>Evaluasi Keperawatan</a:t>
            </a:r>
          </a:p>
        </p:txBody>
      </p:sp>
      <p:sp>
        <p:nvSpPr>
          <p:cNvPr id="636718894" name="TextBox 34"/>
          <p:cNvSpPr/>
          <p:nvPr/>
        </p:nvSpPr>
        <p:spPr bwMode="auto">
          <a:xfrm>
            <a:off x="2343785" y="3238500"/>
            <a:ext cx="1717040" cy="1047750"/>
          </a:xfrm>
          <a:prstGeom prst="rect">
            <a:avLst/>
          </a:prstGeom>
          <a:noFill/>
          <a:ln>
            <a:noFill/>
          </a:ln>
          <a:effectLst/>
        </p:spPr>
        <p:txBody>
          <a:bodyPr vert="horz" wrap="square" lIns="0" tIns="0" rIns="0" bIns="0" numCol="1" spcCol="215899" anchor="t"/>
          <a:lstStyle/>
          <a:p>
            <a:pPr algn="ctr">
              <a:lnSpc>
                <a:spcPts val="8400"/>
              </a:lnSpc>
              <a:defRPr sz="6000" b="1" cap="none">
                <a:solidFill>
                  <a:srgbClr val="FFFFFF"/>
                </a:solidFill>
                <a:latin typeface="Glacial Indifference"/>
                <a:ea typeface="Glacial Indifference"/>
                <a:cs typeface="Glacial Indifference"/>
              </a:defRPr>
            </a:pPr>
            <a:r>
              <a:t>S</a:t>
            </a:r>
          </a:p>
        </p:txBody>
      </p:sp>
      <p:sp>
        <p:nvSpPr>
          <p:cNvPr id="773767533" name="TextBox 35"/>
          <p:cNvSpPr/>
          <p:nvPr/>
        </p:nvSpPr>
        <p:spPr bwMode="auto">
          <a:xfrm>
            <a:off x="1649730" y="4834890"/>
            <a:ext cx="3257550" cy="1838325"/>
          </a:xfrm>
          <a:prstGeom prst="rect">
            <a:avLst/>
          </a:prstGeom>
          <a:noFill/>
          <a:ln>
            <a:noFill/>
          </a:ln>
          <a:effectLst/>
        </p:spPr>
        <p:txBody>
          <a:bodyPr vert="horz" wrap="square" lIns="0" tIns="0" rIns="0" bIns="0" numCol="1" spcCol="215899" anchor="t"/>
          <a:lstStyle/>
          <a:p>
            <a:pPr algn="l">
              <a:lnSpc>
                <a:spcPts val="3600"/>
              </a:lnSpc>
              <a:defRPr sz="2800" cap="none"/>
            </a:pPr>
            <a:r>
              <a:rPr cap="none">
                <a:solidFill>
                  <a:srgbClr val="000000"/>
                </a:solidFill>
                <a:latin typeface="Glacial Indifference"/>
                <a:ea typeface="Glacial Indifference"/>
                <a:cs typeface="Glacial Indifference"/>
              </a:rPr>
              <a:t>Klien mengatakan kaku dan nyeri pada lengan saat bergerak</a:t>
            </a:r>
          </a:p>
        </p:txBody>
      </p:sp>
      <p:sp>
        <p:nvSpPr>
          <p:cNvPr id="1108224417" name="TextBox 36"/>
          <p:cNvSpPr/>
          <p:nvPr/>
        </p:nvSpPr>
        <p:spPr bwMode="auto">
          <a:xfrm>
            <a:off x="11430000" y="8963025"/>
            <a:ext cx="4752340" cy="533400"/>
          </a:xfrm>
          <a:prstGeom prst="rect">
            <a:avLst/>
          </a:prstGeom>
          <a:noFill/>
          <a:ln>
            <a:noFill/>
          </a:ln>
          <a:effectLst/>
        </p:spPr>
        <p:txBody>
          <a:bodyPr vert="horz" wrap="square" lIns="0" tIns="0" rIns="0" bIns="0" numCol="1" spcCol="215899" anchor="t"/>
          <a:lstStyle/>
          <a:p>
            <a:pPr algn="r">
              <a:lnSpc>
                <a:spcPts val="4200"/>
              </a:lnSpc>
              <a:defRPr sz="3000" b="1" cap="none">
                <a:solidFill>
                  <a:srgbClr val="000000"/>
                </a:solidFill>
                <a:latin typeface="Glacial Indifference"/>
                <a:ea typeface="Glacial Indifference"/>
                <a:cs typeface="Glacial Indifference"/>
              </a:defRPr>
            </a:pPr>
            <a:r>
              <a:t>FRAKTUR HUMERUS </a:t>
            </a:r>
          </a:p>
        </p:txBody>
      </p:sp>
      <p:sp>
        <p:nvSpPr>
          <p:cNvPr id="500500785" name="Freeform 37"/>
          <p:cNvSpPr/>
          <p:nvPr/>
        </p:nvSpPr>
        <p:spPr bwMode="auto">
          <a:xfrm>
            <a:off x="1250950" y="9157335"/>
            <a:ext cx="659130" cy="659130"/>
          </a:xfrm>
          <a:custGeom>
            <a:avLst/>
            <a:gdLst/>
            <a:ahLst/>
            <a:cxnLst/>
            <a:rect l="0" t="0" r="659130" b="659130"/>
            <a:pathLst>
              <a:path w="659130" h="659130" extrusionOk="0">
                <a:moveTo>
                  <a:pt x="0" y="0"/>
                </a:moveTo>
                <a:lnTo>
                  <a:pt x="659130" y="0"/>
                </a:lnTo>
                <a:lnTo>
                  <a:pt x="659130" y="659129"/>
                </a:lnTo>
                <a:lnTo>
                  <a:pt x="0" y="659129"/>
                </a:lnTo>
                <a:lnTo>
                  <a:pt x="0" y="0"/>
                </a:lnTo>
                <a:close/>
              </a:path>
            </a:pathLst>
          </a:custGeom>
          <a:blipFill>
            <a:blip r:embed="rId7"/>
            <a:stretch/>
          </a:blipFill>
          <a:ln>
            <a:noFill/>
          </a:ln>
          <a:effectLst/>
        </p:spPr>
      </p:sp>
      <p:sp>
        <p:nvSpPr>
          <p:cNvPr id="179832517" name="Freeform 38"/>
          <p:cNvSpPr/>
          <p:nvPr/>
        </p:nvSpPr>
        <p:spPr bwMode="auto">
          <a:xfrm>
            <a:off x="0" y="0"/>
            <a:ext cx="5100320" cy="2209800"/>
          </a:xfrm>
          <a:custGeom>
            <a:avLst/>
            <a:gdLst/>
            <a:ahLst/>
            <a:cxnLst/>
            <a:rect l="0" t="0" r="5100320" b="2209800"/>
            <a:pathLst>
              <a:path w="5100320" h="2209800" extrusionOk="0">
                <a:moveTo>
                  <a:pt x="0" y="0"/>
                </a:moveTo>
                <a:lnTo>
                  <a:pt x="5100320" y="0"/>
                </a:lnTo>
                <a:lnTo>
                  <a:pt x="5100320" y="2209800"/>
                </a:lnTo>
                <a:lnTo>
                  <a:pt x="0" y="2209800"/>
                </a:lnTo>
                <a:lnTo>
                  <a:pt x="0" y="0"/>
                </a:lnTo>
                <a:close/>
              </a:path>
            </a:pathLst>
          </a:custGeom>
          <a:blipFill>
            <a:blip r:embed="rId8"/>
            <a:stretch/>
          </a:blipFill>
          <a:ln>
            <a:noFill/>
          </a:ln>
          <a:effectLst/>
        </p:spPr>
      </p:sp>
      <p:sp>
        <p:nvSpPr>
          <p:cNvPr id="2014160319" name="TextBox 39"/>
          <p:cNvSpPr/>
          <p:nvPr/>
        </p:nvSpPr>
        <p:spPr bwMode="auto">
          <a:xfrm>
            <a:off x="6654165" y="2335530"/>
            <a:ext cx="4979670" cy="537845"/>
          </a:xfrm>
          <a:prstGeom prst="rect">
            <a:avLst/>
          </a:prstGeom>
          <a:noFill/>
          <a:ln>
            <a:noFill/>
          </a:ln>
          <a:effectLst/>
        </p:spPr>
        <p:txBody>
          <a:bodyPr vert="horz" wrap="square" lIns="0" tIns="0" rIns="0" bIns="0" numCol="1" spcCol="215899" anchor="t"/>
          <a:lstStyle/>
          <a:p>
            <a:pPr algn="ctr">
              <a:lnSpc>
                <a:spcPts val="4480"/>
              </a:lnSpc>
              <a:defRPr sz="2800" b="1" cap="none">
                <a:solidFill>
                  <a:srgbClr val="000000"/>
                </a:solidFill>
                <a:latin typeface="Glacial Indifference"/>
                <a:ea typeface="Glacial Indifference"/>
                <a:cs typeface="Glacial Indifference"/>
              </a:defRPr>
            </a:pPr>
            <a:r>
              <a:t>No. DK 2, 11 Desember 2023</a:t>
            </a:r>
          </a:p>
        </p:txBody>
      </p:sp>
      <p:sp>
        <p:nvSpPr>
          <p:cNvPr id="1825015635" name="TextBox 40"/>
          <p:cNvSpPr/>
          <p:nvPr/>
        </p:nvSpPr>
        <p:spPr bwMode="auto">
          <a:xfrm>
            <a:off x="6331585" y="3238500"/>
            <a:ext cx="1717040" cy="1047750"/>
          </a:xfrm>
          <a:prstGeom prst="rect">
            <a:avLst/>
          </a:prstGeom>
          <a:noFill/>
          <a:ln>
            <a:noFill/>
          </a:ln>
          <a:effectLst/>
        </p:spPr>
        <p:txBody>
          <a:bodyPr vert="horz" wrap="square" lIns="0" tIns="0" rIns="0" bIns="0" numCol="1" spcCol="215899" anchor="t"/>
          <a:lstStyle/>
          <a:p>
            <a:pPr algn="ctr">
              <a:lnSpc>
                <a:spcPts val="8400"/>
              </a:lnSpc>
              <a:defRPr sz="6000" b="1" cap="none">
                <a:solidFill>
                  <a:srgbClr val="FFFFFF"/>
                </a:solidFill>
                <a:latin typeface="Glacial Indifference"/>
                <a:ea typeface="Glacial Indifference"/>
                <a:cs typeface="Glacial Indifference"/>
              </a:defRPr>
            </a:pPr>
            <a:r>
              <a:t>O</a:t>
            </a:r>
          </a:p>
        </p:txBody>
      </p:sp>
      <p:sp>
        <p:nvSpPr>
          <p:cNvPr id="2018646979" name="TextBox 41"/>
          <p:cNvSpPr/>
          <p:nvPr/>
        </p:nvSpPr>
        <p:spPr bwMode="auto">
          <a:xfrm>
            <a:off x="10304145" y="3238500"/>
            <a:ext cx="1717040" cy="1066800"/>
          </a:xfrm>
          <a:prstGeom prst="rect">
            <a:avLst/>
          </a:prstGeom>
          <a:noFill/>
          <a:ln>
            <a:noFill/>
          </a:ln>
          <a:effectLst/>
        </p:spPr>
        <p:txBody>
          <a:bodyPr vert="horz" wrap="square" lIns="0" tIns="0" rIns="0" bIns="0" numCol="1" spcCol="215899" anchor="t"/>
          <a:lstStyle/>
          <a:p>
            <a:pPr algn="ctr">
              <a:lnSpc>
                <a:spcPts val="8400"/>
              </a:lnSpc>
              <a:defRPr sz="6000" b="1" cap="none">
                <a:solidFill>
                  <a:srgbClr val="FFFFFF"/>
                </a:solidFill>
                <a:latin typeface="Glacial Indifference"/>
                <a:ea typeface="Glacial Indifference"/>
                <a:cs typeface="Glacial Indifference"/>
              </a:defRPr>
            </a:pPr>
            <a:r>
              <a:t>A</a:t>
            </a:r>
          </a:p>
        </p:txBody>
      </p:sp>
      <p:sp>
        <p:nvSpPr>
          <p:cNvPr id="488515657" name="TextBox 42"/>
          <p:cNvSpPr/>
          <p:nvPr/>
        </p:nvSpPr>
        <p:spPr bwMode="auto">
          <a:xfrm>
            <a:off x="14103985" y="3238500"/>
            <a:ext cx="1717040" cy="1066800"/>
          </a:xfrm>
          <a:prstGeom prst="rect">
            <a:avLst/>
          </a:prstGeom>
          <a:noFill/>
          <a:ln>
            <a:noFill/>
          </a:ln>
          <a:effectLst/>
        </p:spPr>
        <p:txBody>
          <a:bodyPr vert="horz" wrap="square" lIns="0" tIns="0" rIns="0" bIns="0" numCol="1" spcCol="215899" anchor="t"/>
          <a:lstStyle/>
          <a:p>
            <a:pPr algn="ctr">
              <a:lnSpc>
                <a:spcPts val="8400"/>
              </a:lnSpc>
              <a:defRPr sz="6000" b="1" cap="none">
                <a:solidFill>
                  <a:srgbClr val="FFFFFF"/>
                </a:solidFill>
                <a:latin typeface="Glacial Indifference"/>
                <a:ea typeface="Glacial Indifference"/>
                <a:cs typeface="Glacial Indifference"/>
              </a:defRPr>
            </a:pPr>
            <a:r>
              <a:t>P</a:t>
            </a:r>
          </a:p>
        </p:txBody>
      </p:sp>
      <p:sp>
        <p:nvSpPr>
          <p:cNvPr id="1161089551" name="TextBox 43"/>
          <p:cNvSpPr/>
          <p:nvPr/>
        </p:nvSpPr>
        <p:spPr bwMode="auto">
          <a:xfrm>
            <a:off x="5602605" y="4834890"/>
            <a:ext cx="3258185" cy="2880360"/>
          </a:xfrm>
          <a:prstGeom prst="rect">
            <a:avLst/>
          </a:prstGeom>
          <a:noFill/>
          <a:ln>
            <a:noFill/>
          </a:ln>
          <a:effectLst/>
        </p:spPr>
        <p:txBody>
          <a:bodyPr vert="horz" wrap="square" lIns="0" tIns="0" rIns="0" bIns="0" numCol="1" spcCol="215899" anchor="t"/>
          <a:lstStyle/>
          <a:p>
            <a:pPr marL="360045" indent="-360045" algn="l">
              <a:lnSpc>
                <a:spcPts val="3240"/>
              </a:lnSpc>
              <a:buFont typeface="Wingdings"/>
              <a:buChar char=""/>
              <a:defRPr/>
            </a:pPr>
            <a:r>
              <a:rPr sz="2700" cap="none">
                <a:solidFill>
                  <a:srgbClr val="000000"/>
                </a:solidFill>
                <a:latin typeface="Glacial Indifference"/>
                <a:ea typeface="Glacial Indifference"/>
                <a:cs typeface="Glacial Indifference"/>
              </a:rPr>
              <a:t>Rom terbatas</a:t>
            </a:r>
          </a:p>
          <a:p>
            <a:pPr marL="360045" indent="-360045" algn="l">
              <a:lnSpc>
                <a:spcPts val="3240"/>
              </a:lnSpc>
              <a:buFont typeface="Wingdings"/>
              <a:buChar char=""/>
              <a:defRPr/>
            </a:pPr>
            <a:r>
              <a:rPr sz="2700" cap="none">
                <a:solidFill>
                  <a:srgbClr val="000000"/>
                </a:solidFill>
                <a:latin typeface="Glacial Indifference"/>
                <a:ea typeface="Glacial Indifference"/>
                <a:cs typeface="Glacial Indifference"/>
              </a:rPr>
              <a:t>Klien tampak terbatas saat bergerak</a:t>
            </a:r>
          </a:p>
          <a:p>
            <a:pPr marL="360045" indent="-360045" algn="l">
              <a:lnSpc>
                <a:spcPts val="3240"/>
              </a:lnSpc>
              <a:buFont typeface="Wingdings"/>
              <a:buChar char=""/>
              <a:defRPr/>
            </a:pPr>
            <a:r>
              <a:rPr sz="2700" cap="none">
                <a:solidFill>
                  <a:srgbClr val="000000"/>
                </a:solidFill>
                <a:latin typeface="Glacial Indifference"/>
                <a:ea typeface="Glacial Indifference"/>
                <a:cs typeface="Glacial Indifference"/>
              </a:rPr>
              <a:t>Kekuatan otot</a:t>
            </a:r>
          </a:p>
          <a:p>
            <a:pPr marL="360045" algn="l">
              <a:lnSpc>
                <a:spcPts val="3240"/>
              </a:lnSpc>
              <a:defRPr/>
            </a:pPr>
            <a:r>
              <a:rPr sz="2700" cap="none">
                <a:solidFill>
                  <a:srgbClr val="000000"/>
                </a:solidFill>
                <a:latin typeface="Glacial Indifference"/>
                <a:ea typeface="Glacial Indifference"/>
                <a:cs typeface="Glacial Indifference"/>
              </a:rPr>
              <a:t>5555 | 3333</a:t>
            </a:r>
          </a:p>
          <a:p>
            <a:pPr marL="360045" algn="l">
              <a:lnSpc>
                <a:spcPts val="3240"/>
              </a:lnSpc>
              <a:defRPr/>
            </a:pPr>
            <a:r>
              <a:rPr sz="2700" cap="none">
                <a:solidFill>
                  <a:srgbClr val="000000"/>
                </a:solidFill>
                <a:latin typeface="Glacial Indifference"/>
                <a:ea typeface="Glacial Indifference"/>
                <a:cs typeface="Glacial Indifference"/>
              </a:rPr>
              <a:t>5555 | 4444</a:t>
            </a:r>
          </a:p>
        </p:txBody>
      </p:sp>
      <p:sp>
        <p:nvSpPr>
          <p:cNvPr id="12358427" name="TextBox 44"/>
          <p:cNvSpPr/>
          <p:nvPr/>
        </p:nvSpPr>
        <p:spPr bwMode="auto">
          <a:xfrm>
            <a:off x="9492615" y="4834890"/>
            <a:ext cx="3257550" cy="923925"/>
          </a:xfrm>
          <a:prstGeom prst="rect">
            <a:avLst/>
          </a:prstGeom>
          <a:noFill/>
          <a:ln>
            <a:noFill/>
          </a:ln>
          <a:effectLst/>
        </p:spPr>
        <p:txBody>
          <a:bodyPr vert="horz" wrap="square" lIns="0" tIns="0" rIns="0" bIns="0" numCol="1" spcCol="215899" anchor="t"/>
          <a:lstStyle/>
          <a:p>
            <a:pPr algn="l">
              <a:lnSpc>
                <a:spcPts val="3600"/>
              </a:lnSpc>
              <a:defRPr sz="2800" cap="none">
                <a:solidFill>
                  <a:srgbClr val="000000"/>
                </a:solidFill>
                <a:latin typeface="Glacial Indifference"/>
                <a:ea typeface="Glacial Indifference"/>
                <a:cs typeface="Glacial Indifference"/>
              </a:defRPr>
            </a:pPr>
            <a:r>
              <a:t>Masalah belum teratasi</a:t>
            </a:r>
          </a:p>
        </p:txBody>
      </p:sp>
      <p:sp>
        <p:nvSpPr>
          <p:cNvPr id="417851987" name="TextBox 45"/>
          <p:cNvSpPr/>
          <p:nvPr/>
        </p:nvSpPr>
        <p:spPr bwMode="auto">
          <a:xfrm>
            <a:off x="13440410" y="4834890"/>
            <a:ext cx="3257550" cy="923925"/>
          </a:xfrm>
          <a:prstGeom prst="rect">
            <a:avLst/>
          </a:prstGeom>
          <a:noFill/>
          <a:ln>
            <a:noFill/>
          </a:ln>
          <a:effectLst/>
        </p:spPr>
        <p:txBody>
          <a:bodyPr vert="horz" wrap="square" lIns="0" tIns="0" rIns="0" bIns="0" numCol="1" spcCol="215899" anchor="t"/>
          <a:lstStyle/>
          <a:p>
            <a:pPr algn="l">
              <a:lnSpc>
                <a:spcPts val="3600"/>
              </a:lnSpc>
              <a:defRPr sz="2800" cap="none">
                <a:solidFill>
                  <a:srgbClr val="000000"/>
                </a:solidFill>
                <a:latin typeface="Glacial Indifference"/>
                <a:ea typeface="Glacial Indifference"/>
                <a:cs typeface="Glacial Indifference"/>
              </a:defRPr>
            </a:pPr>
            <a:r>
              <a:t>Intervensi dilanjutkan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grpSp>
        <p:nvGrpSpPr>
          <p:cNvPr id="1131726407" name="Group 2"/>
          <p:cNvGrpSpPr/>
          <p:nvPr/>
        </p:nvGrpSpPr>
        <p:grpSpPr bwMode="auto">
          <a:xfrm>
            <a:off x="0" y="10073640"/>
            <a:ext cx="18288000" cy="213360"/>
            <a:chOff x="0" y="10073640"/>
            <a:chExt cx="18288000" cy="213360"/>
          </a:xfrm>
        </p:grpSpPr>
        <p:sp>
          <p:nvSpPr>
            <p:cNvPr id="4" name="Freeform 3"/>
            <p:cNvSpPr/>
            <p:nvPr/>
          </p:nvSpPr>
          <p:spPr bwMode="auto">
            <a:xfrm>
              <a:off x="0" y="1007364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5DA295"/>
            </a:solidFill>
            <a:ln>
              <a:noFill/>
            </a:ln>
            <a:effectLst/>
          </p:spPr>
        </p:sp>
        <p:sp>
          <p:nvSpPr>
            <p:cNvPr id="3" name="TextBox 4"/>
            <p:cNvSpPr/>
            <p:nvPr/>
          </p:nvSpPr>
          <p:spPr bwMode="auto">
            <a:xfrm>
              <a:off x="0" y="992886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1553587256" name="Group 5"/>
          <p:cNvGrpSpPr/>
          <p:nvPr/>
        </p:nvGrpSpPr>
        <p:grpSpPr bwMode="auto">
          <a:xfrm>
            <a:off x="0" y="0"/>
            <a:ext cx="18288000" cy="213360"/>
            <a:chOff x="0" y="0"/>
            <a:chExt cx="18288000" cy="213360"/>
          </a:xfrm>
        </p:grpSpPr>
        <p:sp>
          <p:nvSpPr>
            <p:cNvPr id="7" name="Freeform 6"/>
            <p:cNvSpPr/>
            <p:nvPr/>
          </p:nvSpPr>
          <p:spPr bwMode="auto">
            <a:xfrm>
              <a:off x="0" y="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BFDDD2"/>
            </a:solidFill>
            <a:ln>
              <a:noFill/>
            </a:ln>
            <a:effectLst/>
          </p:spPr>
        </p:sp>
        <p:sp>
          <p:nvSpPr>
            <p:cNvPr id="6" name="TextBox 7"/>
            <p:cNvSpPr/>
            <p:nvPr/>
          </p:nvSpPr>
          <p:spPr bwMode="auto">
            <a:xfrm>
              <a:off x="0" y="-14478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307573141" name="TextBox 8"/>
          <p:cNvSpPr/>
          <p:nvPr/>
        </p:nvSpPr>
        <p:spPr bwMode="auto">
          <a:xfrm>
            <a:off x="16563975" y="8834120"/>
            <a:ext cx="955040" cy="799465"/>
          </a:xfrm>
          <a:prstGeom prst="rect">
            <a:avLst/>
          </a:prstGeom>
          <a:noFill/>
          <a:ln>
            <a:noFill/>
          </a:ln>
          <a:effectLst/>
        </p:spPr>
        <p:txBody>
          <a:bodyPr vert="horz" wrap="square" lIns="0" tIns="0" rIns="0" bIns="0" numCol="1" spcCol="215899" anchor="t"/>
          <a:lstStyle/>
          <a:p>
            <a:pPr algn="r">
              <a:lnSpc>
                <a:spcPts val="6295"/>
              </a:lnSpc>
              <a:defRPr sz="4500" b="1" cap="none">
                <a:solidFill>
                  <a:srgbClr val="000000"/>
                </a:solidFill>
                <a:latin typeface="Glacial Indifference"/>
                <a:ea typeface="Glacial Indifference"/>
                <a:cs typeface="Glacial Indifference"/>
              </a:defRPr>
            </a:pPr>
            <a:r>
              <a:t>44</a:t>
            </a:r>
          </a:p>
        </p:txBody>
      </p:sp>
      <p:sp>
        <p:nvSpPr>
          <p:cNvPr id="771464255" name="AutoShape 9"/>
          <p:cNvSpPr/>
          <p:nvPr/>
        </p:nvSpPr>
        <p:spPr bwMode="auto">
          <a:xfrm>
            <a:off x="16563975" y="8877300"/>
            <a:ext cx="0" cy="762000"/>
          </a:xfrm>
          <a:prstGeom prst="line">
            <a:avLst/>
          </a:prstGeom>
          <a:noFill/>
          <a:ln w="95250" cap="flat" cmpd="sng" algn="ctr">
            <a:solidFill>
              <a:srgbClr val="5DA295"/>
            </a:solidFill>
            <a:prstDash val="solid"/>
            <a:headEnd type="none"/>
            <a:tailEnd type="none"/>
          </a:ln>
          <a:effectLst/>
        </p:spPr>
      </p:sp>
      <p:sp>
        <p:nvSpPr>
          <p:cNvPr id="1481421264" name="AutoShape 10"/>
          <p:cNvSpPr/>
          <p:nvPr/>
        </p:nvSpPr>
        <p:spPr bwMode="auto">
          <a:xfrm>
            <a:off x="1219200" y="8370570"/>
            <a:ext cx="15849600" cy="0"/>
          </a:xfrm>
          <a:prstGeom prst="line">
            <a:avLst/>
          </a:prstGeom>
          <a:noFill/>
          <a:ln w="38100" cap="flat" cmpd="sng" algn="ctr">
            <a:solidFill>
              <a:srgbClr val="5DA295"/>
            </a:solidFill>
            <a:prstDash val="solid"/>
            <a:headEnd type="none"/>
            <a:tailEnd type="none"/>
          </a:ln>
          <a:effectLst/>
        </p:spPr>
      </p:sp>
      <p:sp>
        <p:nvSpPr>
          <p:cNvPr id="667801771" name="AutoShape 11"/>
          <p:cNvSpPr/>
          <p:nvPr/>
        </p:nvSpPr>
        <p:spPr bwMode="auto">
          <a:xfrm>
            <a:off x="1219200" y="3102610"/>
            <a:ext cx="15849600" cy="0"/>
          </a:xfrm>
          <a:prstGeom prst="line">
            <a:avLst/>
          </a:prstGeom>
          <a:noFill/>
          <a:ln w="38100" cap="flat" cmpd="sng" algn="ctr">
            <a:solidFill>
              <a:srgbClr val="5DA295"/>
            </a:solidFill>
            <a:prstDash val="solid"/>
            <a:headEnd type="none"/>
            <a:tailEnd type="none"/>
          </a:ln>
          <a:effectLst/>
        </p:spPr>
      </p:sp>
      <p:sp>
        <p:nvSpPr>
          <p:cNvPr id="210978091" name="AutoShape 12"/>
          <p:cNvSpPr/>
          <p:nvPr/>
        </p:nvSpPr>
        <p:spPr bwMode="auto">
          <a:xfrm flipV="1">
            <a:off x="1238250" y="3082925"/>
            <a:ext cx="2540" cy="5306695"/>
          </a:xfrm>
          <a:prstGeom prst="line">
            <a:avLst/>
          </a:prstGeom>
          <a:noFill/>
          <a:ln w="38100" cap="flat" cmpd="sng" algn="ctr">
            <a:solidFill>
              <a:srgbClr val="5DA295"/>
            </a:solidFill>
            <a:prstDash val="solid"/>
            <a:headEnd type="none"/>
            <a:tailEnd type="none"/>
          </a:ln>
          <a:effectLst/>
        </p:spPr>
      </p:sp>
      <p:sp>
        <p:nvSpPr>
          <p:cNvPr id="1439163814" name="AutoShape 13"/>
          <p:cNvSpPr/>
          <p:nvPr/>
        </p:nvSpPr>
        <p:spPr bwMode="auto">
          <a:xfrm flipH="1" flipV="1">
            <a:off x="5193030" y="3092450"/>
            <a:ext cx="0" cy="5287644"/>
          </a:xfrm>
          <a:prstGeom prst="line">
            <a:avLst/>
          </a:prstGeom>
          <a:noFill/>
          <a:ln w="38100" cap="flat" cmpd="sng" algn="ctr">
            <a:solidFill>
              <a:srgbClr val="5DA295"/>
            </a:solidFill>
            <a:prstDash val="solid"/>
            <a:headEnd type="none"/>
            <a:tailEnd type="none"/>
          </a:ln>
          <a:effectLst/>
        </p:spPr>
      </p:sp>
      <p:sp>
        <p:nvSpPr>
          <p:cNvPr id="679193754" name="AutoShape 14"/>
          <p:cNvSpPr/>
          <p:nvPr/>
        </p:nvSpPr>
        <p:spPr bwMode="auto">
          <a:xfrm flipH="1" flipV="1">
            <a:off x="9145270" y="3092450"/>
            <a:ext cx="0" cy="5287644"/>
          </a:xfrm>
          <a:prstGeom prst="line">
            <a:avLst/>
          </a:prstGeom>
          <a:noFill/>
          <a:ln w="38100" cap="flat" cmpd="sng" algn="ctr">
            <a:solidFill>
              <a:srgbClr val="5DA295"/>
            </a:solidFill>
            <a:prstDash val="solid"/>
            <a:headEnd type="none"/>
            <a:tailEnd type="none"/>
          </a:ln>
          <a:effectLst/>
        </p:spPr>
      </p:sp>
      <p:sp>
        <p:nvSpPr>
          <p:cNvPr id="1696061394" name="AutoShape 15"/>
          <p:cNvSpPr/>
          <p:nvPr/>
        </p:nvSpPr>
        <p:spPr bwMode="auto">
          <a:xfrm flipV="1">
            <a:off x="13097510" y="3092450"/>
            <a:ext cx="0" cy="5287644"/>
          </a:xfrm>
          <a:prstGeom prst="line">
            <a:avLst/>
          </a:prstGeom>
          <a:noFill/>
          <a:ln w="38100" cap="flat" cmpd="sng" algn="ctr">
            <a:solidFill>
              <a:srgbClr val="5DA295"/>
            </a:solidFill>
            <a:prstDash val="solid"/>
            <a:headEnd type="none"/>
            <a:tailEnd type="none"/>
          </a:ln>
          <a:effectLst/>
        </p:spPr>
      </p:sp>
      <p:sp>
        <p:nvSpPr>
          <p:cNvPr id="770618895" name="AutoShape 16"/>
          <p:cNvSpPr/>
          <p:nvPr/>
        </p:nvSpPr>
        <p:spPr bwMode="auto">
          <a:xfrm flipV="1">
            <a:off x="17049750" y="3092450"/>
            <a:ext cx="0" cy="5287644"/>
          </a:xfrm>
          <a:prstGeom prst="line">
            <a:avLst/>
          </a:prstGeom>
          <a:noFill/>
          <a:ln w="38100" cap="flat" cmpd="sng" algn="ctr">
            <a:solidFill>
              <a:srgbClr val="5DA295"/>
            </a:solidFill>
            <a:prstDash val="solid"/>
            <a:headEnd type="none"/>
            <a:tailEnd type="none"/>
          </a:ln>
          <a:effectLst/>
        </p:spPr>
      </p:sp>
      <p:grpSp>
        <p:nvGrpSpPr>
          <p:cNvPr id="760493152" name="Group 17"/>
          <p:cNvGrpSpPr/>
          <p:nvPr/>
        </p:nvGrpSpPr>
        <p:grpSpPr bwMode="auto">
          <a:xfrm>
            <a:off x="6457315" y="3092450"/>
            <a:ext cx="1465580" cy="1492250"/>
            <a:chOff x="6457315" y="3092450"/>
            <a:chExt cx="1465580" cy="1492250"/>
          </a:xfrm>
        </p:grpSpPr>
        <p:sp>
          <p:nvSpPr>
            <p:cNvPr id="19" name="Freeform 18"/>
            <p:cNvSpPr/>
            <p:nvPr/>
          </p:nvSpPr>
          <p:spPr bwMode="auto">
            <a:xfrm>
              <a:off x="6457315" y="3092450"/>
              <a:ext cx="1465580" cy="1492250"/>
            </a:xfrm>
            <a:custGeom>
              <a:avLst/>
              <a:gdLst/>
              <a:ahLst/>
              <a:cxnLst/>
              <a:rect l="0" t="0" r="1465580" b="1492250"/>
              <a:pathLst>
                <a:path w="1465580" h="1492250" extrusionOk="0">
                  <a:moveTo>
                    <a:pt x="1465580" y="0"/>
                  </a:moveTo>
                  <a:lnTo>
                    <a:pt x="1465580" y="1282402"/>
                  </a:lnTo>
                  <a:lnTo>
                    <a:pt x="732790" y="1492250"/>
                  </a:lnTo>
                  <a:lnTo>
                    <a:pt x="0" y="1282402"/>
                  </a:lnTo>
                  <a:lnTo>
                    <a:pt x="0" y="0"/>
                  </a:lnTo>
                  <a:lnTo>
                    <a:pt x="1465580" y="0"/>
                  </a:lnTo>
                  <a:close/>
                </a:path>
              </a:pathLst>
            </a:custGeom>
            <a:solidFill>
              <a:srgbClr val="5DA295"/>
            </a:solidFill>
            <a:ln>
              <a:noFill/>
            </a:ln>
            <a:effectLst/>
          </p:spPr>
        </p:sp>
        <p:sp>
          <p:nvSpPr>
            <p:cNvPr id="18" name="TextBox 19"/>
            <p:cNvSpPr/>
            <p:nvPr/>
          </p:nvSpPr>
          <p:spPr bwMode="auto">
            <a:xfrm>
              <a:off x="6457315" y="3022600"/>
              <a:ext cx="1465580" cy="135255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494335540" name="Group 20"/>
          <p:cNvGrpSpPr/>
          <p:nvPr/>
        </p:nvGrpSpPr>
        <p:grpSpPr bwMode="auto">
          <a:xfrm>
            <a:off x="2469515" y="3092450"/>
            <a:ext cx="1465580" cy="1492250"/>
            <a:chOff x="2469515" y="3092450"/>
            <a:chExt cx="1465580" cy="1492250"/>
          </a:xfrm>
        </p:grpSpPr>
        <p:sp>
          <p:nvSpPr>
            <p:cNvPr id="22" name="Freeform 21"/>
            <p:cNvSpPr/>
            <p:nvPr/>
          </p:nvSpPr>
          <p:spPr bwMode="auto">
            <a:xfrm>
              <a:off x="2469515" y="3092450"/>
              <a:ext cx="1465580" cy="1492250"/>
            </a:xfrm>
            <a:custGeom>
              <a:avLst/>
              <a:gdLst/>
              <a:ahLst/>
              <a:cxnLst/>
              <a:rect l="0" t="0" r="1465580" b="1492250"/>
              <a:pathLst>
                <a:path w="1465580" h="1492250" extrusionOk="0">
                  <a:moveTo>
                    <a:pt x="1465580" y="0"/>
                  </a:moveTo>
                  <a:lnTo>
                    <a:pt x="1465580" y="1282402"/>
                  </a:lnTo>
                  <a:lnTo>
                    <a:pt x="732790" y="1492250"/>
                  </a:lnTo>
                  <a:lnTo>
                    <a:pt x="0" y="1282402"/>
                  </a:lnTo>
                  <a:lnTo>
                    <a:pt x="0" y="0"/>
                  </a:lnTo>
                  <a:lnTo>
                    <a:pt x="1465580" y="0"/>
                  </a:lnTo>
                  <a:close/>
                </a:path>
              </a:pathLst>
            </a:custGeom>
            <a:solidFill>
              <a:srgbClr val="5DA295"/>
            </a:solidFill>
            <a:ln>
              <a:noFill/>
            </a:ln>
            <a:effectLst/>
          </p:spPr>
        </p:sp>
        <p:sp>
          <p:nvSpPr>
            <p:cNvPr id="21" name="TextBox 22"/>
            <p:cNvSpPr/>
            <p:nvPr/>
          </p:nvSpPr>
          <p:spPr bwMode="auto">
            <a:xfrm>
              <a:off x="2469515" y="3022600"/>
              <a:ext cx="1465580" cy="135255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1892074051" name="Group 23"/>
          <p:cNvGrpSpPr/>
          <p:nvPr/>
        </p:nvGrpSpPr>
        <p:grpSpPr bwMode="auto">
          <a:xfrm>
            <a:off x="10429875" y="3082925"/>
            <a:ext cx="1465580" cy="1492250"/>
            <a:chOff x="10429875" y="3082925"/>
            <a:chExt cx="1465580" cy="1492250"/>
          </a:xfrm>
        </p:grpSpPr>
        <p:sp>
          <p:nvSpPr>
            <p:cNvPr id="25" name="Freeform 24"/>
            <p:cNvSpPr/>
            <p:nvPr/>
          </p:nvSpPr>
          <p:spPr bwMode="auto">
            <a:xfrm>
              <a:off x="10429875" y="3082925"/>
              <a:ext cx="1465580" cy="1492250"/>
            </a:xfrm>
            <a:custGeom>
              <a:avLst/>
              <a:gdLst/>
              <a:ahLst/>
              <a:cxnLst/>
              <a:rect l="0" t="0" r="1465580" b="1492250"/>
              <a:pathLst>
                <a:path w="1465580" h="1492250" extrusionOk="0">
                  <a:moveTo>
                    <a:pt x="1465580" y="0"/>
                  </a:moveTo>
                  <a:lnTo>
                    <a:pt x="1465580" y="1282402"/>
                  </a:lnTo>
                  <a:lnTo>
                    <a:pt x="732790" y="1492250"/>
                  </a:lnTo>
                  <a:lnTo>
                    <a:pt x="0" y="1282402"/>
                  </a:lnTo>
                  <a:lnTo>
                    <a:pt x="0" y="0"/>
                  </a:lnTo>
                  <a:lnTo>
                    <a:pt x="1465580" y="0"/>
                  </a:lnTo>
                  <a:close/>
                </a:path>
              </a:pathLst>
            </a:custGeom>
            <a:solidFill>
              <a:srgbClr val="5DA295"/>
            </a:solidFill>
            <a:ln>
              <a:noFill/>
            </a:ln>
            <a:effectLst/>
          </p:spPr>
        </p:sp>
        <p:sp>
          <p:nvSpPr>
            <p:cNvPr id="24" name="TextBox 25"/>
            <p:cNvSpPr/>
            <p:nvPr/>
          </p:nvSpPr>
          <p:spPr bwMode="auto">
            <a:xfrm>
              <a:off x="10429875" y="3013075"/>
              <a:ext cx="1465580" cy="135255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1078085134" name="Group 26"/>
          <p:cNvGrpSpPr/>
          <p:nvPr/>
        </p:nvGrpSpPr>
        <p:grpSpPr bwMode="auto">
          <a:xfrm>
            <a:off x="14229714" y="3082925"/>
            <a:ext cx="1465580" cy="1492250"/>
            <a:chOff x="14229714" y="3082925"/>
            <a:chExt cx="1465580" cy="1492250"/>
          </a:xfrm>
        </p:grpSpPr>
        <p:sp>
          <p:nvSpPr>
            <p:cNvPr id="28" name="Freeform 27"/>
            <p:cNvSpPr/>
            <p:nvPr/>
          </p:nvSpPr>
          <p:spPr bwMode="auto">
            <a:xfrm>
              <a:off x="14229714" y="3082925"/>
              <a:ext cx="1465580" cy="1492250"/>
            </a:xfrm>
            <a:custGeom>
              <a:avLst/>
              <a:gdLst/>
              <a:ahLst/>
              <a:cxnLst/>
              <a:rect l="0" t="0" r="1465580" b="1492250"/>
              <a:pathLst>
                <a:path w="1465580" h="1492250" extrusionOk="0">
                  <a:moveTo>
                    <a:pt x="1465580" y="0"/>
                  </a:moveTo>
                  <a:lnTo>
                    <a:pt x="1465580" y="1282402"/>
                  </a:lnTo>
                  <a:lnTo>
                    <a:pt x="732790" y="1492250"/>
                  </a:lnTo>
                  <a:lnTo>
                    <a:pt x="0" y="1282402"/>
                  </a:lnTo>
                  <a:lnTo>
                    <a:pt x="0" y="0"/>
                  </a:lnTo>
                  <a:lnTo>
                    <a:pt x="1465580" y="0"/>
                  </a:lnTo>
                  <a:close/>
                </a:path>
              </a:pathLst>
            </a:custGeom>
            <a:solidFill>
              <a:srgbClr val="5DA295"/>
            </a:solidFill>
            <a:ln>
              <a:noFill/>
            </a:ln>
            <a:effectLst/>
          </p:spPr>
        </p:sp>
        <p:sp>
          <p:nvSpPr>
            <p:cNvPr id="27" name="TextBox 28"/>
            <p:cNvSpPr/>
            <p:nvPr/>
          </p:nvSpPr>
          <p:spPr bwMode="auto">
            <a:xfrm>
              <a:off x="14229714" y="3013075"/>
              <a:ext cx="1465580" cy="135255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451649865" name="Freeform 29"/>
          <p:cNvSpPr/>
          <p:nvPr/>
        </p:nvSpPr>
        <p:spPr bwMode="auto">
          <a:xfrm>
            <a:off x="14869160" y="-2098675"/>
            <a:ext cx="3705225" cy="3905250"/>
          </a:xfrm>
          <a:custGeom>
            <a:avLst/>
            <a:gdLst/>
            <a:ahLst/>
            <a:cxnLst/>
            <a:rect l="0" t="0" r="3705225" b="3905250"/>
            <a:pathLst>
              <a:path w="3705225" h="3905250" extrusionOk="0">
                <a:moveTo>
                  <a:pt x="0" y="0"/>
                </a:moveTo>
                <a:lnTo>
                  <a:pt x="3705225" y="0"/>
                </a:lnTo>
                <a:lnTo>
                  <a:pt x="3705225" y="3905250"/>
                </a:lnTo>
                <a:lnTo>
                  <a:pt x="0" y="3905250"/>
                </a:lnTo>
                <a:lnTo>
                  <a:pt x="0" y="0"/>
                </a:lnTo>
                <a:close/>
              </a:path>
            </a:pathLst>
          </a:custGeom>
          <a:blipFill>
            <a:blip r:embed="rId3"/>
            <a:stretch/>
          </a:blipFill>
          <a:ln>
            <a:noFill/>
          </a:ln>
          <a:effectLst/>
        </p:spPr>
      </p:sp>
      <p:sp>
        <p:nvSpPr>
          <p:cNvPr id="436738084" name="Freeform 30"/>
          <p:cNvSpPr/>
          <p:nvPr/>
        </p:nvSpPr>
        <p:spPr bwMode="auto">
          <a:xfrm>
            <a:off x="15302865" y="1278890"/>
            <a:ext cx="1073150" cy="1073785"/>
          </a:xfrm>
          <a:custGeom>
            <a:avLst/>
            <a:gdLst/>
            <a:ahLst/>
            <a:cxnLst/>
            <a:rect l="0" t="0" r="1073150" b="1073785"/>
            <a:pathLst>
              <a:path w="1073150" h="1073785" extrusionOk="0">
                <a:moveTo>
                  <a:pt x="0" y="0"/>
                </a:moveTo>
                <a:lnTo>
                  <a:pt x="1073149" y="0"/>
                </a:lnTo>
                <a:lnTo>
                  <a:pt x="1073149" y="1073785"/>
                </a:lnTo>
                <a:lnTo>
                  <a:pt x="0" y="1073785"/>
                </a:lnTo>
                <a:lnTo>
                  <a:pt x="0" y="0"/>
                </a:lnTo>
                <a:close/>
              </a:path>
            </a:pathLst>
          </a:custGeom>
          <a:blipFill>
            <a:blip r:embed="rId4"/>
            <a:stretch/>
          </a:blipFill>
          <a:ln>
            <a:noFill/>
          </a:ln>
          <a:effectLst/>
        </p:spPr>
      </p:sp>
      <p:sp>
        <p:nvSpPr>
          <p:cNvPr id="619715845" name="Freeform 31"/>
          <p:cNvSpPr/>
          <p:nvPr/>
        </p:nvSpPr>
        <p:spPr bwMode="auto">
          <a:xfrm>
            <a:off x="16148050" y="2273935"/>
            <a:ext cx="456565" cy="456565"/>
          </a:xfrm>
          <a:custGeom>
            <a:avLst/>
            <a:gdLst/>
            <a:ahLst/>
            <a:cxnLst/>
            <a:rect l="0" t="0" r="456565" b="456565"/>
            <a:pathLst>
              <a:path w="456565" h="456565" extrusionOk="0">
                <a:moveTo>
                  <a:pt x="0" y="0"/>
                </a:moveTo>
                <a:lnTo>
                  <a:pt x="456565" y="0"/>
                </a:lnTo>
                <a:lnTo>
                  <a:pt x="456565" y="456565"/>
                </a:lnTo>
                <a:lnTo>
                  <a:pt x="0" y="456565"/>
                </a:lnTo>
                <a:lnTo>
                  <a:pt x="0" y="0"/>
                </a:lnTo>
                <a:close/>
              </a:path>
            </a:pathLst>
          </a:custGeom>
          <a:blipFill>
            <a:blip r:embed="rId5"/>
            <a:stretch/>
          </a:blipFill>
          <a:ln>
            <a:noFill/>
          </a:ln>
          <a:effectLst/>
        </p:spPr>
      </p:sp>
      <p:sp>
        <p:nvSpPr>
          <p:cNvPr id="1738626900" name="Freeform 32"/>
          <p:cNvSpPr/>
          <p:nvPr/>
        </p:nvSpPr>
        <p:spPr bwMode="auto">
          <a:xfrm>
            <a:off x="560070" y="8446770"/>
            <a:ext cx="659130" cy="659130"/>
          </a:xfrm>
          <a:custGeom>
            <a:avLst/>
            <a:gdLst/>
            <a:ahLst/>
            <a:cxnLst/>
            <a:rect l="0" t="0" r="659130" b="659130"/>
            <a:pathLst>
              <a:path w="659130" h="659130" extrusionOk="0">
                <a:moveTo>
                  <a:pt x="0" y="0"/>
                </a:moveTo>
                <a:lnTo>
                  <a:pt x="659129" y="0"/>
                </a:lnTo>
                <a:lnTo>
                  <a:pt x="659129" y="659130"/>
                </a:lnTo>
                <a:lnTo>
                  <a:pt x="0" y="659130"/>
                </a:lnTo>
                <a:lnTo>
                  <a:pt x="0" y="0"/>
                </a:lnTo>
                <a:close/>
              </a:path>
            </a:pathLst>
          </a:custGeom>
          <a:blipFill>
            <a:blip r:embed="rId6"/>
            <a:stretch/>
          </a:blipFill>
          <a:ln>
            <a:noFill/>
          </a:ln>
          <a:effectLst/>
        </p:spPr>
      </p:sp>
      <p:sp>
        <p:nvSpPr>
          <p:cNvPr id="1604116949" name="TextBox 33"/>
          <p:cNvSpPr/>
          <p:nvPr/>
        </p:nvSpPr>
        <p:spPr bwMode="auto">
          <a:xfrm>
            <a:off x="4075430" y="1470660"/>
            <a:ext cx="10137140" cy="835660"/>
          </a:xfrm>
          <a:prstGeom prst="rect">
            <a:avLst/>
          </a:prstGeom>
          <a:noFill/>
          <a:ln>
            <a:noFill/>
          </a:ln>
          <a:effectLst/>
        </p:spPr>
        <p:txBody>
          <a:bodyPr vert="horz" wrap="square" lIns="0" tIns="0" rIns="0" bIns="0" numCol="1" spcCol="215899" anchor="t"/>
          <a:lstStyle/>
          <a:p>
            <a:pPr algn="ctr">
              <a:lnSpc>
                <a:spcPts val="6580"/>
              </a:lnSpc>
              <a:defRPr sz="4700" b="1" cap="none">
                <a:solidFill>
                  <a:srgbClr val="000000"/>
                </a:solidFill>
                <a:latin typeface="Glacial Indifference"/>
                <a:ea typeface="Glacial Indifference"/>
                <a:cs typeface="Glacial Indifference"/>
              </a:defRPr>
            </a:pPr>
            <a:r>
              <a:t>Evaluasi Keperawatan</a:t>
            </a:r>
          </a:p>
        </p:txBody>
      </p:sp>
      <p:sp>
        <p:nvSpPr>
          <p:cNvPr id="1852126088" name="TextBox 34"/>
          <p:cNvSpPr/>
          <p:nvPr/>
        </p:nvSpPr>
        <p:spPr bwMode="auto">
          <a:xfrm>
            <a:off x="2343785" y="3238500"/>
            <a:ext cx="1717040" cy="1047750"/>
          </a:xfrm>
          <a:prstGeom prst="rect">
            <a:avLst/>
          </a:prstGeom>
          <a:noFill/>
          <a:ln>
            <a:noFill/>
          </a:ln>
          <a:effectLst/>
        </p:spPr>
        <p:txBody>
          <a:bodyPr vert="horz" wrap="square" lIns="0" tIns="0" rIns="0" bIns="0" numCol="1" spcCol="215899" anchor="t"/>
          <a:lstStyle/>
          <a:p>
            <a:pPr algn="ctr">
              <a:lnSpc>
                <a:spcPts val="8400"/>
              </a:lnSpc>
              <a:defRPr sz="6000" b="1" cap="none">
                <a:solidFill>
                  <a:srgbClr val="FFFFFF"/>
                </a:solidFill>
                <a:latin typeface="Glacial Indifference"/>
                <a:ea typeface="Glacial Indifference"/>
                <a:cs typeface="Glacial Indifference"/>
              </a:defRPr>
            </a:pPr>
            <a:r>
              <a:t>S</a:t>
            </a:r>
          </a:p>
        </p:txBody>
      </p:sp>
      <p:sp>
        <p:nvSpPr>
          <p:cNvPr id="333225606" name="TextBox 35"/>
          <p:cNvSpPr/>
          <p:nvPr/>
        </p:nvSpPr>
        <p:spPr bwMode="auto">
          <a:xfrm>
            <a:off x="1649730" y="4834890"/>
            <a:ext cx="3257550" cy="1381125"/>
          </a:xfrm>
          <a:prstGeom prst="rect">
            <a:avLst/>
          </a:prstGeom>
          <a:noFill/>
          <a:ln>
            <a:noFill/>
          </a:ln>
          <a:effectLst/>
        </p:spPr>
        <p:txBody>
          <a:bodyPr vert="horz" wrap="square" lIns="0" tIns="0" rIns="0" bIns="0" numCol="1" spcCol="215899" anchor="t"/>
          <a:lstStyle/>
          <a:p>
            <a:pPr algn="l">
              <a:lnSpc>
                <a:spcPts val="3600"/>
              </a:lnSpc>
              <a:defRPr sz="2800" cap="none">
                <a:solidFill>
                  <a:srgbClr val="000000"/>
                </a:solidFill>
                <a:latin typeface="Glacial Indifference"/>
                <a:ea typeface="Glacial Indifference"/>
                <a:cs typeface="Glacial Indifference"/>
              </a:defRPr>
            </a:pPr>
            <a:r>
              <a:t>Klien mengatakan nyeri pada bagian luka pasca operasi</a:t>
            </a:r>
          </a:p>
        </p:txBody>
      </p:sp>
      <p:sp>
        <p:nvSpPr>
          <p:cNvPr id="1318209249" name="TextBox 36"/>
          <p:cNvSpPr/>
          <p:nvPr/>
        </p:nvSpPr>
        <p:spPr bwMode="auto">
          <a:xfrm>
            <a:off x="11430000" y="8963025"/>
            <a:ext cx="4752340" cy="533400"/>
          </a:xfrm>
          <a:prstGeom prst="rect">
            <a:avLst/>
          </a:prstGeom>
          <a:noFill/>
          <a:ln>
            <a:noFill/>
          </a:ln>
          <a:effectLst/>
        </p:spPr>
        <p:txBody>
          <a:bodyPr vert="horz" wrap="square" lIns="0" tIns="0" rIns="0" bIns="0" numCol="1" spcCol="215899" anchor="t"/>
          <a:lstStyle/>
          <a:p>
            <a:pPr algn="r">
              <a:lnSpc>
                <a:spcPts val="4200"/>
              </a:lnSpc>
              <a:defRPr sz="3000" b="1" cap="none">
                <a:solidFill>
                  <a:srgbClr val="000000"/>
                </a:solidFill>
                <a:latin typeface="Glacial Indifference"/>
                <a:ea typeface="Glacial Indifference"/>
                <a:cs typeface="Glacial Indifference"/>
              </a:defRPr>
            </a:pPr>
            <a:r>
              <a:t>FRAKTUR HUMERUS </a:t>
            </a:r>
          </a:p>
        </p:txBody>
      </p:sp>
      <p:sp>
        <p:nvSpPr>
          <p:cNvPr id="980800416" name="Freeform 37"/>
          <p:cNvSpPr/>
          <p:nvPr/>
        </p:nvSpPr>
        <p:spPr bwMode="auto">
          <a:xfrm>
            <a:off x="1250950" y="9157335"/>
            <a:ext cx="659130" cy="659130"/>
          </a:xfrm>
          <a:custGeom>
            <a:avLst/>
            <a:gdLst/>
            <a:ahLst/>
            <a:cxnLst/>
            <a:rect l="0" t="0" r="659130" b="659130"/>
            <a:pathLst>
              <a:path w="659130" h="659130" extrusionOk="0">
                <a:moveTo>
                  <a:pt x="0" y="0"/>
                </a:moveTo>
                <a:lnTo>
                  <a:pt x="659130" y="0"/>
                </a:lnTo>
                <a:lnTo>
                  <a:pt x="659130" y="659129"/>
                </a:lnTo>
                <a:lnTo>
                  <a:pt x="0" y="659129"/>
                </a:lnTo>
                <a:lnTo>
                  <a:pt x="0" y="0"/>
                </a:lnTo>
                <a:close/>
              </a:path>
            </a:pathLst>
          </a:custGeom>
          <a:blipFill>
            <a:blip r:embed="rId7"/>
            <a:stretch/>
          </a:blipFill>
          <a:ln>
            <a:noFill/>
          </a:ln>
          <a:effectLst/>
        </p:spPr>
      </p:sp>
      <p:sp>
        <p:nvSpPr>
          <p:cNvPr id="1476041852" name="Freeform 38"/>
          <p:cNvSpPr/>
          <p:nvPr/>
        </p:nvSpPr>
        <p:spPr bwMode="auto">
          <a:xfrm>
            <a:off x="0" y="0"/>
            <a:ext cx="5100320" cy="2209800"/>
          </a:xfrm>
          <a:custGeom>
            <a:avLst/>
            <a:gdLst/>
            <a:ahLst/>
            <a:cxnLst/>
            <a:rect l="0" t="0" r="5100320" b="2209800"/>
            <a:pathLst>
              <a:path w="5100320" h="2209800" extrusionOk="0">
                <a:moveTo>
                  <a:pt x="0" y="0"/>
                </a:moveTo>
                <a:lnTo>
                  <a:pt x="5100320" y="0"/>
                </a:lnTo>
                <a:lnTo>
                  <a:pt x="5100320" y="2209800"/>
                </a:lnTo>
                <a:lnTo>
                  <a:pt x="0" y="2209800"/>
                </a:lnTo>
                <a:lnTo>
                  <a:pt x="0" y="0"/>
                </a:lnTo>
                <a:close/>
              </a:path>
            </a:pathLst>
          </a:custGeom>
          <a:blipFill>
            <a:blip r:embed="rId8"/>
            <a:stretch/>
          </a:blipFill>
          <a:ln>
            <a:noFill/>
          </a:ln>
          <a:effectLst/>
        </p:spPr>
      </p:sp>
      <p:sp>
        <p:nvSpPr>
          <p:cNvPr id="337275017" name="TextBox 39"/>
          <p:cNvSpPr/>
          <p:nvPr/>
        </p:nvSpPr>
        <p:spPr bwMode="auto">
          <a:xfrm>
            <a:off x="6649720" y="2335530"/>
            <a:ext cx="4988560" cy="537845"/>
          </a:xfrm>
          <a:prstGeom prst="rect">
            <a:avLst/>
          </a:prstGeom>
          <a:noFill/>
          <a:ln>
            <a:noFill/>
          </a:ln>
          <a:effectLst/>
        </p:spPr>
        <p:txBody>
          <a:bodyPr vert="horz" wrap="square" lIns="0" tIns="0" rIns="0" bIns="0" numCol="1" spcCol="215899" anchor="t"/>
          <a:lstStyle/>
          <a:p>
            <a:pPr algn="ctr">
              <a:lnSpc>
                <a:spcPts val="4480"/>
              </a:lnSpc>
              <a:defRPr sz="2800" b="1" cap="none">
                <a:solidFill>
                  <a:srgbClr val="000000"/>
                </a:solidFill>
                <a:latin typeface="Glacial Indifference"/>
                <a:ea typeface="Glacial Indifference"/>
                <a:cs typeface="Glacial Indifference"/>
              </a:defRPr>
            </a:pPr>
            <a:r>
              <a:t>No. DK 3, 11 Desember 2023</a:t>
            </a:r>
          </a:p>
        </p:txBody>
      </p:sp>
      <p:sp>
        <p:nvSpPr>
          <p:cNvPr id="1407647045" name="TextBox 40"/>
          <p:cNvSpPr/>
          <p:nvPr/>
        </p:nvSpPr>
        <p:spPr bwMode="auto">
          <a:xfrm>
            <a:off x="6331585" y="3238500"/>
            <a:ext cx="1717040" cy="1066800"/>
          </a:xfrm>
          <a:prstGeom prst="rect">
            <a:avLst/>
          </a:prstGeom>
          <a:noFill/>
          <a:ln>
            <a:noFill/>
          </a:ln>
          <a:effectLst/>
        </p:spPr>
        <p:txBody>
          <a:bodyPr vert="horz" wrap="square" lIns="0" tIns="0" rIns="0" bIns="0" numCol="1" spcCol="215899" anchor="t"/>
          <a:lstStyle/>
          <a:p>
            <a:pPr algn="ctr">
              <a:lnSpc>
                <a:spcPts val="8400"/>
              </a:lnSpc>
              <a:defRPr sz="6000" b="1" cap="none">
                <a:solidFill>
                  <a:srgbClr val="FFFFFF"/>
                </a:solidFill>
                <a:latin typeface="Glacial Indifference"/>
                <a:ea typeface="Glacial Indifference"/>
                <a:cs typeface="Glacial Indifference"/>
              </a:defRPr>
            </a:pPr>
            <a:r>
              <a:t>O</a:t>
            </a:r>
          </a:p>
        </p:txBody>
      </p:sp>
      <p:sp>
        <p:nvSpPr>
          <p:cNvPr id="2028198748" name="TextBox 41"/>
          <p:cNvSpPr/>
          <p:nvPr/>
        </p:nvSpPr>
        <p:spPr bwMode="auto">
          <a:xfrm>
            <a:off x="10304145" y="3238500"/>
            <a:ext cx="1717040" cy="1066800"/>
          </a:xfrm>
          <a:prstGeom prst="rect">
            <a:avLst/>
          </a:prstGeom>
          <a:noFill/>
          <a:ln>
            <a:noFill/>
          </a:ln>
          <a:effectLst/>
        </p:spPr>
        <p:txBody>
          <a:bodyPr vert="horz" wrap="square" lIns="0" tIns="0" rIns="0" bIns="0" numCol="1" spcCol="215899" anchor="t"/>
          <a:lstStyle/>
          <a:p>
            <a:pPr algn="ctr">
              <a:lnSpc>
                <a:spcPts val="8400"/>
              </a:lnSpc>
              <a:defRPr sz="6000" b="1" cap="none">
                <a:solidFill>
                  <a:srgbClr val="FFFFFF"/>
                </a:solidFill>
                <a:latin typeface="Glacial Indifference"/>
                <a:ea typeface="Glacial Indifference"/>
                <a:cs typeface="Glacial Indifference"/>
              </a:defRPr>
            </a:pPr>
            <a:r>
              <a:t>A</a:t>
            </a:r>
          </a:p>
        </p:txBody>
      </p:sp>
      <p:sp>
        <p:nvSpPr>
          <p:cNvPr id="1243359101" name="TextBox 42"/>
          <p:cNvSpPr/>
          <p:nvPr/>
        </p:nvSpPr>
        <p:spPr bwMode="auto">
          <a:xfrm>
            <a:off x="14103985" y="3238500"/>
            <a:ext cx="1717040" cy="1066800"/>
          </a:xfrm>
          <a:prstGeom prst="rect">
            <a:avLst/>
          </a:prstGeom>
          <a:noFill/>
          <a:ln>
            <a:noFill/>
          </a:ln>
          <a:effectLst/>
        </p:spPr>
        <p:txBody>
          <a:bodyPr vert="horz" wrap="square" lIns="0" tIns="0" rIns="0" bIns="0" numCol="1" spcCol="215899" anchor="t"/>
          <a:lstStyle/>
          <a:p>
            <a:pPr algn="ctr">
              <a:lnSpc>
                <a:spcPts val="8400"/>
              </a:lnSpc>
              <a:defRPr sz="6000" b="1" cap="none">
                <a:solidFill>
                  <a:srgbClr val="FFFFFF"/>
                </a:solidFill>
                <a:latin typeface="Glacial Indifference"/>
                <a:ea typeface="Glacial Indifference"/>
                <a:cs typeface="Glacial Indifference"/>
              </a:defRPr>
            </a:pPr>
            <a:r>
              <a:t>P</a:t>
            </a:r>
          </a:p>
        </p:txBody>
      </p:sp>
      <p:sp>
        <p:nvSpPr>
          <p:cNvPr id="1752193529" name="TextBox 43"/>
          <p:cNvSpPr/>
          <p:nvPr/>
        </p:nvSpPr>
        <p:spPr bwMode="auto">
          <a:xfrm>
            <a:off x="5602605" y="4834890"/>
            <a:ext cx="3258185" cy="2057400"/>
          </a:xfrm>
          <a:prstGeom prst="rect">
            <a:avLst/>
          </a:prstGeom>
          <a:noFill/>
          <a:ln>
            <a:noFill/>
          </a:ln>
          <a:effectLst/>
        </p:spPr>
        <p:txBody>
          <a:bodyPr vert="horz" wrap="square" lIns="0" tIns="0" rIns="0" bIns="0" numCol="1" spcCol="215899" anchor="t"/>
          <a:lstStyle/>
          <a:p>
            <a:pPr marL="360045" lvl="1" indent="-360045" algn="l">
              <a:lnSpc>
                <a:spcPts val="3240"/>
              </a:lnSpc>
              <a:buFont typeface="Arial"/>
              <a:buChar char="•"/>
              <a:defRPr sz="2800" cap="none">
                <a:solidFill>
                  <a:srgbClr val="000000"/>
                </a:solidFill>
                <a:latin typeface="Glacial Indifference"/>
                <a:ea typeface="Glacial Indifference"/>
                <a:cs typeface="Glacial Indifference"/>
              </a:defRPr>
            </a:pPr>
            <a:r>
              <a:t>Tampak luka di bagian lengan atas pasien</a:t>
            </a:r>
          </a:p>
          <a:p>
            <a:pPr marL="360045" lvl="1" indent="-360045" algn="l">
              <a:lnSpc>
                <a:spcPts val="3240"/>
              </a:lnSpc>
              <a:buFont typeface="Arial"/>
              <a:buChar char="•"/>
              <a:defRPr sz="2800" cap="none">
                <a:solidFill>
                  <a:srgbClr val="000000"/>
                </a:solidFill>
                <a:latin typeface="Glacial Indifference"/>
                <a:ea typeface="Glacial Indifference"/>
                <a:cs typeface="Glacial Indifference"/>
              </a:defRPr>
            </a:pPr>
            <a:r>
              <a:t>Luka tampak dibalut kasa steril</a:t>
            </a:r>
          </a:p>
        </p:txBody>
      </p:sp>
      <p:sp>
        <p:nvSpPr>
          <p:cNvPr id="1021827374" name="TextBox 44"/>
          <p:cNvSpPr/>
          <p:nvPr/>
        </p:nvSpPr>
        <p:spPr bwMode="auto">
          <a:xfrm>
            <a:off x="9492615" y="4834890"/>
            <a:ext cx="3257550" cy="923925"/>
          </a:xfrm>
          <a:prstGeom prst="rect">
            <a:avLst/>
          </a:prstGeom>
          <a:noFill/>
          <a:ln>
            <a:noFill/>
          </a:ln>
          <a:effectLst/>
        </p:spPr>
        <p:txBody>
          <a:bodyPr vert="horz" wrap="square" lIns="0" tIns="0" rIns="0" bIns="0" numCol="1" spcCol="215899" anchor="t"/>
          <a:lstStyle/>
          <a:p>
            <a:pPr algn="l">
              <a:lnSpc>
                <a:spcPts val="3600"/>
              </a:lnSpc>
              <a:defRPr sz="1600" cap="none"/>
            </a:pPr>
            <a:r>
              <a:rPr sz="2800" cap="none">
                <a:solidFill>
                  <a:srgbClr val="000000"/>
                </a:solidFill>
                <a:latin typeface="Glacial Indifference"/>
                <a:ea typeface="Glacial Indifference"/>
                <a:cs typeface="Glacial Indifference"/>
              </a:rPr>
              <a:t>Masalah belum teratasi</a:t>
            </a:r>
          </a:p>
        </p:txBody>
      </p:sp>
      <p:sp>
        <p:nvSpPr>
          <p:cNvPr id="1014622927" name="TextBox 45"/>
          <p:cNvSpPr/>
          <p:nvPr/>
        </p:nvSpPr>
        <p:spPr bwMode="auto">
          <a:xfrm>
            <a:off x="13440410" y="4834890"/>
            <a:ext cx="3257550" cy="923925"/>
          </a:xfrm>
          <a:prstGeom prst="rect">
            <a:avLst/>
          </a:prstGeom>
          <a:noFill/>
          <a:ln>
            <a:noFill/>
          </a:ln>
          <a:effectLst/>
        </p:spPr>
        <p:txBody>
          <a:bodyPr vert="horz" wrap="square" lIns="0" tIns="0" rIns="0" bIns="0" numCol="1" spcCol="215899" anchor="t"/>
          <a:lstStyle/>
          <a:p>
            <a:pPr algn="l">
              <a:lnSpc>
                <a:spcPts val="3600"/>
              </a:lnSpc>
              <a:defRPr sz="1600" cap="none"/>
            </a:pPr>
            <a:r>
              <a:rPr sz="2800" cap="none">
                <a:solidFill>
                  <a:srgbClr val="000000"/>
                </a:solidFill>
                <a:latin typeface="Glacial Indifference"/>
                <a:ea typeface="Glacial Indifference"/>
                <a:cs typeface="Glacial Indifference"/>
              </a:rPr>
              <a:t>Intervensi dilanjutkan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grpSp>
        <p:nvGrpSpPr>
          <p:cNvPr id="1787730200" name="Group 2"/>
          <p:cNvGrpSpPr/>
          <p:nvPr/>
        </p:nvGrpSpPr>
        <p:grpSpPr bwMode="auto">
          <a:xfrm>
            <a:off x="0" y="10073640"/>
            <a:ext cx="18288000" cy="213360"/>
            <a:chOff x="0" y="10073640"/>
            <a:chExt cx="18288000" cy="213360"/>
          </a:xfrm>
        </p:grpSpPr>
        <p:sp>
          <p:nvSpPr>
            <p:cNvPr id="4" name="Freeform 3"/>
            <p:cNvSpPr/>
            <p:nvPr/>
          </p:nvSpPr>
          <p:spPr bwMode="auto">
            <a:xfrm>
              <a:off x="0" y="1007364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5DA295"/>
            </a:solidFill>
            <a:ln>
              <a:noFill/>
            </a:ln>
            <a:effectLst/>
          </p:spPr>
        </p:sp>
        <p:sp>
          <p:nvSpPr>
            <p:cNvPr id="3" name="TextBox 4"/>
            <p:cNvSpPr/>
            <p:nvPr/>
          </p:nvSpPr>
          <p:spPr bwMode="auto">
            <a:xfrm>
              <a:off x="0" y="992886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267157102" name="Group 5"/>
          <p:cNvGrpSpPr/>
          <p:nvPr/>
        </p:nvGrpSpPr>
        <p:grpSpPr bwMode="auto">
          <a:xfrm>
            <a:off x="0" y="0"/>
            <a:ext cx="18288000" cy="213360"/>
            <a:chOff x="0" y="0"/>
            <a:chExt cx="18288000" cy="213360"/>
          </a:xfrm>
        </p:grpSpPr>
        <p:sp>
          <p:nvSpPr>
            <p:cNvPr id="7" name="Freeform 6"/>
            <p:cNvSpPr/>
            <p:nvPr/>
          </p:nvSpPr>
          <p:spPr bwMode="auto">
            <a:xfrm>
              <a:off x="0" y="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BFDDD2"/>
            </a:solidFill>
            <a:ln>
              <a:noFill/>
            </a:ln>
            <a:effectLst/>
          </p:spPr>
        </p:sp>
        <p:sp>
          <p:nvSpPr>
            <p:cNvPr id="6" name="TextBox 7"/>
            <p:cNvSpPr/>
            <p:nvPr/>
          </p:nvSpPr>
          <p:spPr bwMode="auto">
            <a:xfrm>
              <a:off x="0" y="-14478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1120733827" name="TextBox 8"/>
          <p:cNvSpPr/>
          <p:nvPr/>
        </p:nvSpPr>
        <p:spPr bwMode="auto">
          <a:xfrm>
            <a:off x="16563975" y="8834120"/>
            <a:ext cx="955040" cy="799465"/>
          </a:xfrm>
          <a:prstGeom prst="rect">
            <a:avLst/>
          </a:prstGeom>
          <a:noFill/>
          <a:ln>
            <a:noFill/>
          </a:ln>
          <a:effectLst/>
        </p:spPr>
        <p:txBody>
          <a:bodyPr vert="horz" wrap="square" lIns="0" tIns="0" rIns="0" bIns="0" numCol="1" spcCol="215899" anchor="t"/>
          <a:lstStyle/>
          <a:p>
            <a:pPr algn="r">
              <a:lnSpc>
                <a:spcPts val="6295"/>
              </a:lnSpc>
              <a:defRPr sz="4500" b="1" cap="none">
                <a:solidFill>
                  <a:srgbClr val="000000"/>
                </a:solidFill>
                <a:latin typeface="Glacial Indifference"/>
                <a:ea typeface="Glacial Indifference"/>
                <a:cs typeface="Glacial Indifference"/>
              </a:defRPr>
            </a:pPr>
            <a:r>
              <a:t>45</a:t>
            </a:r>
          </a:p>
        </p:txBody>
      </p:sp>
      <p:sp>
        <p:nvSpPr>
          <p:cNvPr id="544770085" name="AutoShape 9"/>
          <p:cNvSpPr/>
          <p:nvPr/>
        </p:nvSpPr>
        <p:spPr bwMode="auto">
          <a:xfrm>
            <a:off x="16563975" y="8877300"/>
            <a:ext cx="0" cy="762000"/>
          </a:xfrm>
          <a:prstGeom prst="line">
            <a:avLst/>
          </a:prstGeom>
          <a:noFill/>
          <a:ln w="95250" cap="flat" cmpd="sng" algn="ctr">
            <a:solidFill>
              <a:srgbClr val="5DA295"/>
            </a:solidFill>
            <a:prstDash val="solid"/>
            <a:headEnd type="none"/>
            <a:tailEnd type="none"/>
          </a:ln>
          <a:effectLst/>
        </p:spPr>
      </p:sp>
      <p:sp>
        <p:nvSpPr>
          <p:cNvPr id="1381151486" name="AutoShape 10"/>
          <p:cNvSpPr/>
          <p:nvPr/>
        </p:nvSpPr>
        <p:spPr bwMode="auto">
          <a:xfrm>
            <a:off x="1219200" y="8370570"/>
            <a:ext cx="15849600" cy="0"/>
          </a:xfrm>
          <a:prstGeom prst="line">
            <a:avLst/>
          </a:prstGeom>
          <a:noFill/>
          <a:ln w="38100" cap="flat" cmpd="sng" algn="ctr">
            <a:solidFill>
              <a:srgbClr val="5DA295"/>
            </a:solidFill>
            <a:prstDash val="solid"/>
            <a:headEnd type="none"/>
            <a:tailEnd type="none"/>
          </a:ln>
          <a:effectLst/>
        </p:spPr>
      </p:sp>
      <p:sp>
        <p:nvSpPr>
          <p:cNvPr id="6509626" name="AutoShape 11"/>
          <p:cNvSpPr/>
          <p:nvPr/>
        </p:nvSpPr>
        <p:spPr bwMode="auto">
          <a:xfrm>
            <a:off x="1219200" y="3102610"/>
            <a:ext cx="15849600" cy="0"/>
          </a:xfrm>
          <a:prstGeom prst="line">
            <a:avLst/>
          </a:prstGeom>
          <a:noFill/>
          <a:ln w="38100" cap="flat" cmpd="sng" algn="ctr">
            <a:solidFill>
              <a:srgbClr val="5DA295"/>
            </a:solidFill>
            <a:prstDash val="solid"/>
            <a:headEnd type="none"/>
            <a:tailEnd type="none"/>
          </a:ln>
          <a:effectLst/>
        </p:spPr>
      </p:sp>
      <p:sp>
        <p:nvSpPr>
          <p:cNvPr id="200162296" name="AutoShape 12"/>
          <p:cNvSpPr/>
          <p:nvPr/>
        </p:nvSpPr>
        <p:spPr bwMode="auto">
          <a:xfrm flipV="1">
            <a:off x="1238250" y="3082925"/>
            <a:ext cx="2540" cy="5306695"/>
          </a:xfrm>
          <a:prstGeom prst="line">
            <a:avLst/>
          </a:prstGeom>
          <a:noFill/>
          <a:ln w="38100" cap="flat" cmpd="sng" algn="ctr">
            <a:solidFill>
              <a:srgbClr val="5DA295"/>
            </a:solidFill>
            <a:prstDash val="solid"/>
            <a:headEnd type="none"/>
            <a:tailEnd type="none"/>
          </a:ln>
          <a:effectLst/>
        </p:spPr>
      </p:sp>
      <p:sp>
        <p:nvSpPr>
          <p:cNvPr id="462578460" name="AutoShape 13"/>
          <p:cNvSpPr/>
          <p:nvPr/>
        </p:nvSpPr>
        <p:spPr bwMode="auto">
          <a:xfrm flipH="1" flipV="1">
            <a:off x="5193030" y="3092450"/>
            <a:ext cx="0" cy="5287644"/>
          </a:xfrm>
          <a:prstGeom prst="line">
            <a:avLst/>
          </a:prstGeom>
          <a:noFill/>
          <a:ln w="38100" cap="flat" cmpd="sng" algn="ctr">
            <a:solidFill>
              <a:srgbClr val="5DA295"/>
            </a:solidFill>
            <a:prstDash val="solid"/>
            <a:headEnd type="none"/>
            <a:tailEnd type="none"/>
          </a:ln>
          <a:effectLst/>
        </p:spPr>
      </p:sp>
      <p:sp>
        <p:nvSpPr>
          <p:cNvPr id="556853894" name="AutoShape 14"/>
          <p:cNvSpPr/>
          <p:nvPr/>
        </p:nvSpPr>
        <p:spPr bwMode="auto">
          <a:xfrm flipH="1" flipV="1">
            <a:off x="9145270" y="3092450"/>
            <a:ext cx="0" cy="5287644"/>
          </a:xfrm>
          <a:prstGeom prst="line">
            <a:avLst/>
          </a:prstGeom>
          <a:noFill/>
          <a:ln w="38100" cap="flat" cmpd="sng" algn="ctr">
            <a:solidFill>
              <a:srgbClr val="5DA295"/>
            </a:solidFill>
            <a:prstDash val="solid"/>
            <a:headEnd type="none"/>
            <a:tailEnd type="none"/>
          </a:ln>
          <a:effectLst/>
        </p:spPr>
      </p:sp>
      <p:sp>
        <p:nvSpPr>
          <p:cNvPr id="1293788651" name="AutoShape 15"/>
          <p:cNvSpPr/>
          <p:nvPr/>
        </p:nvSpPr>
        <p:spPr bwMode="auto">
          <a:xfrm flipV="1">
            <a:off x="13097510" y="3092450"/>
            <a:ext cx="0" cy="5287644"/>
          </a:xfrm>
          <a:prstGeom prst="line">
            <a:avLst/>
          </a:prstGeom>
          <a:noFill/>
          <a:ln w="38100" cap="flat" cmpd="sng" algn="ctr">
            <a:solidFill>
              <a:srgbClr val="5DA295"/>
            </a:solidFill>
            <a:prstDash val="solid"/>
            <a:headEnd type="none"/>
            <a:tailEnd type="none"/>
          </a:ln>
          <a:effectLst/>
        </p:spPr>
      </p:sp>
      <p:sp>
        <p:nvSpPr>
          <p:cNvPr id="1081158621" name="AutoShape 16"/>
          <p:cNvSpPr/>
          <p:nvPr/>
        </p:nvSpPr>
        <p:spPr bwMode="auto">
          <a:xfrm flipV="1">
            <a:off x="17049750" y="3092450"/>
            <a:ext cx="0" cy="5287644"/>
          </a:xfrm>
          <a:prstGeom prst="line">
            <a:avLst/>
          </a:prstGeom>
          <a:noFill/>
          <a:ln w="38100" cap="flat" cmpd="sng" algn="ctr">
            <a:solidFill>
              <a:srgbClr val="5DA295"/>
            </a:solidFill>
            <a:prstDash val="solid"/>
            <a:headEnd type="none"/>
            <a:tailEnd type="none"/>
          </a:ln>
          <a:effectLst/>
        </p:spPr>
      </p:sp>
      <p:grpSp>
        <p:nvGrpSpPr>
          <p:cNvPr id="157622093" name="Group 17"/>
          <p:cNvGrpSpPr/>
          <p:nvPr/>
        </p:nvGrpSpPr>
        <p:grpSpPr bwMode="auto">
          <a:xfrm>
            <a:off x="6457315" y="3092450"/>
            <a:ext cx="1465580" cy="1492250"/>
            <a:chOff x="6457315" y="3092450"/>
            <a:chExt cx="1465580" cy="1492250"/>
          </a:xfrm>
        </p:grpSpPr>
        <p:sp>
          <p:nvSpPr>
            <p:cNvPr id="19" name="Freeform 18"/>
            <p:cNvSpPr/>
            <p:nvPr/>
          </p:nvSpPr>
          <p:spPr bwMode="auto">
            <a:xfrm>
              <a:off x="6457315" y="3092450"/>
              <a:ext cx="1465580" cy="1492250"/>
            </a:xfrm>
            <a:custGeom>
              <a:avLst/>
              <a:gdLst/>
              <a:ahLst/>
              <a:cxnLst/>
              <a:rect l="0" t="0" r="1465580" b="1492250"/>
              <a:pathLst>
                <a:path w="1465580" h="1492250" extrusionOk="0">
                  <a:moveTo>
                    <a:pt x="1465580" y="0"/>
                  </a:moveTo>
                  <a:lnTo>
                    <a:pt x="1465580" y="1282402"/>
                  </a:lnTo>
                  <a:lnTo>
                    <a:pt x="732790" y="1492250"/>
                  </a:lnTo>
                  <a:lnTo>
                    <a:pt x="0" y="1282402"/>
                  </a:lnTo>
                  <a:lnTo>
                    <a:pt x="0" y="0"/>
                  </a:lnTo>
                  <a:lnTo>
                    <a:pt x="1465580" y="0"/>
                  </a:lnTo>
                  <a:close/>
                </a:path>
              </a:pathLst>
            </a:custGeom>
            <a:solidFill>
              <a:srgbClr val="5DA295"/>
            </a:solidFill>
            <a:ln>
              <a:noFill/>
            </a:ln>
            <a:effectLst/>
          </p:spPr>
        </p:sp>
        <p:sp>
          <p:nvSpPr>
            <p:cNvPr id="18" name="TextBox 19"/>
            <p:cNvSpPr/>
            <p:nvPr/>
          </p:nvSpPr>
          <p:spPr bwMode="auto">
            <a:xfrm>
              <a:off x="6457315" y="3022600"/>
              <a:ext cx="1465580" cy="135255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1199310786" name="Group 20"/>
          <p:cNvGrpSpPr/>
          <p:nvPr/>
        </p:nvGrpSpPr>
        <p:grpSpPr bwMode="auto">
          <a:xfrm>
            <a:off x="2469515" y="3092450"/>
            <a:ext cx="1465580" cy="1492250"/>
            <a:chOff x="2469515" y="3092450"/>
            <a:chExt cx="1465580" cy="1492250"/>
          </a:xfrm>
        </p:grpSpPr>
        <p:sp>
          <p:nvSpPr>
            <p:cNvPr id="22" name="Freeform 21"/>
            <p:cNvSpPr/>
            <p:nvPr/>
          </p:nvSpPr>
          <p:spPr bwMode="auto">
            <a:xfrm>
              <a:off x="2469515" y="3092450"/>
              <a:ext cx="1465580" cy="1492250"/>
            </a:xfrm>
            <a:custGeom>
              <a:avLst/>
              <a:gdLst/>
              <a:ahLst/>
              <a:cxnLst/>
              <a:rect l="0" t="0" r="1465580" b="1492250"/>
              <a:pathLst>
                <a:path w="1465580" h="1492250" extrusionOk="0">
                  <a:moveTo>
                    <a:pt x="1465580" y="0"/>
                  </a:moveTo>
                  <a:lnTo>
                    <a:pt x="1465580" y="1282402"/>
                  </a:lnTo>
                  <a:lnTo>
                    <a:pt x="732790" y="1492250"/>
                  </a:lnTo>
                  <a:lnTo>
                    <a:pt x="0" y="1282402"/>
                  </a:lnTo>
                  <a:lnTo>
                    <a:pt x="0" y="0"/>
                  </a:lnTo>
                  <a:lnTo>
                    <a:pt x="1465580" y="0"/>
                  </a:lnTo>
                  <a:close/>
                </a:path>
              </a:pathLst>
            </a:custGeom>
            <a:solidFill>
              <a:srgbClr val="5DA295"/>
            </a:solidFill>
            <a:ln>
              <a:noFill/>
            </a:ln>
            <a:effectLst/>
          </p:spPr>
        </p:sp>
        <p:sp>
          <p:nvSpPr>
            <p:cNvPr id="21" name="TextBox 22"/>
            <p:cNvSpPr/>
            <p:nvPr/>
          </p:nvSpPr>
          <p:spPr bwMode="auto">
            <a:xfrm>
              <a:off x="2469515" y="3022600"/>
              <a:ext cx="1465580" cy="135255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659605590" name="Group 23"/>
          <p:cNvGrpSpPr/>
          <p:nvPr/>
        </p:nvGrpSpPr>
        <p:grpSpPr bwMode="auto">
          <a:xfrm>
            <a:off x="10429875" y="3082925"/>
            <a:ext cx="1465580" cy="1492250"/>
            <a:chOff x="10429875" y="3082925"/>
            <a:chExt cx="1465580" cy="1492250"/>
          </a:xfrm>
        </p:grpSpPr>
        <p:sp>
          <p:nvSpPr>
            <p:cNvPr id="25" name="Freeform 24"/>
            <p:cNvSpPr/>
            <p:nvPr/>
          </p:nvSpPr>
          <p:spPr bwMode="auto">
            <a:xfrm>
              <a:off x="10429875" y="3082925"/>
              <a:ext cx="1465580" cy="1492250"/>
            </a:xfrm>
            <a:custGeom>
              <a:avLst/>
              <a:gdLst/>
              <a:ahLst/>
              <a:cxnLst/>
              <a:rect l="0" t="0" r="1465580" b="1492250"/>
              <a:pathLst>
                <a:path w="1465580" h="1492250" extrusionOk="0">
                  <a:moveTo>
                    <a:pt x="1465580" y="0"/>
                  </a:moveTo>
                  <a:lnTo>
                    <a:pt x="1465580" y="1282402"/>
                  </a:lnTo>
                  <a:lnTo>
                    <a:pt x="732790" y="1492250"/>
                  </a:lnTo>
                  <a:lnTo>
                    <a:pt x="0" y="1282402"/>
                  </a:lnTo>
                  <a:lnTo>
                    <a:pt x="0" y="0"/>
                  </a:lnTo>
                  <a:lnTo>
                    <a:pt x="1465580" y="0"/>
                  </a:lnTo>
                  <a:close/>
                </a:path>
              </a:pathLst>
            </a:custGeom>
            <a:solidFill>
              <a:srgbClr val="5DA295"/>
            </a:solidFill>
            <a:ln>
              <a:noFill/>
            </a:ln>
            <a:effectLst/>
          </p:spPr>
        </p:sp>
        <p:sp>
          <p:nvSpPr>
            <p:cNvPr id="24" name="TextBox 25"/>
            <p:cNvSpPr/>
            <p:nvPr/>
          </p:nvSpPr>
          <p:spPr bwMode="auto">
            <a:xfrm>
              <a:off x="10429875" y="3013075"/>
              <a:ext cx="1465580" cy="135255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1828011697" name="Group 26"/>
          <p:cNvGrpSpPr/>
          <p:nvPr/>
        </p:nvGrpSpPr>
        <p:grpSpPr bwMode="auto">
          <a:xfrm>
            <a:off x="14229714" y="3082925"/>
            <a:ext cx="1465580" cy="1492250"/>
            <a:chOff x="14229714" y="3082925"/>
            <a:chExt cx="1465580" cy="1492250"/>
          </a:xfrm>
        </p:grpSpPr>
        <p:sp>
          <p:nvSpPr>
            <p:cNvPr id="28" name="Freeform 27"/>
            <p:cNvSpPr/>
            <p:nvPr/>
          </p:nvSpPr>
          <p:spPr bwMode="auto">
            <a:xfrm>
              <a:off x="14229714" y="3082925"/>
              <a:ext cx="1465580" cy="1492250"/>
            </a:xfrm>
            <a:custGeom>
              <a:avLst/>
              <a:gdLst/>
              <a:ahLst/>
              <a:cxnLst/>
              <a:rect l="0" t="0" r="1465580" b="1492250"/>
              <a:pathLst>
                <a:path w="1465580" h="1492250" extrusionOk="0">
                  <a:moveTo>
                    <a:pt x="1465580" y="0"/>
                  </a:moveTo>
                  <a:lnTo>
                    <a:pt x="1465580" y="1282402"/>
                  </a:lnTo>
                  <a:lnTo>
                    <a:pt x="732790" y="1492250"/>
                  </a:lnTo>
                  <a:lnTo>
                    <a:pt x="0" y="1282402"/>
                  </a:lnTo>
                  <a:lnTo>
                    <a:pt x="0" y="0"/>
                  </a:lnTo>
                  <a:lnTo>
                    <a:pt x="1465580" y="0"/>
                  </a:lnTo>
                  <a:close/>
                </a:path>
              </a:pathLst>
            </a:custGeom>
            <a:solidFill>
              <a:srgbClr val="5DA295"/>
            </a:solidFill>
            <a:ln>
              <a:noFill/>
            </a:ln>
            <a:effectLst/>
          </p:spPr>
        </p:sp>
        <p:sp>
          <p:nvSpPr>
            <p:cNvPr id="27" name="TextBox 28"/>
            <p:cNvSpPr/>
            <p:nvPr/>
          </p:nvSpPr>
          <p:spPr bwMode="auto">
            <a:xfrm>
              <a:off x="14229714" y="3013075"/>
              <a:ext cx="1465580" cy="135255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1418238186" name="Freeform 29"/>
          <p:cNvSpPr/>
          <p:nvPr/>
        </p:nvSpPr>
        <p:spPr bwMode="auto">
          <a:xfrm>
            <a:off x="14869160" y="-2098675"/>
            <a:ext cx="3705225" cy="3905250"/>
          </a:xfrm>
          <a:custGeom>
            <a:avLst/>
            <a:gdLst/>
            <a:ahLst/>
            <a:cxnLst/>
            <a:rect l="0" t="0" r="3705225" b="3905250"/>
            <a:pathLst>
              <a:path w="3705225" h="3905250" extrusionOk="0">
                <a:moveTo>
                  <a:pt x="0" y="0"/>
                </a:moveTo>
                <a:lnTo>
                  <a:pt x="3705225" y="0"/>
                </a:lnTo>
                <a:lnTo>
                  <a:pt x="3705225" y="3905250"/>
                </a:lnTo>
                <a:lnTo>
                  <a:pt x="0" y="3905250"/>
                </a:lnTo>
                <a:lnTo>
                  <a:pt x="0" y="0"/>
                </a:lnTo>
                <a:close/>
              </a:path>
            </a:pathLst>
          </a:custGeom>
          <a:blipFill>
            <a:blip r:embed="rId3"/>
            <a:stretch/>
          </a:blipFill>
          <a:ln>
            <a:noFill/>
          </a:ln>
          <a:effectLst/>
        </p:spPr>
      </p:sp>
      <p:sp>
        <p:nvSpPr>
          <p:cNvPr id="2046827920" name="Freeform 30"/>
          <p:cNvSpPr/>
          <p:nvPr/>
        </p:nvSpPr>
        <p:spPr bwMode="auto">
          <a:xfrm>
            <a:off x="15302865" y="1278890"/>
            <a:ext cx="1073150" cy="1073785"/>
          </a:xfrm>
          <a:custGeom>
            <a:avLst/>
            <a:gdLst/>
            <a:ahLst/>
            <a:cxnLst/>
            <a:rect l="0" t="0" r="1073150" b="1073785"/>
            <a:pathLst>
              <a:path w="1073150" h="1073785" extrusionOk="0">
                <a:moveTo>
                  <a:pt x="0" y="0"/>
                </a:moveTo>
                <a:lnTo>
                  <a:pt x="1073149" y="0"/>
                </a:lnTo>
                <a:lnTo>
                  <a:pt x="1073149" y="1073785"/>
                </a:lnTo>
                <a:lnTo>
                  <a:pt x="0" y="1073785"/>
                </a:lnTo>
                <a:lnTo>
                  <a:pt x="0" y="0"/>
                </a:lnTo>
                <a:close/>
              </a:path>
            </a:pathLst>
          </a:custGeom>
          <a:blipFill>
            <a:blip r:embed="rId4"/>
            <a:stretch/>
          </a:blipFill>
          <a:ln>
            <a:noFill/>
          </a:ln>
          <a:effectLst/>
        </p:spPr>
      </p:sp>
      <p:sp>
        <p:nvSpPr>
          <p:cNvPr id="1041426960" name="Freeform 31"/>
          <p:cNvSpPr/>
          <p:nvPr/>
        </p:nvSpPr>
        <p:spPr bwMode="auto">
          <a:xfrm>
            <a:off x="16148050" y="2273935"/>
            <a:ext cx="456565" cy="456565"/>
          </a:xfrm>
          <a:custGeom>
            <a:avLst/>
            <a:gdLst/>
            <a:ahLst/>
            <a:cxnLst/>
            <a:rect l="0" t="0" r="456565" b="456565"/>
            <a:pathLst>
              <a:path w="456565" h="456565" extrusionOk="0">
                <a:moveTo>
                  <a:pt x="0" y="0"/>
                </a:moveTo>
                <a:lnTo>
                  <a:pt x="456565" y="0"/>
                </a:lnTo>
                <a:lnTo>
                  <a:pt x="456565" y="456565"/>
                </a:lnTo>
                <a:lnTo>
                  <a:pt x="0" y="456565"/>
                </a:lnTo>
                <a:lnTo>
                  <a:pt x="0" y="0"/>
                </a:lnTo>
                <a:close/>
              </a:path>
            </a:pathLst>
          </a:custGeom>
          <a:blipFill>
            <a:blip r:embed="rId5"/>
            <a:stretch/>
          </a:blipFill>
          <a:ln>
            <a:noFill/>
          </a:ln>
          <a:effectLst/>
        </p:spPr>
      </p:sp>
      <p:sp>
        <p:nvSpPr>
          <p:cNvPr id="983792675" name="Freeform 32"/>
          <p:cNvSpPr/>
          <p:nvPr/>
        </p:nvSpPr>
        <p:spPr bwMode="auto">
          <a:xfrm>
            <a:off x="560070" y="8446770"/>
            <a:ext cx="659130" cy="659130"/>
          </a:xfrm>
          <a:custGeom>
            <a:avLst/>
            <a:gdLst/>
            <a:ahLst/>
            <a:cxnLst/>
            <a:rect l="0" t="0" r="659130" b="659130"/>
            <a:pathLst>
              <a:path w="659130" h="659130" extrusionOk="0">
                <a:moveTo>
                  <a:pt x="0" y="0"/>
                </a:moveTo>
                <a:lnTo>
                  <a:pt x="659129" y="0"/>
                </a:lnTo>
                <a:lnTo>
                  <a:pt x="659129" y="659130"/>
                </a:lnTo>
                <a:lnTo>
                  <a:pt x="0" y="659130"/>
                </a:lnTo>
                <a:lnTo>
                  <a:pt x="0" y="0"/>
                </a:lnTo>
                <a:close/>
              </a:path>
            </a:pathLst>
          </a:custGeom>
          <a:blipFill>
            <a:blip r:embed="rId6"/>
            <a:stretch/>
          </a:blipFill>
          <a:ln>
            <a:noFill/>
          </a:ln>
          <a:effectLst/>
        </p:spPr>
      </p:sp>
      <p:sp>
        <p:nvSpPr>
          <p:cNvPr id="1398756035" name="TextBox 33"/>
          <p:cNvSpPr/>
          <p:nvPr/>
        </p:nvSpPr>
        <p:spPr bwMode="auto">
          <a:xfrm>
            <a:off x="4075430" y="1470660"/>
            <a:ext cx="10137140" cy="804545"/>
          </a:xfrm>
          <a:prstGeom prst="rect">
            <a:avLst/>
          </a:prstGeom>
          <a:noFill/>
          <a:ln>
            <a:noFill/>
          </a:ln>
          <a:effectLst/>
        </p:spPr>
        <p:txBody>
          <a:bodyPr vert="horz" wrap="square" lIns="0" tIns="0" rIns="0" bIns="0" numCol="1" spcCol="215899" anchor="t"/>
          <a:lstStyle/>
          <a:p>
            <a:pPr algn="ctr">
              <a:lnSpc>
                <a:spcPts val="6580"/>
              </a:lnSpc>
              <a:defRPr sz="4700" b="1" cap="none">
                <a:solidFill>
                  <a:srgbClr val="000000"/>
                </a:solidFill>
                <a:latin typeface="Glacial Indifference"/>
                <a:ea typeface="Glacial Indifference"/>
                <a:cs typeface="Glacial Indifference"/>
              </a:defRPr>
            </a:pPr>
            <a:r>
              <a:t>Evaluasi Keperawatan</a:t>
            </a:r>
          </a:p>
        </p:txBody>
      </p:sp>
      <p:sp>
        <p:nvSpPr>
          <p:cNvPr id="1212872268" name="TextBox 34"/>
          <p:cNvSpPr/>
          <p:nvPr/>
        </p:nvSpPr>
        <p:spPr bwMode="auto">
          <a:xfrm>
            <a:off x="2343785" y="3238500"/>
            <a:ext cx="1717040" cy="1066800"/>
          </a:xfrm>
          <a:prstGeom prst="rect">
            <a:avLst/>
          </a:prstGeom>
          <a:noFill/>
          <a:ln>
            <a:noFill/>
          </a:ln>
          <a:effectLst/>
        </p:spPr>
        <p:txBody>
          <a:bodyPr vert="horz" wrap="square" lIns="0" tIns="0" rIns="0" bIns="0" numCol="1" spcCol="215899" anchor="t"/>
          <a:lstStyle/>
          <a:p>
            <a:pPr algn="ctr">
              <a:lnSpc>
                <a:spcPts val="8400"/>
              </a:lnSpc>
              <a:defRPr sz="6000" b="1" cap="none">
                <a:solidFill>
                  <a:srgbClr val="FFFFFF"/>
                </a:solidFill>
                <a:latin typeface="Glacial Indifference"/>
                <a:ea typeface="Glacial Indifference"/>
                <a:cs typeface="Glacial Indifference"/>
              </a:defRPr>
            </a:pPr>
            <a:r>
              <a:t>S</a:t>
            </a:r>
          </a:p>
        </p:txBody>
      </p:sp>
      <p:sp>
        <p:nvSpPr>
          <p:cNvPr id="2077334979" name="TextBox 35"/>
          <p:cNvSpPr/>
          <p:nvPr/>
        </p:nvSpPr>
        <p:spPr bwMode="auto">
          <a:xfrm>
            <a:off x="1649730" y="4834890"/>
            <a:ext cx="3257550" cy="1838325"/>
          </a:xfrm>
          <a:prstGeom prst="rect">
            <a:avLst/>
          </a:prstGeom>
          <a:noFill/>
          <a:ln>
            <a:noFill/>
          </a:ln>
          <a:effectLst/>
        </p:spPr>
        <p:txBody>
          <a:bodyPr vert="horz" wrap="square" lIns="0" tIns="0" rIns="0" bIns="0" numCol="1" spcCol="215899" anchor="t"/>
          <a:lstStyle/>
          <a:p>
            <a:pPr algn="l">
              <a:lnSpc>
                <a:spcPts val="3600"/>
              </a:lnSpc>
              <a:defRPr sz="1600" cap="none"/>
            </a:pPr>
            <a:r>
              <a:rPr sz="2800" cap="none">
                <a:solidFill>
                  <a:srgbClr val="000000"/>
                </a:solidFill>
                <a:latin typeface="Glacial Indifference"/>
                <a:ea typeface="Glacial Indifference"/>
                <a:cs typeface="Glacial Indifference"/>
              </a:rPr>
              <a:t>Klien mengatakan nyeri pada luka operasi sedikit berkurang</a:t>
            </a:r>
          </a:p>
        </p:txBody>
      </p:sp>
      <p:sp>
        <p:nvSpPr>
          <p:cNvPr id="1016932514" name="TextBox 36"/>
          <p:cNvSpPr/>
          <p:nvPr/>
        </p:nvSpPr>
        <p:spPr bwMode="auto">
          <a:xfrm>
            <a:off x="11430000" y="8963025"/>
            <a:ext cx="4752340" cy="533400"/>
          </a:xfrm>
          <a:prstGeom prst="rect">
            <a:avLst/>
          </a:prstGeom>
          <a:noFill/>
          <a:ln>
            <a:noFill/>
          </a:ln>
          <a:effectLst/>
        </p:spPr>
        <p:txBody>
          <a:bodyPr vert="horz" wrap="square" lIns="0" tIns="0" rIns="0" bIns="0" numCol="1" spcCol="215899" anchor="t"/>
          <a:lstStyle/>
          <a:p>
            <a:pPr algn="r">
              <a:lnSpc>
                <a:spcPts val="4200"/>
              </a:lnSpc>
              <a:defRPr sz="3000" b="1" cap="none">
                <a:solidFill>
                  <a:srgbClr val="000000"/>
                </a:solidFill>
                <a:latin typeface="Glacial Indifference"/>
                <a:ea typeface="Glacial Indifference"/>
                <a:cs typeface="Glacial Indifference"/>
              </a:defRPr>
            </a:pPr>
            <a:r>
              <a:t>FRAKTUR HUMERUS </a:t>
            </a:r>
          </a:p>
        </p:txBody>
      </p:sp>
      <p:sp>
        <p:nvSpPr>
          <p:cNvPr id="1498670961" name="Freeform 37"/>
          <p:cNvSpPr/>
          <p:nvPr/>
        </p:nvSpPr>
        <p:spPr bwMode="auto">
          <a:xfrm>
            <a:off x="1250950" y="9157335"/>
            <a:ext cx="659130" cy="659130"/>
          </a:xfrm>
          <a:custGeom>
            <a:avLst/>
            <a:gdLst/>
            <a:ahLst/>
            <a:cxnLst/>
            <a:rect l="0" t="0" r="659130" b="659130"/>
            <a:pathLst>
              <a:path w="659130" h="659130" extrusionOk="0">
                <a:moveTo>
                  <a:pt x="0" y="0"/>
                </a:moveTo>
                <a:lnTo>
                  <a:pt x="659130" y="0"/>
                </a:lnTo>
                <a:lnTo>
                  <a:pt x="659130" y="659129"/>
                </a:lnTo>
                <a:lnTo>
                  <a:pt x="0" y="659129"/>
                </a:lnTo>
                <a:lnTo>
                  <a:pt x="0" y="0"/>
                </a:lnTo>
                <a:close/>
              </a:path>
            </a:pathLst>
          </a:custGeom>
          <a:blipFill>
            <a:blip r:embed="rId7"/>
            <a:stretch/>
          </a:blipFill>
          <a:ln>
            <a:noFill/>
          </a:ln>
          <a:effectLst/>
        </p:spPr>
      </p:sp>
      <p:sp>
        <p:nvSpPr>
          <p:cNvPr id="128704994" name="Freeform 38"/>
          <p:cNvSpPr/>
          <p:nvPr/>
        </p:nvSpPr>
        <p:spPr bwMode="auto">
          <a:xfrm>
            <a:off x="0" y="0"/>
            <a:ext cx="5100320" cy="2209800"/>
          </a:xfrm>
          <a:custGeom>
            <a:avLst/>
            <a:gdLst/>
            <a:ahLst/>
            <a:cxnLst/>
            <a:rect l="0" t="0" r="5100320" b="2209800"/>
            <a:pathLst>
              <a:path w="5100320" h="2209800" extrusionOk="0">
                <a:moveTo>
                  <a:pt x="0" y="0"/>
                </a:moveTo>
                <a:lnTo>
                  <a:pt x="5100320" y="0"/>
                </a:lnTo>
                <a:lnTo>
                  <a:pt x="5100320" y="2209800"/>
                </a:lnTo>
                <a:lnTo>
                  <a:pt x="0" y="2209800"/>
                </a:lnTo>
                <a:lnTo>
                  <a:pt x="0" y="0"/>
                </a:lnTo>
                <a:close/>
              </a:path>
            </a:pathLst>
          </a:custGeom>
          <a:blipFill>
            <a:blip r:embed="rId8"/>
            <a:stretch/>
          </a:blipFill>
          <a:ln>
            <a:noFill/>
          </a:ln>
          <a:effectLst/>
        </p:spPr>
      </p:sp>
      <p:sp>
        <p:nvSpPr>
          <p:cNvPr id="419171107" name="TextBox 39"/>
          <p:cNvSpPr/>
          <p:nvPr/>
        </p:nvSpPr>
        <p:spPr bwMode="auto">
          <a:xfrm>
            <a:off x="6654165" y="2335530"/>
            <a:ext cx="4979670" cy="537845"/>
          </a:xfrm>
          <a:prstGeom prst="rect">
            <a:avLst/>
          </a:prstGeom>
          <a:noFill/>
          <a:ln>
            <a:noFill/>
          </a:ln>
          <a:effectLst/>
        </p:spPr>
        <p:txBody>
          <a:bodyPr vert="horz" wrap="square" lIns="0" tIns="0" rIns="0" bIns="0" numCol="1" spcCol="215899" anchor="t"/>
          <a:lstStyle/>
          <a:p>
            <a:pPr algn="ctr">
              <a:lnSpc>
                <a:spcPts val="4480"/>
              </a:lnSpc>
              <a:defRPr sz="2800" b="1" cap="none">
                <a:solidFill>
                  <a:srgbClr val="000000"/>
                </a:solidFill>
                <a:latin typeface="Glacial Indifference"/>
                <a:ea typeface="Glacial Indifference"/>
                <a:cs typeface="Glacial Indifference"/>
              </a:defRPr>
            </a:pPr>
            <a:r>
              <a:t>No. DK 1, 12 Desember 2023</a:t>
            </a:r>
          </a:p>
        </p:txBody>
      </p:sp>
      <p:sp>
        <p:nvSpPr>
          <p:cNvPr id="1273081324" name="TextBox 40"/>
          <p:cNvSpPr/>
          <p:nvPr/>
        </p:nvSpPr>
        <p:spPr bwMode="auto">
          <a:xfrm>
            <a:off x="6331585" y="3238500"/>
            <a:ext cx="1717040" cy="1066800"/>
          </a:xfrm>
          <a:prstGeom prst="rect">
            <a:avLst/>
          </a:prstGeom>
          <a:noFill/>
          <a:ln>
            <a:noFill/>
          </a:ln>
          <a:effectLst/>
        </p:spPr>
        <p:txBody>
          <a:bodyPr vert="horz" wrap="square" lIns="0" tIns="0" rIns="0" bIns="0" numCol="1" spcCol="215899" anchor="t"/>
          <a:lstStyle/>
          <a:p>
            <a:pPr algn="ctr">
              <a:lnSpc>
                <a:spcPts val="8400"/>
              </a:lnSpc>
              <a:defRPr sz="6000" b="1" cap="none">
                <a:solidFill>
                  <a:srgbClr val="FFFFFF"/>
                </a:solidFill>
                <a:latin typeface="Glacial Indifference"/>
                <a:ea typeface="Glacial Indifference"/>
                <a:cs typeface="Glacial Indifference"/>
              </a:defRPr>
            </a:pPr>
            <a:r>
              <a:t>O</a:t>
            </a:r>
          </a:p>
        </p:txBody>
      </p:sp>
      <p:sp>
        <p:nvSpPr>
          <p:cNvPr id="21200631" name="TextBox 41"/>
          <p:cNvSpPr/>
          <p:nvPr/>
        </p:nvSpPr>
        <p:spPr bwMode="auto">
          <a:xfrm>
            <a:off x="10304145" y="3238500"/>
            <a:ext cx="1717040" cy="1047750"/>
          </a:xfrm>
          <a:prstGeom prst="rect">
            <a:avLst/>
          </a:prstGeom>
          <a:noFill/>
          <a:ln>
            <a:noFill/>
          </a:ln>
          <a:effectLst/>
        </p:spPr>
        <p:txBody>
          <a:bodyPr vert="horz" wrap="square" lIns="0" tIns="0" rIns="0" bIns="0" numCol="1" spcCol="215899" anchor="t"/>
          <a:lstStyle/>
          <a:p>
            <a:pPr algn="ctr">
              <a:lnSpc>
                <a:spcPts val="8400"/>
              </a:lnSpc>
              <a:defRPr sz="6000" b="1" cap="none">
                <a:solidFill>
                  <a:srgbClr val="FFFFFF"/>
                </a:solidFill>
                <a:latin typeface="Glacial Indifference"/>
                <a:ea typeface="Glacial Indifference"/>
                <a:cs typeface="Glacial Indifference"/>
              </a:defRPr>
            </a:pPr>
            <a:r>
              <a:t>A</a:t>
            </a:r>
          </a:p>
        </p:txBody>
      </p:sp>
      <p:sp>
        <p:nvSpPr>
          <p:cNvPr id="1513866594" name="TextBox 42"/>
          <p:cNvSpPr/>
          <p:nvPr/>
        </p:nvSpPr>
        <p:spPr bwMode="auto">
          <a:xfrm>
            <a:off x="14103985" y="3238500"/>
            <a:ext cx="1717040" cy="1066800"/>
          </a:xfrm>
          <a:prstGeom prst="rect">
            <a:avLst/>
          </a:prstGeom>
          <a:noFill/>
          <a:ln>
            <a:noFill/>
          </a:ln>
          <a:effectLst/>
        </p:spPr>
        <p:txBody>
          <a:bodyPr vert="horz" wrap="square" lIns="0" tIns="0" rIns="0" bIns="0" numCol="1" spcCol="215899" anchor="t"/>
          <a:lstStyle/>
          <a:p>
            <a:pPr algn="ctr">
              <a:lnSpc>
                <a:spcPts val="8400"/>
              </a:lnSpc>
              <a:defRPr sz="6000" b="1" cap="none">
                <a:solidFill>
                  <a:srgbClr val="FFFFFF"/>
                </a:solidFill>
                <a:latin typeface="Glacial Indifference"/>
                <a:ea typeface="Glacial Indifference"/>
                <a:cs typeface="Glacial Indifference"/>
              </a:defRPr>
            </a:pPr>
            <a:r>
              <a:t>P</a:t>
            </a:r>
          </a:p>
        </p:txBody>
      </p:sp>
      <p:sp>
        <p:nvSpPr>
          <p:cNvPr id="148396738" name="TextBox 43"/>
          <p:cNvSpPr/>
          <p:nvPr/>
        </p:nvSpPr>
        <p:spPr bwMode="auto">
          <a:xfrm>
            <a:off x="5602605" y="4834890"/>
            <a:ext cx="3258185" cy="2880360"/>
          </a:xfrm>
          <a:prstGeom prst="rect">
            <a:avLst/>
          </a:prstGeom>
          <a:noFill/>
          <a:ln>
            <a:noFill/>
          </a:ln>
          <a:effectLst/>
        </p:spPr>
        <p:txBody>
          <a:bodyPr vert="horz" wrap="square" lIns="0" tIns="0" rIns="0" bIns="0" numCol="1" spcCol="215899" anchor="t"/>
          <a:lstStyle/>
          <a:p>
            <a:pPr algn="l">
              <a:lnSpc>
                <a:spcPts val="3240"/>
              </a:lnSpc>
              <a:defRPr/>
            </a:pPr>
            <a:r>
              <a:rPr sz="2700" cap="none">
                <a:solidFill>
                  <a:srgbClr val="000000"/>
                </a:solidFill>
                <a:latin typeface="Glacial Indifference"/>
                <a:ea typeface="Glacial Indifference"/>
                <a:cs typeface="Glacial Indifference"/>
              </a:rPr>
              <a:t>Klien tampak gelisah</a:t>
            </a:r>
          </a:p>
          <a:p>
            <a:pPr algn="l">
              <a:lnSpc>
                <a:spcPts val="3240"/>
              </a:lnSpc>
              <a:defRPr sz="2700" cap="none">
                <a:solidFill>
                  <a:srgbClr val="000000"/>
                </a:solidFill>
                <a:latin typeface="Glacial Indifference"/>
                <a:ea typeface="Glacial Indifference"/>
                <a:cs typeface="Glacial Indifference"/>
              </a:defRPr>
            </a:pPr>
            <a:endParaRPr/>
          </a:p>
          <a:p>
            <a:pPr algn="l">
              <a:lnSpc>
                <a:spcPts val="3240"/>
              </a:lnSpc>
              <a:defRPr/>
            </a:pPr>
            <a:r>
              <a:rPr sz="2700" cap="none">
                <a:solidFill>
                  <a:srgbClr val="000000"/>
                </a:solidFill>
                <a:latin typeface="Glacial Indifference"/>
                <a:ea typeface="Glacial Indifference"/>
                <a:cs typeface="Glacial Indifference"/>
              </a:rPr>
              <a:t>Skala nyeri: 6</a:t>
            </a:r>
          </a:p>
          <a:p>
            <a:pPr algn="l">
              <a:lnSpc>
                <a:spcPts val="3240"/>
              </a:lnSpc>
              <a:defRPr/>
            </a:pPr>
            <a:r>
              <a:rPr sz="2700" cap="none">
                <a:solidFill>
                  <a:srgbClr val="000000"/>
                </a:solidFill>
                <a:latin typeface="Glacial Indifference"/>
                <a:ea typeface="Glacial Indifference"/>
                <a:cs typeface="Glacial Indifference"/>
              </a:rPr>
              <a:t>TD: 118/80</a:t>
            </a:r>
          </a:p>
          <a:p>
            <a:pPr algn="l">
              <a:lnSpc>
                <a:spcPts val="3240"/>
              </a:lnSpc>
              <a:defRPr/>
            </a:pPr>
            <a:r>
              <a:rPr sz="2700" cap="none">
                <a:solidFill>
                  <a:srgbClr val="000000"/>
                </a:solidFill>
                <a:latin typeface="Glacial Indifference"/>
                <a:ea typeface="Glacial Indifference"/>
                <a:cs typeface="Glacial Indifference"/>
              </a:rPr>
              <a:t>N: 96x/menit</a:t>
            </a:r>
          </a:p>
          <a:p>
            <a:pPr algn="l">
              <a:lnSpc>
                <a:spcPts val="3240"/>
              </a:lnSpc>
              <a:defRPr/>
            </a:pPr>
            <a:r>
              <a:rPr sz="2700" cap="none">
                <a:solidFill>
                  <a:srgbClr val="000000"/>
                </a:solidFill>
                <a:latin typeface="Glacial Indifference"/>
                <a:ea typeface="Glacial Indifference"/>
                <a:cs typeface="Glacial Indifference"/>
              </a:rPr>
              <a:t>S: 36.7°C</a:t>
            </a:r>
          </a:p>
          <a:p>
            <a:pPr algn="l">
              <a:lnSpc>
                <a:spcPts val="3240"/>
              </a:lnSpc>
              <a:defRPr/>
            </a:pPr>
            <a:r>
              <a:rPr sz="2700" cap="none">
                <a:solidFill>
                  <a:srgbClr val="000000"/>
                </a:solidFill>
                <a:latin typeface="Glacial Indifference"/>
                <a:ea typeface="Glacial Indifference"/>
                <a:cs typeface="Glacial Indifference"/>
              </a:rPr>
              <a:t>RR: 20x/menit</a:t>
            </a:r>
          </a:p>
        </p:txBody>
      </p:sp>
      <p:sp>
        <p:nvSpPr>
          <p:cNvPr id="127079051" name="TextBox 44"/>
          <p:cNvSpPr/>
          <p:nvPr/>
        </p:nvSpPr>
        <p:spPr bwMode="auto">
          <a:xfrm>
            <a:off x="9492615" y="4834890"/>
            <a:ext cx="3257550" cy="923925"/>
          </a:xfrm>
          <a:prstGeom prst="rect">
            <a:avLst/>
          </a:prstGeom>
          <a:noFill/>
          <a:ln>
            <a:noFill/>
          </a:ln>
          <a:effectLst/>
        </p:spPr>
        <p:txBody>
          <a:bodyPr vert="horz" wrap="square" lIns="0" tIns="0" rIns="0" bIns="0" numCol="1" spcCol="215899" anchor="t"/>
          <a:lstStyle/>
          <a:p>
            <a:pPr algn="l">
              <a:lnSpc>
                <a:spcPts val="3600"/>
              </a:lnSpc>
              <a:defRPr sz="1600" cap="none"/>
            </a:pPr>
            <a:r>
              <a:rPr sz="2800" cap="none">
                <a:solidFill>
                  <a:srgbClr val="000000"/>
                </a:solidFill>
                <a:latin typeface="Glacial Indifference"/>
                <a:ea typeface="Glacial Indifference"/>
                <a:cs typeface="Glacial Indifference"/>
              </a:rPr>
              <a:t>Masalah belum teratasi</a:t>
            </a:r>
          </a:p>
        </p:txBody>
      </p:sp>
      <p:sp>
        <p:nvSpPr>
          <p:cNvPr id="1216751353" name="TextBox 45"/>
          <p:cNvSpPr/>
          <p:nvPr/>
        </p:nvSpPr>
        <p:spPr bwMode="auto">
          <a:xfrm>
            <a:off x="13440410" y="4834890"/>
            <a:ext cx="3257550" cy="923925"/>
          </a:xfrm>
          <a:prstGeom prst="rect">
            <a:avLst/>
          </a:prstGeom>
          <a:noFill/>
          <a:ln>
            <a:noFill/>
          </a:ln>
          <a:effectLst/>
        </p:spPr>
        <p:txBody>
          <a:bodyPr vert="horz" wrap="square" lIns="0" tIns="0" rIns="0" bIns="0" numCol="1" spcCol="215899" anchor="t"/>
          <a:lstStyle/>
          <a:p>
            <a:pPr algn="l">
              <a:lnSpc>
                <a:spcPts val="3600"/>
              </a:lnSpc>
              <a:defRPr sz="1600" cap="none"/>
            </a:pPr>
            <a:r>
              <a:rPr sz="2800" cap="none">
                <a:solidFill>
                  <a:srgbClr val="000000"/>
                </a:solidFill>
                <a:latin typeface="Glacial Indifference"/>
                <a:ea typeface="Glacial Indifference"/>
                <a:cs typeface="Glacial Indifference"/>
              </a:rPr>
              <a:t>Intervensi dilanjutkan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grpSp>
        <p:nvGrpSpPr>
          <p:cNvPr id="1859039252" name="Group 2"/>
          <p:cNvGrpSpPr/>
          <p:nvPr/>
        </p:nvGrpSpPr>
        <p:grpSpPr bwMode="auto">
          <a:xfrm>
            <a:off x="0" y="10073640"/>
            <a:ext cx="18288000" cy="213360"/>
            <a:chOff x="0" y="10073640"/>
            <a:chExt cx="18288000" cy="213360"/>
          </a:xfrm>
        </p:grpSpPr>
        <p:sp>
          <p:nvSpPr>
            <p:cNvPr id="4" name="Freeform 3"/>
            <p:cNvSpPr/>
            <p:nvPr/>
          </p:nvSpPr>
          <p:spPr bwMode="auto">
            <a:xfrm>
              <a:off x="0" y="1007364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5DA295"/>
            </a:solidFill>
            <a:ln>
              <a:noFill/>
            </a:ln>
            <a:effectLst/>
          </p:spPr>
        </p:sp>
        <p:sp>
          <p:nvSpPr>
            <p:cNvPr id="3" name="TextBox 4"/>
            <p:cNvSpPr/>
            <p:nvPr/>
          </p:nvSpPr>
          <p:spPr bwMode="auto">
            <a:xfrm>
              <a:off x="0" y="992886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1181188059" name="Group 5"/>
          <p:cNvGrpSpPr/>
          <p:nvPr/>
        </p:nvGrpSpPr>
        <p:grpSpPr bwMode="auto">
          <a:xfrm>
            <a:off x="0" y="0"/>
            <a:ext cx="18288000" cy="213360"/>
            <a:chOff x="0" y="0"/>
            <a:chExt cx="18288000" cy="213360"/>
          </a:xfrm>
        </p:grpSpPr>
        <p:sp>
          <p:nvSpPr>
            <p:cNvPr id="7" name="Freeform 6"/>
            <p:cNvSpPr/>
            <p:nvPr/>
          </p:nvSpPr>
          <p:spPr bwMode="auto">
            <a:xfrm>
              <a:off x="0" y="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BFDDD2"/>
            </a:solidFill>
            <a:ln>
              <a:noFill/>
            </a:ln>
            <a:effectLst/>
          </p:spPr>
        </p:sp>
        <p:sp>
          <p:nvSpPr>
            <p:cNvPr id="6" name="TextBox 7"/>
            <p:cNvSpPr/>
            <p:nvPr/>
          </p:nvSpPr>
          <p:spPr bwMode="auto">
            <a:xfrm>
              <a:off x="0" y="-14478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1664133459" name="TextBox 8"/>
          <p:cNvSpPr/>
          <p:nvPr/>
        </p:nvSpPr>
        <p:spPr bwMode="auto">
          <a:xfrm>
            <a:off x="16563975" y="8834120"/>
            <a:ext cx="955040" cy="799465"/>
          </a:xfrm>
          <a:prstGeom prst="rect">
            <a:avLst/>
          </a:prstGeom>
          <a:noFill/>
          <a:ln>
            <a:noFill/>
          </a:ln>
          <a:effectLst/>
        </p:spPr>
        <p:txBody>
          <a:bodyPr vert="horz" wrap="square" lIns="0" tIns="0" rIns="0" bIns="0" numCol="1" spcCol="215899" anchor="t"/>
          <a:lstStyle/>
          <a:p>
            <a:pPr algn="r">
              <a:lnSpc>
                <a:spcPts val="6295"/>
              </a:lnSpc>
              <a:defRPr sz="4500" b="1" cap="none">
                <a:solidFill>
                  <a:srgbClr val="000000"/>
                </a:solidFill>
                <a:latin typeface="Glacial Indifference"/>
                <a:ea typeface="Glacial Indifference"/>
                <a:cs typeface="Glacial Indifference"/>
              </a:defRPr>
            </a:pPr>
            <a:r>
              <a:t>46</a:t>
            </a:r>
          </a:p>
        </p:txBody>
      </p:sp>
      <p:sp>
        <p:nvSpPr>
          <p:cNvPr id="1585932968" name="AutoShape 9"/>
          <p:cNvSpPr/>
          <p:nvPr/>
        </p:nvSpPr>
        <p:spPr bwMode="auto">
          <a:xfrm>
            <a:off x="16563975" y="8877300"/>
            <a:ext cx="0" cy="762000"/>
          </a:xfrm>
          <a:prstGeom prst="line">
            <a:avLst/>
          </a:prstGeom>
          <a:noFill/>
          <a:ln w="95250" cap="flat" cmpd="sng" algn="ctr">
            <a:solidFill>
              <a:srgbClr val="5DA295"/>
            </a:solidFill>
            <a:prstDash val="solid"/>
            <a:headEnd type="none"/>
            <a:tailEnd type="none"/>
          </a:ln>
          <a:effectLst/>
        </p:spPr>
      </p:sp>
      <p:sp>
        <p:nvSpPr>
          <p:cNvPr id="1202477700" name="AutoShape 10"/>
          <p:cNvSpPr/>
          <p:nvPr/>
        </p:nvSpPr>
        <p:spPr bwMode="auto">
          <a:xfrm>
            <a:off x="1219200" y="8370570"/>
            <a:ext cx="15849600" cy="0"/>
          </a:xfrm>
          <a:prstGeom prst="line">
            <a:avLst/>
          </a:prstGeom>
          <a:noFill/>
          <a:ln w="38100" cap="flat" cmpd="sng" algn="ctr">
            <a:solidFill>
              <a:srgbClr val="5DA295"/>
            </a:solidFill>
            <a:prstDash val="solid"/>
            <a:headEnd type="none"/>
            <a:tailEnd type="none"/>
          </a:ln>
          <a:effectLst/>
        </p:spPr>
      </p:sp>
      <p:sp>
        <p:nvSpPr>
          <p:cNvPr id="1348274522" name="AutoShape 11"/>
          <p:cNvSpPr/>
          <p:nvPr/>
        </p:nvSpPr>
        <p:spPr bwMode="auto">
          <a:xfrm>
            <a:off x="1219200" y="3102610"/>
            <a:ext cx="15849600" cy="0"/>
          </a:xfrm>
          <a:prstGeom prst="line">
            <a:avLst/>
          </a:prstGeom>
          <a:noFill/>
          <a:ln w="38100" cap="flat" cmpd="sng" algn="ctr">
            <a:solidFill>
              <a:srgbClr val="5DA295"/>
            </a:solidFill>
            <a:prstDash val="solid"/>
            <a:headEnd type="none"/>
            <a:tailEnd type="none"/>
          </a:ln>
          <a:effectLst/>
        </p:spPr>
      </p:sp>
      <p:sp>
        <p:nvSpPr>
          <p:cNvPr id="1265849475" name="AutoShape 12"/>
          <p:cNvSpPr/>
          <p:nvPr/>
        </p:nvSpPr>
        <p:spPr bwMode="auto">
          <a:xfrm flipV="1">
            <a:off x="1238250" y="3082925"/>
            <a:ext cx="2540" cy="5306695"/>
          </a:xfrm>
          <a:prstGeom prst="line">
            <a:avLst/>
          </a:prstGeom>
          <a:noFill/>
          <a:ln w="38100" cap="flat" cmpd="sng" algn="ctr">
            <a:solidFill>
              <a:srgbClr val="5DA295"/>
            </a:solidFill>
            <a:prstDash val="solid"/>
            <a:headEnd type="none"/>
            <a:tailEnd type="none"/>
          </a:ln>
          <a:effectLst/>
        </p:spPr>
      </p:sp>
      <p:sp>
        <p:nvSpPr>
          <p:cNvPr id="144533828" name="AutoShape 13"/>
          <p:cNvSpPr/>
          <p:nvPr/>
        </p:nvSpPr>
        <p:spPr bwMode="auto">
          <a:xfrm flipH="1" flipV="1">
            <a:off x="5193030" y="3092450"/>
            <a:ext cx="0" cy="5287644"/>
          </a:xfrm>
          <a:prstGeom prst="line">
            <a:avLst/>
          </a:prstGeom>
          <a:noFill/>
          <a:ln w="38100" cap="flat" cmpd="sng" algn="ctr">
            <a:solidFill>
              <a:srgbClr val="5DA295"/>
            </a:solidFill>
            <a:prstDash val="solid"/>
            <a:headEnd type="none"/>
            <a:tailEnd type="none"/>
          </a:ln>
          <a:effectLst/>
        </p:spPr>
      </p:sp>
      <p:sp>
        <p:nvSpPr>
          <p:cNvPr id="1429675758" name="AutoShape 14"/>
          <p:cNvSpPr/>
          <p:nvPr/>
        </p:nvSpPr>
        <p:spPr bwMode="auto">
          <a:xfrm flipH="1" flipV="1">
            <a:off x="9145270" y="3092450"/>
            <a:ext cx="0" cy="5287644"/>
          </a:xfrm>
          <a:prstGeom prst="line">
            <a:avLst/>
          </a:prstGeom>
          <a:noFill/>
          <a:ln w="38100" cap="flat" cmpd="sng" algn="ctr">
            <a:solidFill>
              <a:srgbClr val="5DA295"/>
            </a:solidFill>
            <a:prstDash val="solid"/>
            <a:headEnd type="none"/>
            <a:tailEnd type="none"/>
          </a:ln>
          <a:effectLst/>
        </p:spPr>
      </p:sp>
      <p:sp>
        <p:nvSpPr>
          <p:cNvPr id="761043706" name="AutoShape 15"/>
          <p:cNvSpPr/>
          <p:nvPr/>
        </p:nvSpPr>
        <p:spPr bwMode="auto">
          <a:xfrm flipV="1">
            <a:off x="13097510" y="3092450"/>
            <a:ext cx="0" cy="5287644"/>
          </a:xfrm>
          <a:prstGeom prst="line">
            <a:avLst/>
          </a:prstGeom>
          <a:noFill/>
          <a:ln w="38100" cap="flat" cmpd="sng" algn="ctr">
            <a:solidFill>
              <a:srgbClr val="5DA295"/>
            </a:solidFill>
            <a:prstDash val="solid"/>
            <a:headEnd type="none"/>
            <a:tailEnd type="none"/>
          </a:ln>
          <a:effectLst/>
        </p:spPr>
      </p:sp>
      <p:sp>
        <p:nvSpPr>
          <p:cNvPr id="929397552" name="AutoShape 16"/>
          <p:cNvSpPr/>
          <p:nvPr/>
        </p:nvSpPr>
        <p:spPr bwMode="auto">
          <a:xfrm flipV="1">
            <a:off x="17049750" y="3092450"/>
            <a:ext cx="0" cy="5287644"/>
          </a:xfrm>
          <a:prstGeom prst="line">
            <a:avLst/>
          </a:prstGeom>
          <a:noFill/>
          <a:ln w="38100" cap="flat" cmpd="sng" algn="ctr">
            <a:solidFill>
              <a:srgbClr val="5DA295"/>
            </a:solidFill>
            <a:prstDash val="solid"/>
            <a:headEnd type="none"/>
            <a:tailEnd type="none"/>
          </a:ln>
          <a:effectLst/>
        </p:spPr>
      </p:sp>
      <p:grpSp>
        <p:nvGrpSpPr>
          <p:cNvPr id="2108478353" name="Group 17"/>
          <p:cNvGrpSpPr/>
          <p:nvPr/>
        </p:nvGrpSpPr>
        <p:grpSpPr bwMode="auto">
          <a:xfrm>
            <a:off x="6457315" y="3092450"/>
            <a:ext cx="1465580" cy="1492250"/>
            <a:chOff x="6457315" y="3092450"/>
            <a:chExt cx="1465580" cy="1492250"/>
          </a:xfrm>
        </p:grpSpPr>
        <p:sp>
          <p:nvSpPr>
            <p:cNvPr id="19" name="Freeform 18"/>
            <p:cNvSpPr/>
            <p:nvPr/>
          </p:nvSpPr>
          <p:spPr bwMode="auto">
            <a:xfrm>
              <a:off x="6457315" y="3092450"/>
              <a:ext cx="1465580" cy="1492250"/>
            </a:xfrm>
            <a:custGeom>
              <a:avLst/>
              <a:gdLst/>
              <a:ahLst/>
              <a:cxnLst/>
              <a:rect l="0" t="0" r="1465580" b="1492250"/>
              <a:pathLst>
                <a:path w="1465580" h="1492250" extrusionOk="0">
                  <a:moveTo>
                    <a:pt x="1465580" y="0"/>
                  </a:moveTo>
                  <a:lnTo>
                    <a:pt x="1465580" y="1282402"/>
                  </a:lnTo>
                  <a:lnTo>
                    <a:pt x="732790" y="1492250"/>
                  </a:lnTo>
                  <a:lnTo>
                    <a:pt x="0" y="1282402"/>
                  </a:lnTo>
                  <a:lnTo>
                    <a:pt x="0" y="0"/>
                  </a:lnTo>
                  <a:lnTo>
                    <a:pt x="1465580" y="0"/>
                  </a:lnTo>
                  <a:close/>
                </a:path>
              </a:pathLst>
            </a:custGeom>
            <a:solidFill>
              <a:srgbClr val="5DA295"/>
            </a:solidFill>
            <a:ln>
              <a:noFill/>
            </a:ln>
            <a:effectLst/>
          </p:spPr>
        </p:sp>
        <p:sp>
          <p:nvSpPr>
            <p:cNvPr id="18" name="TextBox 19"/>
            <p:cNvSpPr/>
            <p:nvPr/>
          </p:nvSpPr>
          <p:spPr bwMode="auto">
            <a:xfrm>
              <a:off x="6457315" y="3022600"/>
              <a:ext cx="1465580" cy="135255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758126038" name="Group 20"/>
          <p:cNvGrpSpPr/>
          <p:nvPr/>
        </p:nvGrpSpPr>
        <p:grpSpPr bwMode="auto">
          <a:xfrm>
            <a:off x="2469515" y="3092450"/>
            <a:ext cx="1465580" cy="1492250"/>
            <a:chOff x="2469515" y="3092450"/>
            <a:chExt cx="1465580" cy="1492250"/>
          </a:xfrm>
        </p:grpSpPr>
        <p:sp>
          <p:nvSpPr>
            <p:cNvPr id="22" name="Freeform 21"/>
            <p:cNvSpPr/>
            <p:nvPr/>
          </p:nvSpPr>
          <p:spPr bwMode="auto">
            <a:xfrm>
              <a:off x="2469515" y="3092450"/>
              <a:ext cx="1465580" cy="1492250"/>
            </a:xfrm>
            <a:custGeom>
              <a:avLst/>
              <a:gdLst/>
              <a:ahLst/>
              <a:cxnLst/>
              <a:rect l="0" t="0" r="1465580" b="1492250"/>
              <a:pathLst>
                <a:path w="1465580" h="1492250" extrusionOk="0">
                  <a:moveTo>
                    <a:pt x="1465580" y="0"/>
                  </a:moveTo>
                  <a:lnTo>
                    <a:pt x="1465580" y="1282402"/>
                  </a:lnTo>
                  <a:lnTo>
                    <a:pt x="732790" y="1492250"/>
                  </a:lnTo>
                  <a:lnTo>
                    <a:pt x="0" y="1282402"/>
                  </a:lnTo>
                  <a:lnTo>
                    <a:pt x="0" y="0"/>
                  </a:lnTo>
                  <a:lnTo>
                    <a:pt x="1465580" y="0"/>
                  </a:lnTo>
                  <a:close/>
                </a:path>
              </a:pathLst>
            </a:custGeom>
            <a:solidFill>
              <a:srgbClr val="5DA295"/>
            </a:solidFill>
            <a:ln>
              <a:noFill/>
            </a:ln>
            <a:effectLst/>
          </p:spPr>
        </p:sp>
        <p:sp>
          <p:nvSpPr>
            <p:cNvPr id="21" name="TextBox 22"/>
            <p:cNvSpPr/>
            <p:nvPr/>
          </p:nvSpPr>
          <p:spPr bwMode="auto">
            <a:xfrm>
              <a:off x="2469515" y="3022600"/>
              <a:ext cx="1465580" cy="135255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1790373383" name="Group 23"/>
          <p:cNvGrpSpPr/>
          <p:nvPr/>
        </p:nvGrpSpPr>
        <p:grpSpPr bwMode="auto">
          <a:xfrm>
            <a:off x="10429875" y="3082925"/>
            <a:ext cx="1465580" cy="1492250"/>
            <a:chOff x="10429875" y="3082925"/>
            <a:chExt cx="1465580" cy="1492250"/>
          </a:xfrm>
        </p:grpSpPr>
        <p:sp>
          <p:nvSpPr>
            <p:cNvPr id="25" name="Freeform 24"/>
            <p:cNvSpPr/>
            <p:nvPr/>
          </p:nvSpPr>
          <p:spPr bwMode="auto">
            <a:xfrm>
              <a:off x="10429875" y="3082925"/>
              <a:ext cx="1465580" cy="1492250"/>
            </a:xfrm>
            <a:custGeom>
              <a:avLst/>
              <a:gdLst/>
              <a:ahLst/>
              <a:cxnLst/>
              <a:rect l="0" t="0" r="1465580" b="1492250"/>
              <a:pathLst>
                <a:path w="1465580" h="1492250" extrusionOk="0">
                  <a:moveTo>
                    <a:pt x="1465580" y="0"/>
                  </a:moveTo>
                  <a:lnTo>
                    <a:pt x="1465580" y="1282402"/>
                  </a:lnTo>
                  <a:lnTo>
                    <a:pt x="732790" y="1492250"/>
                  </a:lnTo>
                  <a:lnTo>
                    <a:pt x="0" y="1282402"/>
                  </a:lnTo>
                  <a:lnTo>
                    <a:pt x="0" y="0"/>
                  </a:lnTo>
                  <a:lnTo>
                    <a:pt x="1465580" y="0"/>
                  </a:lnTo>
                  <a:close/>
                </a:path>
              </a:pathLst>
            </a:custGeom>
            <a:solidFill>
              <a:srgbClr val="5DA295"/>
            </a:solidFill>
            <a:ln>
              <a:noFill/>
            </a:ln>
            <a:effectLst/>
          </p:spPr>
        </p:sp>
        <p:sp>
          <p:nvSpPr>
            <p:cNvPr id="24" name="TextBox 25"/>
            <p:cNvSpPr/>
            <p:nvPr/>
          </p:nvSpPr>
          <p:spPr bwMode="auto">
            <a:xfrm>
              <a:off x="10429875" y="3013075"/>
              <a:ext cx="1465580" cy="135255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174547795" name="Group 26"/>
          <p:cNvGrpSpPr/>
          <p:nvPr/>
        </p:nvGrpSpPr>
        <p:grpSpPr bwMode="auto">
          <a:xfrm>
            <a:off x="14229714" y="3082925"/>
            <a:ext cx="1465580" cy="1492250"/>
            <a:chOff x="14229714" y="3082925"/>
            <a:chExt cx="1465580" cy="1492250"/>
          </a:xfrm>
        </p:grpSpPr>
        <p:sp>
          <p:nvSpPr>
            <p:cNvPr id="28" name="Freeform 27"/>
            <p:cNvSpPr/>
            <p:nvPr/>
          </p:nvSpPr>
          <p:spPr bwMode="auto">
            <a:xfrm>
              <a:off x="14229714" y="3082925"/>
              <a:ext cx="1465580" cy="1492250"/>
            </a:xfrm>
            <a:custGeom>
              <a:avLst/>
              <a:gdLst/>
              <a:ahLst/>
              <a:cxnLst/>
              <a:rect l="0" t="0" r="1465580" b="1492250"/>
              <a:pathLst>
                <a:path w="1465580" h="1492250" extrusionOk="0">
                  <a:moveTo>
                    <a:pt x="1465580" y="0"/>
                  </a:moveTo>
                  <a:lnTo>
                    <a:pt x="1465580" y="1282402"/>
                  </a:lnTo>
                  <a:lnTo>
                    <a:pt x="732790" y="1492250"/>
                  </a:lnTo>
                  <a:lnTo>
                    <a:pt x="0" y="1282402"/>
                  </a:lnTo>
                  <a:lnTo>
                    <a:pt x="0" y="0"/>
                  </a:lnTo>
                  <a:lnTo>
                    <a:pt x="1465580" y="0"/>
                  </a:lnTo>
                  <a:close/>
                </a:path>
              </a:pathLst>
            </a:custGeom>
            <a:solidFill>
              <a:srgbClr val="5DA295"/>
            </a:solidFill>
            <a:ln>
              <a:noFill/>
            </a:ln>
            <a:effectLst/>
          </p:spPr>
        </p:sp>
        <p:sp>
          <p:nvSpPr>
            <p:cNvPr id="27" name="TextBox 28"/>
            <p:cNvSpPr/>
            <p:nvPr/>
          </p:nvSpPr>
          <p:spPr bwMode="auto">
            <a:xfrm>
              <a:off x="14229714" y="3013075"/>
              <a:ext cx="1465580" cy="135255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702619077" name="Freeform 29"/>
          <p:cNvSpPr/>
          <p:nvPr/>
        </p:nvSpPr>
        <p:spPr bwMode="auto">
          <a:xfrm>
            <a:off x="14869160" y="-2098675"/>
            <a:ext cx="3705225" cy="3905250"/>
          </a:xfrm>
          <a:custGeom>
            <a:avLst/>
            <a:gdLst/>
            <a:ahLst/>
            <a:cxnLst/>
            <a:rect l="0" t="0" r="3705225" b="3905250"/>
            <a:pathLst>
              <a:path w="3705225" h="3905250" extrusionOk="0">
                <a:moveTo>
                  <a:pt x="0" y="0"/>
                </a:moveTo>
                <a:lnTo>
                  <a:pt x="3705225" y="0"/>
                </a:lnTo>
                <a:lnTo>
                  <a:pt x="3705225" y="3905250"/>
                </a:lnTo>
                <a:lnTo>
                  <a:pt x="0" y="3905250"/>
                </a:lnTo>
                <a:lnTo>
                  <a:pt x="0" y="0"/>
                </a:lnTo>
                <a:close/>
              </a:path>
            </a:pathLst>
          </a:custGeom>
          <a:blipFill>
            <a:blip r:embed="rId3"/>
            <a:stretch/>
          </a:blipFill>
          <a:ln>
            <a:noFill/>
          </a:ln>
          <a:effectLst/>
        </p:spPr>
      </p:sp>
      <p:sp>
        <p:nvSpPr>
          <p:cNvPr id="1354142139" name="Freeform 30"/>
          <p:cNvSpPr/>
          <p:nvPr/>
        </p:nvSpPr>
        <p:spPr bwMode="auto">
          <a:xfrm>
            <a:off x="15302865" y="1278890"/>
            <a:ext cx="1073150" cy="1073785"/>
          </a:xfrm>
          <a:custGeom>
            <a:avLst/>
            <a:gdLst/>
            <a:ahLst/>
            <a:cxnLst/>
            <a:rect l="0" t="0" r="1073150" b="1073785"/>
            <a:pathLst>
              <a:path w="1073150" h="1073785" extrusionOk="0">
                <a:moveTo>
                  <a:pt x="0" y="0"/>
                </a:moveTo>
                <a:lnTo>
                  <a:pt x="1073149" y="0"/>
                </a:lnTo>
                <a:lnTo>
                  <a:pt x="1073149" y="1073785"/>
                </a:lnTo>
                <a:lnTo>
                  <a:pt x="0" y="1073785"/>
                </a:lnTo>
                <a:lnTo>
                  <a:pt x="0" y="0"/>
                </a:lnTo>
                <a:close/>
              </a:path>
            </a:pathLst>
          </a:custGeom>
          <a:blipFill>
            <a:blip r:embed="rId4"/>
            <a:stretch/>
          </a:blipFill>
          <a:ln>
            <a:noFill/>
          </a:ln>
          <a:effectLst/>
        </p:spPr>
      </p:sp>
      <p:sp>
        <p:nvSpPr>
          <p:cNvPr id="1657170644" name="Freeform 31"/>
          <p:cNvSpPr/>
          <p:nvPr/>
        </p:nvSpPr>
        <p:spPr bwMode="auto">
          <a:xfrm>
            <a:off x="16148050" y="2273935"/>
            <a:ext cx="456565" cy="456565"/>
          </a:xfrm>
          <a:custGeom>
            <a:avLst/>
            <a:gdLst/>
            <a:ahLst/>
            <a:cxnLst/>
            <a:rect l="0" t="0" r="456565" b="456565"/>
            <a:pathLst>
              <a:path w="456565" h="456565" extrusionOk="0">
                <a:moveTo>
                  <a:pt x="0" y="0"/>
                </a:moveTo>
                <a:lnTo>
                  <a:pt x="456565" y="0"/>
                </a:lnTo>
                <a:lnTo>
                  <a:pt x="456565" y="456565"/>
                </a:lnTo>
                <a:lnTo>
                  <a:pt x="0" y="456565"/>
                </a:lnTo>
                <a:lnTo>
                  <a:pt x="0" y="0"/>
                </a:lnTo>
                <a:close/>
              </a:path>
            </a:pathLst>
          </a:custGeom>
          <a:blipFill>
            <a:blip r:embed="rId5"/>
            <a:stretch/>
          </a:blipFill>
          <a:ln>
            <a:noFill/>
          </a:ln>
          <a:effectLst/>
        </p:spPr>
      </p:sp>
      <p:sp>
        <p:nvSpPr>
          <p:cNvPr id="1703362594" name="Freeform 32"/>
          <p:cNvSpPr/>
          <p:nvPr/>
        </p:nvSpPr>
        <p:spPr bwMode="auto">
          <a:xfrm>
            <a:off x="560070" y="8446770"/>
            <a:ext cx="659130" cy="659130"/>
          </a:xfrm>
          <a:custGeom>
            <a:avLst/>
            <a:gdLst/>
            <a:ahLst/>
            <a:cxnLst/>
            <a:rect l="0" t="0" r="659130" b="659130"/>
            <a:pathLst>
              <a:path w="659130" h="659130" extrusionOk="0">
                <a:moveTo>
                  <a:pt x="0" y="0"/>
                </a:moveTo>
                <a:lnTo>
                  <a:pt x="659129" y="0"/>
                </a:lnTo>
                <a:lnTo>
                  <a:pt x="659129" y="659130"/>
                </a:lnTo>
                <a:lnTo>
                  <a:pt x="0" y="659130"/>
                </a:lnTo>
                <a:lnTo>
                  <a:pt x="0" y="0"/>
                </a:lnTo>
                <a:close/>
              </a:path>
            </a:pathLst>
          </a:custGeom>
          <a:blipFill>
            <a:blip r:embed="rId6"/>
            <a:stretch/>
          </a:blipFill>
          <a:ln>
            <a:noFill/>
          </a:ln>
          <a:effectLst/>
        </p:spPr>
      </p:sp>
      <p:sp>
        <p:nvSpPr>
          <p:cNvPr id="1140540350" name="TextBox 33"/>
          <p:cNvSpPr/>
          <p:nvPr/>
        </p:nvSpPr>
        <p:spPr bwMode="auto">
          <a:xfrm>
            <a:off x="4075430" y="1470660"/>
            <a:ext cx="10137140" cy="835660"/>
          </a:xfrm>
          <a:prstGeom prst="rect">
            <a:avLst/>
          </a:prstGeom>
          <a:noFill/>
          <a:ln>
            <a:noFill/>
          </a:ln>
          <a:effectLst/>
        </p:spPr>
        <p:txBody>
          <a:bodyPr vert="horz" wrap="square" lIns="0" tIns="0" rIns="0" bIns="0" numCol="1" spcCol="215899" anchor="t"/>
          <a:lstStyle/>
          <a:p>
            <a:pPr algn="ctr">
              <a:lnSpc>
                <a:spcPts val="6580"/>
              </a:lnSpc>
              <a:defRPr sz="4700" b="1" cap="none">
                <a:solidFill>
                  <a:srgbClr val="000000"/>
                </a:solidFill>
                <a:latin typeface="Glacial Indifference"/>
                <a:ea typeface="Glacial Indifference"/>
                <a:cs typeface="Glacial Indifference"/>
              </a:defRPr>
            </a:pPr>
            <a:r>
              <a:t>Evaluasi Keperawatan</a:t>
            </a:r>
          </a:p>
        </p:txBody>
      </p:sp>
      <p:sp>
        <p:nvSpPr>
          <p:cNvPr id="322360663" name="TextBox 34"/>
          <p:cNvSpPr/>
          <p:nvPr/>
        </p:nvSpPr>
        <p:spPr bwMode="auto">
          <a:xfrm>
            <a:off x="2343785" y="3238500"/>
            <a:ext cx="1717040" cy="1047750"/>
          </a:xfrm>
          <a:prstGeom prst="rect">
            <a:avLst/>
          </a:prstGeom>
          <a:noFill/>
          <a:ln>
            <a:noFill/>
          </a:ln>
          <a:effectLst/>
        </p:spPr>
        <p:txBody>
          <a:bodyPr vert="horz" wrap="square" lIns="0" tIns="0" rIns="0" bIns="0" numCol="1" spcCol="215899" anchor="t"/>
          <a:lstStyle/>
          <a:p>
            <a:pPr algn="ctr">
              <a:lnSpc>
                <a:spcPts val="8400"/>
              </a:lnSpc>
              <a:defRPr sz="6000" b="1" cap="none">
                <a:solidFill>
                  <a:srgbClr val="FFFFFF"/>
                </a:solidFill>
                <a:latin typeface="Glacial Indifference"/>
                <a:ea typeface="Glacial Indifference"/>
                <a:cs typeface="Glacial Indifference"/>
              </a:defRPr>
            </a:pPr>
            <a:r>
              <a:t>S</a:t>
            </a:r>
          </a:p>
        </p:txBody>
      </p:sp>
      <p:sp>
        <p:nvSpPr>
          <p:cNvPr id="841315622" name="TextBox 35"/>
          <p:cNvSpPr/>
          <p:nvPr/>
        </p:nvSpPr>
        <p:spPr bwMode="auto">
          <a:xfrm>
            <a:off x="1649730" y="4834890"/>
            <a:ext cx="3257550" cy="2295525"/>
          </a:xfrm>
          <a:prstGeom prst="rect">
            <a:avLst/>
          </a:prstGeom>
          <a:noFill/>
          <a:ln>
            <a:noFill/>
          </a:ln>
          <a:effectLst/>
        </p:spPr>
        <p:txBody>
          <a:bodyPr vert="horz" wrap="square" lIns="0" tIns="0" rIns="0" bIns="0" numCol="1" spcCol="215899" anchor="t"/>
          <a:lstStyle/>
          <a:p>
            <a:pPr algn="l">
              <a:lnSpc>
                <a:spcPts val="3600"/>
              </a:lnSpc>
              <a:defRPr sz="2800" cap="none">
                <a:solidFill>
                  <a:srgbClr val="000000"/>
                </a:solidFill>
                <a:latin typeface="Glacial Indifference"/>
                <a:ea typeface="Glacial Indifference"/>
                <a:cs typeface="Glacial Indifference"/>
              </a:defRPr>
            </a:pPr>
            <a:r>
              <a:t>Klien mengatakan kaku dan nyeri pada lengan sedikit berkurang saat bergerak</a:t>
            </a:r>
          </a:p>
        </p:txBody>
      </p:sp>
      <p:sp>
        <p:nvSpPr>
          <p:cNvPr id="562612080" name="TextBox 36"/>
          <p:cNvSpPr/>
          <p:nvPr/>
        </p:nvSpPr>
        <p:spPr bwMode="auto">
          <a:xfrm>
            <a:off x="11430000" y="8963025"/>
            <a:ext cx="4752340" cy="523875"/>
          </a:xfrm>
          <a:prstGeom prst="rect">
            <a:avLst/>
          </a:prstGeom>
          <a:noFill/>
          <a:ln>
            <a:noFill/>
          </a:ln>
          <a:effectLst/>
        </p:spPr>
        <p:txBody>
          <a:bodyPr vert="horz" wrap="square" lIns="0" tIns="0" rIns="0" bIns="0" numCol="1" spcCol="215899" anchor="t"/>
          <a:lstStyle/>
          <a:p>
            <a:pPr algn="r">
              <a:lnSpc>
                <a:spcPts val="4200"/>
              </a:lnSpc>
              <a:defRPr sz="3000" b="1" cap="none">
                <a:solidFill>
                  <a:srgbClr val="000000"/>
                </a:solidFill>
                <a:latin typeface="Glacial Indifference"/>
                <a:ea typeface="Glacial Indifference"/>
                <a:cs typeface="Glacial Indifference"/>
              </a:defRPr>
            </a:pPr>
            <a:r>
              <a:t>FRAKTUR HUMERUS </a:t>
            </a:r>
          </a:p>
        </p:txBody>
      </p:sp>
      <p:sp>
        <p:nvSpPr>
          <p:cNvPr id="377740722" name="Freeform 37"/>
          <p:cNvSpPr/>
          <p:nvPr/>
        </p:nvSpPr>
        <p:spPr bwMode="auto">
          <a:xfrm>
            <a:off x="1250950" y="9157335"/>
            <a:ext cx="659130" cy="659130"/>
          </a:xfrm>
          <a:custGeom>
            <a:avLst/>
            <a:gdLst/>
            <a:ahLst/>
            <a:cxnLst/>
            <a:rect l="0" t="0" r="659130" b="659130"/>
            <a:pathLst>
              <a:path w="659130" h="659130" extrusionOk="0">
                <a:moveTo>
                  <a:pt x="0" y="0"/>
                </a:moveTo>
                <a:lnTo>
                  <a:pt x="659130" y="0"/>
                </a:lnTo>
                <a:lnTo>
                  <a:pt x="659130" y="659129"/>
                </a:lnTo>
                <a:lnTo>
                  <a:pt x="0" y="659129"/>
                </a:lnTo>
                <a:lnTo>
                  <a:pt x="0" y="0"/>
                </a:lnTo>
                <a:close/>
              </a:path>
            </a:pathLst>
          </a:custGeom>
          <a:blipFill>
            <a:blip r:embed="rId7"/>
            <a:stretch/>
          </a:blipFill>
          <a:ln>
            <a:noFill/>
          </a:ln>
          <a:effectLst/>
        </p:spPr>
      </p:sp>
      <p:sp>
        <p:nvSpPr>
          <p:cNvPr id="1068118079" name="Freeform 38"/>
          <p:cNvSpPr/>
          <p:nvPr/>
        </p:nvSpPr>
        <p:spPr bwMode="auto">
          <a:xfrm>
            <a:off x="0" y="0"/>
            <a:ext cx="5100320" cy="2209800"/>
          </a:xfrm>
          <a:custGeom>
            <a:avLst/>
            <a:gdLst/>
            <a:ahLst/>
            <a:cxnLst/>
            <a:rect l="0" t="0" r="5100320" b="2209800"/>
            <a:pathLst>
              <a:path w="5100320" h="2209800" extrusionOk="0">
                <a:moveTo>
                  <a:pt x="0" y="0"/>
                </a:moveTo>
                <a:lnTo>
                  <a:pt x="5100320" y="0"/>
                </a:lnTo>
                <a:lnTo>
                  <a:pt x="5100320" y="2209800"/>
                </a:lnTo>
                <a:lnTo>
                  <a:pt x="0" y="2209800"/>
                </a:lnTo>
                <a:lnTo>
                  <a:pt x="0" y="0"/>
                </a:lnTo>
                <a:close/>
              </a:path>
            </a:pathLst>
          </a:custGeom>
          <a:blipFill>
            <a:blip r:embed="rId8"/>
            <a:stretch/>
          </a:blipFill>
          <a:ln>
            <a:noFill/>
          </a:ln>
          <a:effectLst/>
        </p:spPr>
      </p:sp>
      <p:sp>
        <p:nvSpPr>
          <p:cNvPr id="331162693" name="TextBox 39"/>
          <p:cNvSpPr/>
          <p:nvPr/>
        </p:nvSpPr>
        <p:spPr bwMode="auto">
          <a:xfrm>
            <a:off x="6609715" y="2335530"/>
            <a:ext cx="5068570" cy="537845"/>
          </a:xfrm>
          <a:prstGeom prst="rect">
            <a:avLst/>
          </a:prstGeom>
          <a:noFill/>
          <a:ln>
            <a:noFill/>
          </a:ln>
          <a:effectLst/>
        </p:spPr>
        <p:txBody>
          <a:bodyPr vert="horz" wrap="square" lIns="0" tIns="0" rIns="0" bIns="0" numCol="1" spcCol="215899" anchor="t"/>
          <a:lstStyle/>
          <a:p>
            <a:pPr algn="ctr">
              <a:lnSpc>
                <a:spcPts val="4480"/>
              </a:lnSpc>
              <a:defRPr sz="2800" b="1" cap="none">
                <a:solidFill>
                  <a:srgbClr val="000000"/>
                </a:solidFill>
                <a:latin typeface="Glacial Indifference"/>
                <a:ea typeface="Glacial Indifference"/>
                <a:cs typeface="Glacial Indifference"/>
              </a:defRPr>
            </a:pPr>
            <a:r>
              <a:t>No. DK 2, 12 Desember 2023</a:t>
            </a:r>
          </a:p>
        </p:txBody>
      </p:sp>
      <p:sp>
        <p:nvSpPr>
          <p:cNvPr id="576534513" name="TextBox 40"/>
          <p:cNvSpPr/>
          <p:nvPr/>
        </p:nvSpPr>
        <p:spPr bwMode="auto">
          <a:xfrm>
            <a:off x="6331585" y="3238500"/>
            <a:ext cx="1717040" cy="1066800"/>
          </a:xfrm>
          <a:prstGeom prst="rect">
            <a:avLst/>
          </a:prstGeom>
          <a:noFill/>
          <a:ln>
            <a:noFill/>
          </a:ln>
          <a:effectLst/>
        </p:spPr>
        <p:txBody>
          <a:bodyPr vert="horz" wrap="square" lIns="0" tIns="0" rIns="0" bIns="0" numCol="1" spcCol="215899" anchor="t"/>
          <a:lstStyle/>
          <a:p>
            <a:pPr algn="ctr">
              <a:lnSpc>
                <a:spcPts val="8400"/>
              </a:lnSpc>
              <a:defRPr sz="6000" b="1" cap="none">
                <a:solidFill>
                  <a:srgbClr val="FFFFFF"/>
                </a:solidFill>
                <a:latin typeface="Glacial Indifference"/>
                <a:ea typeface="Glacial Indifference"/>
                <a:cs typeface="Glacial Indifference"/>
              </a:defRPr>
            </a:pPr>
            <a:r>
              <a:t>O</a:t>
            </a:r>
          </a:p>
        </p:txBody>
      </p:sp>
      <p:sp>
        <p:nvSpPr>
          <p:cNvPr id="2097675313" name="TextBox 41"/>
          <p:cNvSpPr/>
          <p:nvPr/>
        </p:nvSpPr>
        <p:spPr bwMode="auto">
          <a:xfrm>
            <a:off x="10304145" y="3238500"/>
            <a:ext cx="1717040" cy="1066800"/>
          </a:xfrm>
          <a:prstGeom prst="rect">
            <a:avLst/>
          </a:prstGeom>
          <a:noFill/>
          <a:ln>
            <a:noFill/>
          </a:ln>
          <a:effectLst/>
        </p:spPr>
        <p:txBody>
          <a:bodyPr vert="horz" wrap="square" lIns="0" tIns="0" rIns="0" bIns="0" numCol="1" spcCol="215899" anchor="t"/>
          <a:lstStyle/>
          <a:p>
            <a:pPr algn="ctr">
              <a:lnSpc>
                <a:spcPts val="8400"/>
              </a:lnSpc>
              <a:defRPr sz="6000" b="1" cap="none">
                <a:solidFill>
                  <a:srgbClr val="FFFFFF"/>
                </a:solidFill>
                <a:latin typeface="Glacial Indifference"/>
                <a:ea typeface="Glacial Indifference"/>
                <a:cs typeface="Glacial Indifference"/>
              </a:defRPr>
            </a:pPr>
            <a:r>
              <a:t>A</a:t>
            </a:r>
          </a:p>
        </p:txBody>
      </p:sp>
      <p:sp>
        <p:nvSpPr>
          <p:cNvPr id="233675095" name="TextBox 42"/>
          <p:cNvSpPr/>
          <p:nvPr/>
        </p:nvSpPr>
        <p:spPr bwMode="auto">
          <a:xfrm>
            <a:off x="14103985" y="3238500"/>
            <a:ext cx="1717040" cy="1066800"/>
          </a:xfrm>
          <a:prstGeom prst="rect">
            <a:avLst/>
          </a:prstGeom>
          <a:noFill/>
          <a:ln>
            <a:noFill/>
          </a:ln>
          <a:effectLst/>
        </p:spPr>
        <p:txBody>
          <a:bodyPr vert="horz" wrap="square" lIns="0" tIns="0" rIns="0" bIns="0" numCol="1" spcCol="215899" anchor="t"/>
          <a:lstStyle/>
          <a:p>
            <a:pPr algn="ctr">
              <a:lnSpc>
                <a:spcPts val="8400"/>
              </a:lnSpc>
              <a:defRPr sz="6000" b="1" cap="none">
                <a:solidFill>
                  <a:srgbClr val="FFFFFF"/>
                </a:solidFill>
                <a:latin typeface="Glacial Indifference"/>
                <a:ea typeface="Glacial Indifference"/>
                <a:cs typeface="Glacial Indifference"/>
              </a:defRPr>
            </a:pPr>
            <a:r>
              <a:t>P</a:t>
            </a:r>
          </a:p>
        </p:txBody>
      </p:sp>
      <p:sp>
        <p:nvSpPr>
          <p:cNvPr id="1286576900" name="TextBox 43"/>
          <p:cNvSpPr/>
          <p:nvPr/>
        </p:nvSpPr>
        <p:spPr bwMode="auto">
          <a:xfrm>
            <a:off x="5602605" y="4834890"/>
            <a:ext cx="3258185" cy="2880360"/>
          </a:xfrm>
          <a:prstGeom prst="rect">
            <a:avLst/>
          </a:prstGeom>
          <a:noFill/>
          <a:ln>
            <a:noFill/>
          </a:ln>
          <a:effectLst/>
        </p:spPr>
        <p:txBody>
          <a:bodyPr vert="horz" wrap="square" lIns="0" tIns="0" rIns="0" bIns="0" numCol="1" spcCol="215899" anchor="t"/>
          <a:lstStyle/>
          <a:p>
            <a:pPr algn="l">
              <a:lnSpc>
                <a:spcPts val="3240"/>
              </a:lnSpc>
              <a:defRPr/>
            </a:pPr>
            <a:r>
              <a:rPr sz="2700" cap="none">
                <a:solidFill>
                  <a:srgbClr val="000000"/>
                </a:solidFill>
                <a:latin typeface="Glacial Indifference"/>
                <a:ea typeface="Glacial Indifference"/>
                <a:cs typeface="Glacial Indifference"/>
              </a:rPr>
              <a:t>Klien tampak terbatas dalam bergerak</a:t>
            </a:r>
          </a:p>
          <a:p>
            <a:pPr algn="l">
              <a:lnSpc>
                <a:spcPts val="3240"/>
              </a:lnSpc>
              <a:defRPr sz="2700" cap="none">
                <a:solidFill>
                  <a:srgbClr val="000000"/>
                </a:solidFill>
                <a:latin typeface="Glacial Indifference"/>
                <a:ea typeface="Glacial Indifference"/>
                <a:cs typeface="Glacial Indifference"/>
              </a:defRPr>
            </a:pPr>
            <a:endParaRPr/>
          </a:p>
          <a:p>
            <a:pPr algn="l">
              <a:lnSpc>
                <a:spcPts val="3240"/>
              </a:lnSpc>
              <a:defRPr/>
            </a:pPr>
            <a:r>
              <a:rPr sz="2700" cap="none">
                <a:solidFill>
                  <a:srgbClr val="000000"/>
                </a:solidFill>
                <a:latin typeface="Glacial Indifference"/>
                <a:ea typeface="Glacial Indifference"/>
                <a:cs typeface="Glacial Indifference"/>
              </a:rPr>
              <a:t>Kekuatan otot:</a:t>
            </a:r>
          </a:p>
          <a:p>
            <a:pPr algn="l">
              <a:lnSpc>
                <a:spcPts val="3240"/>
              </a:lnSpc>
              <a:defRPr/>
            </a:pPr>
            <a:r>
              <a:rPr sz="2700" cap="none">
                <a:solidFill>
                  <a:srgbClr val="000000"/>
                </a:solidFill>
                <a:latin typeface="Glacial Indifference"/>
                <a:ea typeface="Glacial Indifference"/>
                <a:cs typeface="Glacial Indifference"/>
              </a:rPr>
              <a:t>5555 | 3333</a:t>
            </a:r>
          </a:p>
          <a:p>
            <a:pPr algn="l">
              <a:lnSpc>
                <a:spcPts val="3240"/>
              </a:lnSpc>
              <a:defRPr/>
            </a:pPr>
            <a:r>
              <a:rPr sz="2700" cap="none">
                <a:solidFill>
                  <a:srgbClr val="000000"/>
                </a:solidFill>
                <a:latin typeface="Glacial Indifference"/>
                <a:ea typeface="Glacial Indifference"/>
                <a:cs typeface="Glacial Indifference"/>
              </a:rPr>
              <a:t>5555 | 4444</a:t>
            </a:r>
          </a:p>
        </p:txBody>
      </p:sp>
      <p:sp>
        <p:nvSpPr>
          <p:cNvPr id="1110734264" name="TextBox 44"/>
          <p:cNvSpPr/>
          <p:nvPr/>
        </p:nvSpPr>
        <p:spPr bwMode="auto">
          <a:xfrm>
            <a:off x="9492615" y="4834890"/>
            <a:ext cx="3257550" cy="923925"/>
          </a:xfrm>
          <a:prstGeom prst="rect">
            <a:avLst/>
          </a:prstGeom>
          <a:noFill/>
          <a:ln>
            <a:noFill/>
          </a:ln>
          <a:effectLst/>
        </p:spPr>
        <p:txBody>
          <a:bodyPr vert="horz" wrap="square" lIns="0" tIns="0" rIns="0" bIns="0" numCol="1" spcCol="215899" anchor="t"/>
          <a:lstStyle/>
          <a:p>
            <a:pPr algn="l">
              <a:lnSpc>
                <a:spcPts val="3600"/>
              </a:lnSpc>
              <a:defRPr sz="1600" cap="none"/>
            </a:pPr>
            <a:r>
              <a:rPr sz="2800" cap="none">
                <a:solidFill>
                  <a:srgbClr val="000000"/>
                </a:solidFill>
                <a:latin typeface="Glacial Indifference"/>
                <a:ea typeface="Glacial Indifference"/>
                <a:cs typeface="Glacial Indifference"/>
              </a:rPr>
              <a:t>Masalah belum teratasi</a:t>
            </a:r>
          </a:p>
        </p:txBody>
      </p:sp>
      <p:sp>
        <p:nvSpPr>
          <p:cNvPr id="402869011" name="TextBox 45"/>
          <p:cNvSpPr/>
          <p:nvPr/>
        </p:nvSpPr>
        <p:spPr bwMode="auto">
          <a:xfrm>
            <a:off x="13440410" y="4834890"/>
            <a:ext cx="3257550" cy="923925"/>
          </a:xfrm>
          <a:prstGeom prst="rect">
            <a:avLst/>
          </a:prstGeom>
          <a:noFill/>
          <a:ln>
            <a:noFill/>
          </a:ln>
          <a:effectLst/>
        </p:spPr>
        <p:txBody>
          <a:bodyPr vert="horz" wrap="square" lIns="0" tIns="0" rIns="0" bIns="0" numCol="1" spcCol="215899" anchor="t"/>
          <a:lstStyle/>
          <a:p>
            <a:pPr algn="l">
              <a:lnSpc>
                <a:spcPts val="3600"/>
              </a:lnSpc>
              <a:defRPr sz="1600" cap="none"/>
            </a:pPr>
            <a:r>
              <a:rPr sz="2800" cap="none">
                <a:solidFill>
                  <a:srgbClr val="000000"/>
                </a:solidFill>
                <a:latin typeface="Glacial Indifference"/>
                <a:ea typeface="Glacial Indifference"/>
                <a:cs typeface="Glacial Indifference"/>
              </a:rPr>
              <a:t>Intervensi dilanjutkan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grpSp>
        <p:nvGrpSpPr>
          <p:cNvPr id="467610358" name="Group 2"/>
          <p:cNvGrpSpPr/>
          <p:nvPr/>
        </p:nvGrpSpPr>
        <p:grpSpPr bwMode="auto">
          <a:xfrm>
            <a:off x="0" y="10073640"/>
            <a:ext cx="18288000" cy="213360"/>
            <a:chOff x="0" y="10073640"/>
            <a:chExt cx="18288000" cy="213360"/>
          </a:xfrm>
        </p:grpSpPr>
        <p:sp>
          <p:nvSpPr>
            <p:cNvPr id="4" name="Freeform 3"/>
            <p:cNvSpPr/>
            <p:nvPr/>
          </p:nvSpPr>
          <p:spPr bwMode="auto">
            <a:xfrm>
              <a:off x="0" y="1007364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5DA295"/>
            </a:solidFill>
            <a:ln>
              <a:noFill/>
            </a:ln>
            <a:effectLst/>
          </p:spPr>
        </p:sp>
        <p:sp>
          <p:nvSpPr>
            <p:cNvPr id="3" name="TextBox 4"/>
            <p:cNvSpPr/>
            <p:nvPr/>
          </p:nvSpPr>
          <p:spPr bwMode="auto">
            <a:xfrm>
              <a:off x="0" y="992886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186444330" name="Group 5"/>
          <p:cNvGrpSpPr/>
          <p:nvPr/>
        </p:nvGrpSpPr>
        <p:grpSpPr bwMode="auto">
          <a:xfrm>
            <a:off x="0" y="0"/>
            <a:ext cx="18288000" cy="213360"/>
            <a:chOff x="0" y="0"/>
            <a:chExt cx="18288000" cy="213360"/>
          </a:xfrm>
        </p:grpSpPr>
        <p:sp>
          <p:nvSpPr>
            <p:cNvPr id="7" name="Freeform 6"/>
            <p:cNvSpPr/>
            <p:nvPr/>
          </p:nvSpPr>
          <p:spPr bwMode="auto">
            <a:xfrm>
              <a:off x="0" y="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BFDDD2"/>
            </a:solidFill>
            <a:ln>
              <a:noFill/>
            </a:ln>
            <a:effectLst/>
          </p:spPr>
        </p:sp>
        <p:sp>
          <p:nvSpPr>
            <p:cNvPr id="6" name="TextBox 7"/>
            <p:cNvSpPr/>
            <p:nvPr/>
          </p:nvSpPr>
          <p:spPr bwMode="auto">
            <a:xfrm>
              <a:off x="0" y="-14478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849506487" name="TextBox 8"/>
          <p:cNvSpPr/>
          <p:nvPr/>
        </p:nvSpPr>
        <p:spPr bwMode="auto">
          <a:xfrm>
            <a:off x="16563975" y="8834120"/>
            <a:ext cx="955040" cy="799465"/>
          </a:xfrm>
          <a:prstGeom prst="rect">
            <a:avLst/>
          </a:prstGeom>
          <a:noFill/>
          <a:ln>
            <a:noFill/>
          </a:ln>
          <a:effectLst/>
        </p:spPr>
        <p:txBody>
          <a:bodyPr vert="horz" wrap="square" lIns="0" tIns="0" rIns="0" bIns="0" numCol="1" spcCol="215899" anchor="t"/>
          <a:lstStyle/>
          <a:p>
            <a:pPr algn="r">
              <a:lnSpc>
                <a:spcPts val="6295"/>
              </a:lnSpc>
              <a:defRPr sz="4500" b="1" cap="none">
                <a:solidFill>
                  <a:srgbClr val="000000"/>
                </a:solidFill>
                <a:latin typeface="Glacial Indifference"/>
                <a:ea typeface="Glacial Indifference"/>
                <a:cs typeface="Glacial Indifference"/>
              </a:defRPr>
            </a:pPr>
            <a:r>
              <a:t>47</a:t>
            </a:r>
          </a:p>
        </p:txBody>
      </p:sp>
      <p:sp>
        <p:nvSpPr>
          <p:cNvPr id="121788711" name="AutoShape 9"/>
          <p:cNvSpPr/>
          <p:nvPr/>
        </p:nvSpPr>
        <p:spPr bwMode="auto">
          <a:xfrm>
            <a:off x="16563975" y="8877300"/>
            <a:ext cx="0" cy="762000"/>
          </a:xfrm>
          <a:prstGeom prst="line">
            <a:avLst/>
          </a:prstGeom>
          <a:noFill/>
          <a:ln w="95250" cap="flat" cmpd="sng" algn="ctr">
            <a:solidFill>
              <a:srgbClr val="5DA295"/>
            </a:solidFill>
            <a:prstDash val="solid"/>
            <a:headEnd type="none"/>
            <a:tailEnd type="none"/>
          </a:ln>
          <a:effectLst/>
        </p:spPr>
      </p:sp>
      <p:sp>
        <p:nvSpPr>
          <p:cNvPr id="606690000" name="AutoShape 10"/>
          <p:cNvSpPr/>
          <p:nvPr/>
        </p:nvSpPr>
        <p:spPr bwMode="auto">
          <a:xfrm>
            <a:off x="1219200" y="8370570"/>
            <a:ext cx="15849600" cy="0"/>
          </a:xfrm>
          <a:prstGeom prst="line">
            <a:avLst/>
          </a:prstGeom>
          <a:noFill/>
          <a:ln w="38100" cap="flat" cmpd="sng" algn="ctr">
            <a:solidFill>
              <a:srgbClr val="5DA295"/>
            </a:solidFill>
            <a:prstDash val="solid"/>
            <a:headEnd type="none"/>
            <a:tailEnd type="none"/>
          </a:ln>
          <a:effectLst/>
        </p:spPr>
      </p:sp>
      <p:sp>
        <p:nvSpPr>
          <p:cNvPr id="2038045381" name="AutoShape 11"/>
          <p:cNvSpPr/>
          <p:nvPr/>
        </p:nvSpPr>
        <p:spPr bwMode="auto">
          <a:xfrm>
            <a:off x="1219200" y="3102610"/>
            <a:ext cx="15849600" cy="0"/>
          </a:xfrm>
          <a:prstGeom prst="line">
            <a:avLst/>
          </a:prstGeom>
          <a:noFill/>
          <a:ln w="38100" cap="flat" cmpd="sng" algn="ctr">
            <a:solidFill>
              <a:srgbClr val="5DA295"/>
            </a:solidFill>
            <a:prstDash val="solid"/>
            <a:headEnd type="none"/>
            <a:tailEnd type="none"/>
          </a:ln>
          <a:effectLst/>
        </p:spPr>
      </p:sp>
      <p:sp>
        <p:nvSpPr>
          <p:cNvPr id="864000414" name="AutoShape 12"/>
          <p:cNvSpPr/>
          <p:nvPr/>
        </p:nvSpPr>
        <p:spPr bwMode="auto">
          <a:xfrm flipV="1">
            <a:off x="1238250" y="3082925"/>
            <a:ext cx="2540" cy="5306695"/>
          </a:xfrm>
          <a:prstGeom prst="line">
            <a:avLst/>
          </a:prstGeom>
          <a:noFill/>
          <a:ln w="38100" cap="flat" cmpd="sng" algn="ctr">
            <a:solidFill>
              <a:srgbClr val="5DA295"/>
            </a:solidFill>
            <a:prstDash val="solid"/>
            <a:headEnd type="none"/>
            <a:tailEnd type="none"/>
          </a:ln>
          <a:effectLst/>
        </p:spPr>
      </p:sp>
      <p:sp>
        <p:nvSpPr>
          <p:cNvPr id="1033469775" name="AutoShape 13"/>
          <p:cNvSpPr/>
          <p:nvPr/>
        </p:nvSpPr>
        <p:spPr bwMode="auto">
          <a:xfrm flipH="1" flipV="1">
            <a:off x="5193030" y="3092450"/>
            <a:ext cx="0" cy="5287644"/>
          </a:xfrm>
          <a:prstGeom prst="line">
            <a:avLst/>
          </a:prstGeom>
          <a:noFill/>
          <a:ln w="38100" cap="flat" cmpd="sng" algn="ctr">
            <a:solidFill>
              <a:srgbClr val="5DA295"/>
            </a:solidFill>
            <a:prstDash val="solid"/>
            <a:headEnd type="none"/>
            <a:tailEnd type="none"/>
          </a:ln>
          <a:effectLst/>
        </p:spPr>
      </p:sp>
      <p:sp>
        <p:nvSpPr>
          <p:cNvPr id="1249868851" name="AutoShape 14"/>
          <p:cNvSpPr/>
          <p:nvPr/>
        </p:nvSpPr>
        <p:spPr bwMode="auto">
          <a:xfrm flipH="1" flipV="1">
            <a:off x="9145270" y="3092450"/>
            <a:ext cx="0" cy="5287644"/>
          </a:xfrm>
          <a:prstGeom prst="line">
            <a:avLst/>
          </a:prstGeom>
          <a:noFill/>
          <a:ln w="38100" cap="flat" cmpd="sng" algn="ctr">
            <a:solidFill>
              <a:srgbClr val="5DA295"/>
            </a:solidFill>
            <a:prstDash val="solid"/>
            <a:headEnd type="none"/>
            <a:tailEnd type="none"/>
          </a:ln>
          <a:effectLst/>
        </p:spPr>
      </p:sp>
      <p:sp>
        <p:nvSpPr>
          <p:cNvPr id="1125780409" name="AutoShape 15"/>
          <p:cNvSpPr/>
          <p:nvPr/>
        </p:nvSpPr>
        <p:spPr bwMode="auto">
          <a:xfrm flipV="1">
            <a:off x="13097510" y="3092450"/>
            <a:ext cx="0" cy="5287644"/>
          </a:xfrm>
          <a:prstGeom prst="line">
            <a:avLst/>
          </a:prstGeom>
          <a:noFill/>
          <a:ln w="38100" cap="flat" cmpd="sng" algn="ctr">
            <a:solidFill>
              <a:srgbClr val="5DA295"/>
            </a:solidFill>
            <a:prstDash val="solid"/>
            <a:headEnd type="none"/>
            <a:tailEnd type="none"/>
          </a:ln>
          <a:effectLst/>
        </p:spPr>
      </p:sp>
      <p:sp>
        <p:nvSpPr>
          <p:cNvPr id="1264218022" name="AutoShape 16"/>
          <p:cNvSpPr/>
          <p:nvPr/>
        </p:nvSpPr>
        <p:spPr bwMode="auto">
          <a:xfrm flipV="1">
            <a:off x="17049750" y="3092450"/>
            <a:ext cx="0" cy="5287644"/>
          </a:xfrm>
          <a:prstGeom prst="line">
            <a:avLst/>
          </a:prstGeom>
          <a:noFill/>
          <a:ln w="38100" cap="flat" cmpd="sng" algn="ctr">
            <a:solidFill>
              <a:srgbClr val="5DA295"/>
            </a:solidFill>
            <a:prstDash val="solid"/>
            <a:headEnd type="none"/>
            <a:tailEnd type="none"/>
          </a:ln>
          <a:effectLst/>
        </p:spPr>
      </p:sp>
      <p:grpSp>
        <p:nvGrpSpPr>
          <p:cNvPr id="1336116116" name="Group 17"/>
          <p:cNvGrpSpPr/>
          <p:nvPr/>
        </p:nvGrpSpPr>
        <p:grpSpPr bwMode="auto">
          <a:xfrm>
            <a:off x="6457315" y="3092450"/>
            <a:ext cx="1465580" cy="1492250"/>
            <a:chOff x="6457315" y="3092450"/>
            <a:chExt cx="1465580" cy="1492250"/>
          </a:xfrm>
        </p:grpSpPr>
        <p:sp>
          <p:nvSpPr>
            <p:cNvPr id="19" name="Freeform 18"/>
            <p:cNvSpPr/>
            <p:nvPr/>
          </p:nvSpPr>
          <p:spPr bwMode="auto">
            <a:xfrm>
              <a:off x="6457315" y="3092450"/>
              <a:ext cx="1465580" cy="1492250"/>
            </a:xfrm>
            <a:custGeom>
              <a:avLst/>
              <a:gdLst/>
              <a:ahLst/>
              <a:cxnLst/>
              <a:rect l="0" t="0" r="1465580" b="1492250"/>
              <a:pathLst>
                <a:path w="1465580" h="1492250" extrusionOk="0">
                  <a:moveTo>
                    <a:pt x="1465580" y="0"/>
                  </a:moveTo>
                  <a:lnTo>
                    <a:pt x="1465580" y="1282402"/>
                  </a:lnTo>
                  <a:lnTo>
                    <a:pt x="732790" y="1492250"/>
                  </a:lnTo>
                  <a:lnTo>
                    <a:pt x="0" y="1282402"/>
                  </a:lnTo>
                  <a:lnTo>
                    <a:pt x="0" y="0"/>
                  </a:lnTo>
                  <a:lnTo>
                    <a:pt x="1465580" y="0"/>
                  </a:lnTo>
                  <a:close/>
                </a:path>
              </a:pathLst>
            </a:custGeom>
            <a:solidFill>
              <a:srgbClr val="5DA295"/>
            </a:solidFill>
            <a:ln>
              <a:noFill/>
            </a:ln>
            <a:effectLst/>
          </p:spPr>
        </p:sp>
        <p:sp>
          <p:nvSpPr>
            <p:cNvPr id="18" name="TextBox 19"/>
            <p:cNvSpPr/>
            <p:nvPr/>
          </p:nvSpPr>
          <p:spPr bwMode="auto">
            <a:xfrm>
              <a:off x="6457315" y="3022600"/>
              <a:ext cx="1465580" cy="135255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277841358" name="Group 20"/>
          <p:cNvGrpSpPr/>
          <p:nvPr/>
        </p:nvGrpSpPr>
        <p:grpSpPr bwMode="auto">
          <a:xfrm>
            <a:off x="2469515" y="3092450"/>
            <a:ext cx="1465580" cy="1492250"/>
            <a:chOff x="2469515" y="3092450"/>
            <a:chExt cx="1465580" cy="1492250"/>
          </a:xfrm>
        </p:grpSpPr>
        <p:sp>
          <p:nvSpPr>
            <p:cNvPr id="22" name="Freeform 21"/>
            <p:cNvSpPr/>
            <p:nvPr/>
          </p:nvSpPr>
          <p:spPr bwMode="auto">
            <a:xfrm>
              <a:off x="2469515" y="3092450"/>
              <a:ext cx="1465580" cy="1492250"/>
            </a:xfrm>
            <a:custGeom>
              <a:avLst/>
              <a:gdLst/>
              <a:ahLst/>
              <a:cxnLst/>
              <a:rect l="0" t="0" r="1465580" b="1492250"/>
              <a:pathLst>
                <a:path w="1465580" h="1492250" extrusionOk="0">
                  <a:moveTo>
                    <a:pt x="1465580" y="0"/>
                  </a:moveTo>
                  <a:lnTo>
                    <a:pt x="1465580" y="1282402"/>
                  </a:lnTo>
                  <a:lnTo>
                    <a:pt x="732790" y="1492250"/>
                  </a:lnTo>
                  <a:lnTo>
                    <a:pt x="0" y="1282402"/>
                  </a:lnTo>
                  <a:lnTo>
                    <a:pt x="0" y="0"/>
                  </a:lnTo>
                  <a:lnTo>
                    <a:pt x="1465580" y="0"/>
                  </a:lnTo>
                  <a:close/>
                </a:path>
              </a:pathLst>
            </a:custGeom>
            <a:solidFill>
              <a:srgbClr val="5DA295"/>
            </a:solidFill>
            <a:ln>
              <a:noFill/>
            </a:ln>
            <a:effectLst/>
          </p:spPr>
        </p:sp>
        <p:sp>
          <p:nvSpPr>
            <p:cNvPr id="21" name="TextBox 22"/>
            <p:cNvSpPr/>
            <p:nvPr/>
          </p:nvSpPr>
          <p:spPr bwMode="auto">
            <a:xfrm>
              <a:off x="2469515" y="3022600"/>
              <a:ext cx="1465580" cy="135255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1204638602" name="Group 23"/>
          <p:cNvGrpSpPr/>
          <p:nvPr/>
        </p:nvGrpSpPr>
        <p:grpSpPr bwMode="auto">
          <a:xfrm>
            <a:off x="10429875" y="3082925"/>
            <a:ext cx="1465580" cy="1492250"/>
            <a:chOff x="10429875" y="3082925"/>
            <a:chExt cx="1465580" cy="1492250"/>
          </a:xfrm>
        </p:grpSpPr>
        <p:sp>
          <p:nvSpPr>
            <p:cNvPr id="25" name="Freeform 24"/>
            <p:cNvSpPr/>
            <p:nvPr/>
          </p:nvSpPr>
          <p:spPr bwMode="auto">
            <a:xfrm>
              <a:off x="10429875" y="3082925"/>
              <a:ext cx="1465580" cy="1492250"/>
            </a:xfrm>
            <a:custGeom>
              <a:avLst/>
              <a:gdLst/>
              <a:ahLst/>
              <a:cxnLst/>
              <a:rect l="0" t="0" r="1465580" b="1492250"/>
              <a:pathLst>
                <a:path w="1465580" h="1492250" extrusionOk="0">
                  <a:moveTo>
                    <a:pt x="1465580" y="0"/>
                  </a:moveTo>
                  <a:lnTo>
                    <a:pt x="1465580" y="1282402"/>
                  </a:lnTo>
                  <a:lnTo>
                    <a:pt x="732790" y="1492250"/>
                  </a:lnTo>
                  <a:lnTo>
                    <a:pt x="0" y="1282402"/>
                  </a:lnTo>
                  <a:lnTo>
                    <a:pt x="0" y="0"/>
                  </a:lnTo>
                  <a:lnTo>
                    <a:pt x="1465580" y="0"/>
                  </a:lnTo>
                  <a:close/>
                </a:path>
              </a:pathLst>
            </a:custGeom>
            <a:solidFill>
              <a:srgbClr val="5DA295"/>
            </a:solidFill>
            <a:ln>
              <a:noFill/>
            </a:ln>
            <a:effectLst/>
          </p:spPr>
        </p:sp>
        <p:sp>
          <p:nvSpPr>
            <p:cNvPr id="24" name="TextBox 25"/>
            <p:cNvSpPr/>
            <p:nvPr/>
          </p:nvSpPr>
          <p:spPr bwMode="auto">
            <a:xfrm>
              <a:off x="10429875" y="3013075"/>
              <a:ext cx="1465580" cy="135255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464470699" name="Group 26"/>
          <p:cNvGrpSpPr/>
          <p:nvPr/>
        </p:nvGrpSpPr>
        <p:grpSpPr bwMode="auto">
          <a:xfrm>
            <a:off x="14229714" y="3082925"/>
            <a:ext cx="1465580" cy="1492250"/>
            <a:chOff x="14229714" y="3082925"/>
            <a:chExt cx="1465580" cy="1492250"/>
          </a:xfrm>
        </p:grpSpPr>
        <p:sp>
          <p:nvSpPr>
            <p:cNvPr id="28" name="Freeform 27"/>
            <p:cNvSpPr/>
            <p:nvPr/>
          </p:nvSpPr>
          <p:spPr bwMode="auto">
            <a:xfrm>
              <a:off x="14229714" y="3082925"/>
              <a:ext cx="1465580" cy="1492250"/>
            </a:xfrm>
            <a:custGeom>
              <a:avLst/>
              <a:gdLst/>
              <a:ahLst/>
              <a:cxnLst/>
              <a:rect l="0" t="0" r="1465580" b="1492250"/>
              <a:pathLst>
                <a:path w="1465580" h="1492250" extrusionOk="0">
                  <a:moveTo>
                    <a:pt x="1465580" y="0"/>
                  </a:moveTo>
                  <a:lnTo>
                    <a:pt x="1465580" y="1282402"/>
                  </a:lnTo>
                  <a:lnTo>
                    <a:pt x="732790" y="1492250"/>
                  </a:lnTo>
                  <a:lnTo>
                    <a:pt x="0" y="1282402"/>
                  </a:lnTo>
                  <a:lnTo>
                    <a:pt x="0" y="0"/>
                  </a:lnTo>
                  <a:lnTo>
                    <a:pt x="1465580" y="0"/>
                  </a:lnTo>
                  <a:close/>
                </a:path>
              </a:pathLst>
            </a:custGeom>
            <a:solidFill>
              <a:srgbClr val="5DA295"/>
            </a:solidFill>
            <a:ln>
              <a:noFill/>
            </a:ln>
            <a:effectLst/>
          </p:spPr>
        </p:sp>
        <p:sp>
          <p:nvSpPr>
            <p:cNvPr id="27" name="TextBox 28"/>
            <p:cNvSpPr/>
            <p:nvPr/>
          </p:nvSpPr>
          <p:spPr bwMode="auto">
            <a:xfrm>
              <a:off x="14229714" y="3013075"/>
              <a:ext cx="1465580" cy="135255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277385406" name="Freeform 29"/>
          <p:cNvSpPr/>
          <p:nvPr/>
        </p:nvSpPr>
        <p:spPr bwMode="auto">
          <a:xfrm>
            <a:off x="14869160" y="-2098675"/>
            <a:ext cx="3705225" cy="3905250"/>
          </a:xfrm>
          <a:custGeom>
            <a:avLst/>
            <a:gdLst/>
            <a:ahLst/>
            <a:cxnLst/>
            <a:rect l="0" t="0" r="3705225" b="3905250"/>
            <a:pathLst>
              <a:path w="3705225" h="3905250" extrusionOk="0">
                <a:moveTo>
                  <a:pt x="0" y="0"/>
                </a:moveTo>
                <a:lnTo>
                  <a:pt x="3705225" y="0"/>
                </a:lnTo>
                <a:lnTo>
                  <a:pt x="3705225" y="3905250"/>
                </a:lnTo>
                <a:lnTo>
                  <a:pt x="0" y="3905250"/>
                </a:lnTo>
                <a:lnTo>
                  <a:pt x="0" y="0"/>
                </a:lnTo>
                <a:close/>
              </a:path>
            </a:pathLst>
          </a:custGeom>
          <a:blipFill>
            <a:blip r:embed="rId3"/>
            <a:stretch/>
          </a:blipFill>
          <a:ln>
            <a:noFill/>
          </a:ln>
          <a:effectLst/>
        </p:spPr>
      </p:sp>
      <p:sp>
        <p:nvSpPr>
          <p:cNvPr id="36546410" name="Freeform 30"/>
          <p:cNvSpPr/>
          <p:nvPr/>
        </p:nvSpPr>
        <p:spPr bwMode="auto">
          <a:xfrm>
            <a:off x="15302865" y="1278890"/>
            <a:ext cx="1073150" cy="1073785"/>
          </a:xfrm>
          <a:custGeom>
            <a:avLst/>
            <a:gdLst/>
            <a:ahLst/>
            <a:cxnLst/>
            <a:rect l="0" t="0" r="1073150" b="1073785"/>
            <a:pathLst>
              <a:path w="1073150" h="1073785" extrusionOk="0">
                <a:moveTo>
                  <a:pt x="0" y="0"/>
                </a:moveTo>
                <a:lnTo>
                  <a:pt x="1073149" y="0"/>
                </a:lnTo>
                <a:lnTo>
                  <a:pt x="1073149" y="1073785"/>
                </a:lnTo>
                <a:lnTo>
                  <a:pt x="0" y="1073785"/>
                </a:lnTo>
                <a:lnTo>
                  <a:pt x="0" y="0"/>
                </a:lnTo>
                <a:close/>
              </a:path>
            </a:pathLst>
          </a:custGeom>
          <a:blipFill>
            <a:blip r:embed="rId4"/>
            <a:stretch/>
          </a:blipFill>
          <a:ln>
            <a:noFill/>
          </a:ln>
          <a:effectLst/>
        </p:spPr>
      </p:sp>
      <p:sp>
        <p:nvSpPr>
          <p:cNvPr id="602365213" name="Freeform 31"/>
          <p:cNvSpPr/>
          <p:nvPr/>
        </p:nvSpPr>
        <p:spPr bwMode="auto">
          <a:xfrm>
            <a:off x="16148050" y="2273935"/>
            <a:ext cx="456565" cy="456565"/>
          </a:xfrm>
          <a:custGeom>
            <a:avLst/>
            <a:gdLst/>
            <a:ahLst/>
            <a:cxnLst/>
            <a:rect l="0" t="0" r="456565" b="456565"/>
            <a:pathLst>
              <a:path w="456565" h="456565" extrusionOk="0">
                <a:moveTo>
                  <a:pt x="0" y="0"/>
                </a:moveTo>
                <a:lnTo>
                  <a:pt x="456565" y="0"/>
                </a:lnTo>
                <a:lnTo>
                  <a:pt x="456565" y="456565"/>
                </a:lnTo>
                <a:lnTo>
                  <a:pt x="0" y="456565"/>
                </a:lnTo>
                <a:lnTo>
                  <a:pt x="0" y="0"/>
                </a:lnTo>
                <a:close/>
              </a:path>
            </a:pathLst>
          </a:custGeom>
          <a:blipFill>
            <a:blip r:embed="rId5"/>
            <a:stretch/>
          </a:blipFill>
          <a:ln>
            <a:noFill/>
          </a:ln>
          <a:effectLst/>
        </p:spPr>
      </p:sp>
      <p:sp>
        <p:nvSpPr>
          <p:cNvPr id="1746784142" name="Freeform 32"/>
          <p:cNvSpPr/>
          <p:nvPr/>
        </p:nvSpPr>
        <p:spPr bwMode="auto">
          <a:xfrm>
            <a:off x="560070" y="8446770"/>
            <a:ext cx="659130" cy="659130"/>
          </a:xfrm>
          <a:custGeom>
            <a:avLst/>
            <a:gdLst/>
            <a:ahLst/>
            <a:cxnLst/>
            <a:rect l="0" t="0" r="659130" b="659130"/>
            <a:pathLst>
              <a:path w="659130" h="659130" extrusionOk="0">
                <a:moveTo>
                  <a:pt x="0" y="0"/>
                </a:moveTo>
                <a:lnTo>
                  <a:pt x="659129" y="0"/>
                </a:lnTo>
                <a:lnTo>
                  <a:pt x="659129" y="659130"/>
                </a:lnTo>
                <a:lnTo>
                  <a:pt x="0" y="659130"/>
                </a:lnTo>
                <a:lnTo>
                  <a:pt x="0" y="0"/>
                </a:lnTo>
                <a:close/>
              </a:path>
            </a:pathLst>
          </a:custGeom>
          <a:blipFill>
            <a:blip r:embed="rId6"/>
            <a:stretch/>
          </a:blipFill>
          <a:ln>
            <a:noFill/>
          </a:ln>
          <a:effectLst/>
        </p:spPr>
      </p:sp>
      <p:sp>
        <p:nvSpPr>
          <p:cNvPr id="1648353377" name="TextBox 33"/>
          <p:cNvSpPr/>
          <p:nvPr/>
        </p:nvSpPr>
        <p:spPr bwMode="auto">
          <a:xfrm>
            <a:off x="4075430" y="1470660"/>
            <a:ext cx="10137140" cy="835660"/>
          </a:xfrm>
          <a:prstGeom prst="rect">
            <a:avLst/>
          </a:prstGeom>
          <a:noFill/>
          <a:ln>
            <a:noFill/>
          </a:ln>
          <a:effectLst/>
        </p:spPr>
        <p:txBody>
          <a:bodyPr vert="horz" wrap="square" lIns="0" tIns="0" rIns="0" bIns="0" numCol="1" spcCol="215899" anchor="t"/>
          <a:lstStyle/>
          <a:p>
            <a:pPr algn="ctr">
              <a:lnSpc>
                <a:spcPts val="6580"/>
              </a:lnSpc>
              <a:defRPr sz="4700" b="1" cap="none">
                <a:solidFill>
                  <a:srgbClr val="000000"/>
                </a:solidFill>
                <a:latin typeface="Glacial Indifference"/>
                <a:ea typeface="Glacial Indifference"/>
                <a:cs typeface="Glacial Indifference"/>
              </a:defRPr>
            </a:pPr>
            <a:r>
              <a:t>Evaluasi Keperawatan</a:t>
            </a:r>
          </a:p>
        </p:txBody>
      </p:sp>
      <p:sp>
        <p:nvSpPr>
          <p:cNvPr id="232480813" name="TextBox 34"/>
          <p:cNvSpPr/>
          <p:nvPr/>
        </p:nvSpPr>
        <p:spPr bwMode="auto">
          <a:xfrm>
            <a:off x="2343785" y="3238500"/>
            <a:ext cx="1717040" cy="1047750"/>
          </a:xfrm>
          <a:prstGeom prst="rect">
            <a:avLst/>
          </a:prstGeom>
          <a:noFill/>
          <a:ln>
            <a:noFill/>
          </a:ln>
          <a:effectLst/>
        </p:spPr>
        <p:txBody>
          <a:bodyPr vert="horz" wrap="square" lIns="0" tIns="0" rIns="0" bIns="0" numCol="1" spcCol="215899" anchor="t"/>
          <a:lstStyle/>
          <a:p>
            <a:pPr algn="ctr">
              <a:lnSpc>
                <a:spcPts val="8400"/>
              </a:lnSpc>
              <a:defRPr sz="6000" b="1" cap="none">
                <a:solidFill>
                  <a:srgbClr val="FFFFFF"/>
                </a:solidFill>
                <a:latin typeface="Glacial Indifference"/>
                <a:ea typeface="Glacial Indifference"/>
                <a:cs typeface="Glacial Indifference"/>
              </a:defRPr>
            </a:pPr>
            <a:r>
              <a:t>S</a:t>
            </a:r>
          </a:p>
        </p:txBody>
      </p:sp>
      <p:sp>
        <p:nvSpPr>
          <p:cNvPr id="1136823195" name="TextBox 35"/>
          <p:cNvSpPr/>
          <p:nvPr/>
        </p:nvSpPr>
        <p:spPr bwMode="auto">
          <a:xfrm>
            <a:off x="1649730" y="4834890"/>
            <a:ext cx="3257550" cy="1838325"/>
          </a:xfrm>
          <a:prstGeom prst="rect">
            <a:avLst/>
          </a:prstGeom>
          <a:noFill/>
          <a:ln>
            <a:noFill/>
          </a:ln>
          <a:effectLst/>
        </p:spPr>
        <p:txBody>
          <a:bodyPr vert="horz" wrap="square" lIns="0" tIns="0" rIns="0" bIns="0" numCol="1" spcCol="215899" anchor="t"/>
          <a:lstStyle/>
          <a:p>
            <a:pPr algn="l">
              <a:lnSpc>
                <a:spcPts val="3600"/>
              </a:lnSpc>
              <a:defRPr sz="2800" cap="none">
                <a:solidFill>
                  <a:srgbClr val="000000"/>
                </a:solidFill>
                <a:latin typeface="Glacial Indifference"/>
                <a:ea typeface="Glacial Indifference"/>
                <a:cs typeface="Glacial Indifference"/>
              </a:defRPr>
            </a:pPr>
            <a:r>
              <a:t>Klien mengatakan nyeri pada bagian luka sedikit berkurang</a:t>
            </a:r>
          </a:p>
        </p:txBody>
      </p:sp>
      <p:sp>
        <p:nvSpPr>
          <p:cNvPr id="289521964" name="TextBox 36"/>
          <p:cNvSpPr/>
          <p:nvPr/>
        </p:nvSpPr>
        <p:spPr bwMode="auto">
          <a:xfrm>
            <a:off x="11430000" y="8963025"/>
            <a:ext cx="4752340" cy="523875"/>
          </a:xfrm>
          <a:prstGeom prst="rect">
            <a:avLst/>
          </a:prstGeom>
          <a:noFill/>
          <a:ln>
            <a:noFill/>
          </a:ln>
          <a:effectLst/>
        </p:spPr>
        <p:txBody>
          <a:bodyPr vert="horz" wrap="square" lIns="0" tIns="0" rIns="0" bIns="0" numCol="1" spcCol="215899" anchor="t"/>
          <a:lstStyle/>
          <a:p>
            <a:pPr algn="r">
              <a:lnSpc>
                <a:spcPts val="4200"/>
              </a:lnSpc>
              <a:defRPr sz="3000" b="1" cap="none">
                <a:solidFill>
                  <a:srgbClr val="000000"/>
                </a:solidFill>
                <a:latin typeface="Glacial Indifference"/>
                <a:ea typeface="Glacial Indifference"/>
                <a:cs typeface="Glacial Indifference"/>
              </a:defRPr>
            </a:pPr>
            <a:r>
              <a:t>FRAKTUR HUMERUS </a:t>
            </a:r>
          </a:p>
        </p:txBody>
      </p:sp>
      <p:sp>
        <p:nvSpPr>
          <p:cNvPr id="313572578" name="Freeform 37"/>
          <p:cNvSpPr/>
          <p:nvPr/>
        </p:nvSpPr>
        <p:spPr bwMode="auto">
          <a:xfrm>
            <a:off x="1250950" y="9157335"/>
            <a:ext cx="659130" cy="659130"/>
          </a:xfrm>
          <a:custGeom>
            <a:avLst/>
            <a:gdLst/>
            <a:ahLst/>
            <a:cxnLst/>
            <a:rect l="0" t="0" r="659130" b="659130"/>
            <a:pathLst>
              <a:path w="659130" h="659130" extrusionOk="0">
                <a:moveTo>
                  <a:pt x="0" y="0"/>
                </a:moveTo>
                <a:lnTo>
                  <a:pt x="659130" y="0"/>
                </a:lnTo>
                <a:lnTo>
                  <a:pt x="659130" y="659129"/>
                </a:lnTo>
                <a:lnTo>
                  <a:pt x="0" y="659129"/>
                </a:lnTo>
                <a:lnTo>
                  <a:pt x="0" y="0"/>
                </a:lnTo>
                <a:close/>
              </a:path>
            </a:pathLst>
          </a:custGeom>
          <a:blipFill>
            <a:blip r:embed="rId7"/>
            <a:stretch/>
          </a:blipFill>
          <a:ln>
            <a:noFill/>
          </a:ln>
          <a:effectLst/>
        </p:spPr>
      </p:sp>
      <p:sp>
        <p:nvSpPr>
          <p:cNvPr id="69873309" name="Freeform 38"/>
          <p:cNvSpPr/>
          <p:nvPr/>
        </p:nvSpPr>
        <p:spPr bwMode="auto">
          <a:xfrm>
            <a:off x="0" y="0"/>
            <a:ext cx="5100320" cy="2209800"/>
          </a:xfrm>
          <a:custGeom>
            <a:avLst/>
            <a:gdLst/>
            <a:ahLst/>
            <a:cxnLst/>
            <a:rect l="0" t="0" r="5100320" b="2209800"/>
            <a:pathLst>
              <a:path w="5100320" h="2209800" extrusionOk="0">
                <a:moveTo>
                  <a:pt x="0" y="0"/>
                </a:moveTo>
                <a:lnTo>
                  <a:pt x="5100320" y="0"/>
                </a:lnTo>
                <a:lnTo>
                  <a:pt x="5100320" y="2209800"/>
                </a:lnTo>
                <a:lnTo>
                  <a:pt x="0" y="2209800"/>
                </a:lnTo>
                <a:lnTo>
                  <a:pt x="0" y="0"/>
                </a:lnTo>
                <a:close/>
              </a:path>
            </a:pathLst>
          </a:custGeom>
          <a:blipFill>
            <a:blip r:embed="rId8"/>
            <a:stretch/>
          </a:blipFill>
          <a:ln>
            <a:noFill/>
          </a:ln>
          <a:effectLst/>
        </p:spPr>
      </p:sp>
      <p:sp>
        <p:nvSpPr>
          <p:cNvPr id="1859131678" name="TextBox 39"/>
          <p:cNvSpPr/>
          <p:nvPr/>
        </p:nvSpPr>
        <p:spPr bwMode="auto">
          <a:xfrm>
            <a:off x="6605270" y="2335530"/>
            <a:ext cx="5077460" cy="537845"/>
          </a:xfrm>
          <a:prstGeom prst="rect">
            <a:avLst/>
          </a:prstGeom>
          <a:noFill/>
          <a:ln>
            <a:noFill/>
          </a:ln>
          <a:effectLst/>
        </p:spPr>
        <p:txBody>
          <a:bodyPr vert="horz" wrap="square" lIns="0" tIns="0" rIns="0" bIns="0" numCol="1" spcCol="215899" anchor="t"/>
          <a:lstStyle/>
          <a:p>
            <a:pPr algn="ctr">
              <a:lnSpc>
                <a:spcPts val="4480"/>
              </a:lnSpc>
              <a:defRPr sz="2800" b="1" cap="none">
                <a:solidFill>
                  <a:srgbClr val="000000"/>
                </a:solidFill>
                <a:latin typeface="Glacial Indifference"/>
                <a:ea typeface="Glacial Indifference"/>
                <a:cs typeface="Glacial Indifference"/>
              </a:defRPr>
            </a:pPr>
            <a:r>
              <a:t>No. DK 3, 12 Desember 2023</a:t>
            </a:r>
          </a:p>
        </p:txBody>
      </p:sp>
      <p:sp>
        <p:nvSpPr>
          <p:cNvPr id="682469452" name="TextBox 40"/>
          <p:cNvSpPr/>
          <p:nvPr/>
        </p:nvSpPr>
        <p:spPr bwMode="auto">
          <a:xfrm>
            <a:off x="6331585" y="3238500"/>
            <a:ext cx="1717040" cy="1066800"/>
          </a:xfrm>
          <a:prstGeom prst="rect">
            <a:avLst/>
          </a:prstGeom>
          <a:noFill/>
          <a:ln>
            <a:noFill/>
          </a:ln>
          <a:effectLst/>
        </p:spPr>
        <p:txBody>
          <a:bodyPr vert="horz" wrap="square" lIns="0" tIns="0" rIns="0" bIns="0" numCol="1" spcCol="215899" anchor="t"/>
          <a:lstStyle/>
          <a:p>
            <a:pPr algn="ctr">
              <a:lnSpc>
                <a:spcPts val="8400"/>
              </a:lnSpc>
              <a:defRPr sz="6000" b="1" cap="none">
                <a:solidFill>
                  <a:srgbClr val="FFFFFF"/>
                </a:solidFill>
                <a:latin typeface="Glacial Indifference"/>
                <a:ea typeface="Glacial Indifference"/>
                <a:cs typeface="Glacial Indifference"/>
              </a:defRPr>
            </a:pPr>
            <a:r>
              <a:t>O</a:t>
            </a:r>
          </a:p>
        </p:txBody>
      </p:sp>
      <p:sp>
        <p:nvSpPr>
          <p:cNvPr id="353149757" name="TextBox 41"/>
          <p:cNvSpPr/>
          <p:nvPr/>
        </p:nvSpPr>
        <p:spPr bwMode="auto">
          <a:xfrm>
            <a:off x="10304145" y="3238500"/>
            <a:ext cx="1717040" cy="1047750"/>
          </a:xfrm>
          <a:prstGeom prst="rect">
            <a:avLst/>
          </a:prstGeom>
          <a:noFill/>
          <a:ln>
            <a:noFill/>
          </a:ln>
          <a:effectLst/>
        </p:spPr>
        <p:txBody>
          <a:bodyPr vert="horz" wrap="square" lIns="0" tIns="0" rIns="0" bIns="0" numCol="1" spcCol="215899" anchor="t"/>
          <a:lstStyle/>
          <a:p>
            <a:pPr algn="ctr">
              <a:lnSpc>
                <a:spcPts val="8400"/>
              </a:lnSpc>
              <a:defRPr sz="6000" b="1" cap="none">
                <a:solidFill>
                  <a:srgbClr val="FFFFFF"/>
                </a:solidFill>
                <a:latin typeface="Glacial Indifference"/>
                <a:ea typeface="Glacial Indifference"/>
                <a:cs typeface="Glacial Indifference"/>
              </a:defRPr>
            </a:pPr>
            <a:r>
              <a:t>A</a:t>
            </a:r>
          </a:p>
        </p:txBody>
      </p:sp>
      <p:sp>
        <p:nvSpPr>
          <p:cNvPr id="592713129" name="TextBox 42"/>
          <p:cNvSpPr/>
          <p:nvPr/>
        </p:nvSpPr>
        <p:spPr bwMode="auto">
          <a:xfrm>
            <a:off x="14103985" y="3238500"/>
            <a:ext cx="1717040" cy="1066800"/>
          </a:xfrm>
          <a:prstGeom prst="rect">
            <a:avLst/>
          </a:prstGeom>
          <a:noFill/>
          <a:ln>
            <a:noFill/>
          </a:ln>
          <a:effectLst/>
        </p:spPr>
        <p:txBody>
          <a:bodyPr vert="horz" wrap="square" lIns="0" tIns="0" rIns="0" bIns="0" numCol="1" spcCol="215899" anchor="t"/>
          <a:lstStyle/>
          <a:p>
            <a:pPr algn="ctr">
              <a:lnSpc>
                <a:spcPts val="8400"/>
              </a:lnSpc>
              <a:defRPr sz="6000" b="1" cap="none">
                <a:solidFill>
                  <a:srgbClr val="FFFFFF"/>
                </a:solidFill>
                <a:latin typeface="Glacial Indifference"/>
                <a:ea typeface="Glacial Indifference"/>
                <a:cs typeface="Glacial Indifference"/>
              </a:defRPr>
            </a:pPr>
            <a:r>
              <a:t>P</a:t>
            </a:r>
          </a:p>
        </p:txBody>
      </p:sp>
      <p:sp>
        <p:nvSpPr>
          <p:cNvPr id="2118005137" name="TextBox 43"/>
          <p:cNvSpPr/>
          <p:nvPr/>
        </p:nvSpPr>
        <p:spPr bwMode="auto">
          <a:xfrm>
            <a:off x="5602605" y="4834890"/>
            <a:ext cx="3258185" cy="2468880"/>
          </a:xfrm>
          <a:prstGeom prst="rect">
            <a:avLst/>
          </a:prstGeom>
          <a:noFill/>
          <a:ln>
            <a:noFill/>
          </a:ln>
          <a:effectLst/>
        </p:spPr>
        <p:txBody>
          <a:bodyPr vert="horz" wrap="square" lIns="0" tIns="0" rIns="0" bIns="0" numCol="1" spcCol="215899" anchor="t"/>
          <a:lstStyle/>
          <a:p>
            <a:pPr marL="360045" lvl="1" indent="-360045" algn="l">
              <a:lnSpc>
                <a:spcPts val="3240"/>
              </a:lnSpc>
              <a:buFont typeface="Arial"/>
              <a:buChar char="•"/>
              <a:defRPr/>
            </a:pPr>
            <a:r>
              <a:rPr sz="2700" cap="none">
                <a:solidFill>
                  <a:srgbClr val="000000"/>
                </a:solidFill>
                <a:latin typeface="Glacial Indifference"/>
                <a:ea typeface="Glacial Indifference"/>
                <a:cs typeface="Glacial Indifference"/>
              </a:rPr>
              <a:t>Tampak luka pasca operasi di bagian lengan atas</a:t>
            </a:r>
          </a:p>
          <a:p>
            <a:pPr marL="360045" lvl="1" indent="-360045" algn="l">
              <a:lnSpc>
                <a:spcPts val="3240"/>
              </a:lnSpc>
              <a:buFont typeface="Arial"/>
              <a:buChar char="•"/>
              <a:defRPr/>
            </a:pPr>
            <a:r>
              <a:rPr sz="2700" cap="none">
                <a:solidFill>
                  <a:srgbClr val="000000"/>
                </a:solidFill>
                <a:latin typeface="Glacial Indifference"/>
                <a:ea typeface="Glacial Indifference"/>
                <a:cs typeface="Glacial Indifference"/>
              </a:rPr>
              <a:t>Luka tampak dibalut kasa steril</a:t>
            </a:r>
          </a:p>
        </p:txBody>
      </p:sp>
      <p:sp>
        <p:nvSpPr>
          <p:cNvPr id="1503078638" name="TextBox 44"/>
          <p:cNvSpPr/>
          <p:nvPr/>
        </p:nvSpPr>
        <p:spPr bwMode="auto">
          <a:xfrm>
            <a:off x="9492615" y="4834890"/>
            <a:ext cx="3257550" cy="923925"/>
          </a:xfrm>
          <a:prstGeom prst="rect">
            <a:avLst/>
          </a:prstGeom>
          <a:noFill/>
          <a:ln>
            <a:noFill/>
          </a:ln>
          <a:effectLst/>
        </p:spPr>
        <p:txBody>
          <a:bodyPr vert="horz" wrap="square" lIns="0" tIns="0" rIns="0" bIns="0" numCol="1" spcCol="215899" anchor="t"/>
          <a:lstStyle/>
          <a:p>
            <a:pPr algn="l">
              <a:lnSpc>
                <a:spcPts val="3600"/>
              </a:lnSpc>
              <a:defRPr sz="1600" cap="none"/>
            </a:pPr>
            <a:r>
              <a:rPr sz="2800" cap="none">
                <a:solidFill>
                  <a:srgbClr val="000000"/>
                </a:solidFill>
                <a:latin typeface="Glacial Indifference"/>
                <a:ea typeface="Glacial Indifference"/>
                <a:cs typeface="Glacial Indifference"/>
              </a:rPr>
              <a:t>Masalah belum teratasi</a:t>
            </a:r>
          </a:p>
        </p:txBody>
      </p:sp>
      <p:sp>
        <p:nvSpPr>
          <p:cNvPr id="972030638" name="TextBox 45"/>
          <p:cNvSpPr/>
          <p:nvPr/>
        </p:nvSpPr>
        <p:spPr bwMode="auto">
          <a:xfrm>
            <a:off x="13440410" y="4834890"/>
            <a:ext cx="3257550" cy="923925"/>
          </a:xfrm>
          <a:prstGeom prst="rect">
            <a:avLst/>
          </a:prstGeom>
          <a:noFill/>
          <a:ln>
            <a:noFill/>
          </a:ln>
          <a:effectLst/>
        </p:spPr>
        <p:txBody>
          <a:bodyPr vert="horz" wrap="square" lIns="0" tIns="0" rIns="0" bIns="0" numCol="1" spcCol="215899" anchor="t"/>
          <a:lstStyle/>
          <a:p>
            <a:pPr algn="l">
              <a:lnSpc>
                <a:spcPts val="3600"/>
              </a:lnSpc>
              <a:defRPr sz="1600" cap="none"/>
            </a:pPr>
            <a:r>
              <a:rPr sz="2800" cap="none">
                <a:solidFill>
                  <a:srgbClr val="000000"/>
                </a:solidFill>
                <a:latin typeface="Glacial Indifference"/>
                <a:ea typeface="Glacial Indifference"/>
                <a:cs typeface="Glacial Indifference"/>
              </a:rPr>
              <a:t>Intervensi dilanjutkan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grpSp>
        <p:nvGrpSpPr>
          <p:cNvPr id="1000162742" name="Group 2"/>
          <p:cNvGrpSpPr/>
          <p:nvPr/>
        </p:nvGrpSpPr>
        <p:grpSpPr bwMode="auto">
          <a:xfrm>
            <a:off x="0" y="10073640"/>
            <a:ext cx="18288000" cy="213360"/>
            <a:chOff x="0" y="10073640"/>
            <a:chExt cx="18288000" cy="213360"/>
          </a:xfrm>
        </p:grpSpPr>
        <p:sp>
          <p:nvSpPr>
            <p:cNvPr id="4" name="Freeform 3"/>
            <p:cNvSpPr/>
            <p:nvPr/>
          </p:nvSpPr>
          <p:spPr bwMode="auto">
            <a:xfrm>
              <a:off x="0" y="1007364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5DA295"/>
            </a:solidFill>
            <a:ln>
              <a:noFill/>
            </a:ln>
            <a:effectLst/>
          </p:spPr>
        </p:sp>
        <p:sp>
          <p:nvSpPr>
            <p:cNvPr id="3" name="TextBox 4"/>
            <p:cNvSpPr/>
            <p:nvPr/>
          </p:nvSpPr>
          <p:spPr bwMode="auto">
            <a:xfrm>
              <a:off x="0" y="992886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1626979708" name="Group 5"/>
          <p:cNvGrpSpPr/>
          <p:nvPr/>
        </p:nvGrpSpPr>
        <p:grpSpPr bwMode="auto">
          <a:xfrm>
            <a:off x="0" y="0"/>
            <a:ext cx="18288000" cy="213360"/>
            <a:chOff x="0" y="0"/>
            <a:chExt cx="18288000" cy="213360"/>
          </a:xfrm>
        </p:grpSpPr>
        <p:sp>
          <p:nvSpPr>
            <p:cNvPr id="7" name="Freeform 6"/>
            <p:cNvSpPr/>
            <p:nvPr/>
          </p:nvSpPr>
          <p:spPr bwMode="auto">
            <a:xfrm>
              <a:off x="0" y="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BFDDD2"/>
            </a:solidFill>
            <a:ln>
              <a:noFill/>
            </a:ln>
            <a:effectLst/>
          </p:spPr>
        </p:sp>
        <p:sp>
          <p:nvSpPr>
            <p:cNvPr id="6" name="TextBox 7"/>
            <p:cNvSpPr/>
            <p:nvPr/>
          </p:nvSpPr>
          <p:spPr bwMode="auto">
            <a:xfrm>
              <a:off x="0" y="-14478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2054618049" name="TextBox 8"/>
          <p:cNvSpPr/>
          <p:nvPr/>
        </p:nvSpPr>
        <p:spPr bwMode="auto">
          <a:xfrm>
            <a:off x="16563975" y="8834120"/>
            <a:ext cx="955040" cy="799465"/>
          </a:xfrm>
          <a:prstGeom prst="rect">
            <a:avLst/>
          </a:prstGeom>
          <a:noFill/>
          <a:ln>
            <a:noFill/>
          </a:ln>
          <a:effectLst/>
        </p:spPr>
        <p:txBody>
          <a:bodyPr vert="horz" wrap="square" lIns="0" tIns="0" rIns="0" bIns="0" numCol="1" spcCol="215899" anchor="t"/>
          <a:lstStyle/>
          <a:p>
            <a:pPr algn="r">
              <a:lnSpc>
                <a:spcPts val="6295"/>
              </a:lnSpc>
              <a:defRPr sz="4500" b="1" cap="none">
                <a:solidFill>
                  <a:srgbClr val="000000"/>
                </a:solidFill>
                <a:latin typeface="Glacial Indifference"/>
                <a:ea typeface="Glacial Indifference"/>
                <a:cs typeface="Glacial Indifference"/>
              </a:defRPr>
            </a:pPr>
            <a:r>
              <a:t>48</a:t>
            </a:r>
          </a:p>
        </p:txBody>
      </p:sp>
      <p:sp>
        <p:nvSpPr>
          <p:cNvPr id="962667088" name="AutoShape 9"/>
          <p:cNvSpPr/>
          <p:nvPr/>
        </p:nvSpPr>
        <p:spPr bwMode="auto">
          <a:xfrm>
            <a:off x="16563975" y="8877300"/>
            <a:ext cx="0" cy="762000"/>
          </a:xfrm>
          <a:prstGeom prst="line">
            <a:avLst/>
          </a:prstGeom>
          <a:noFill/>
          <a:ln w="95250" cap="flat" cmpd="sng" algn="ctr">
            <a:solidFill>
              <a:srgbClr val="5DA295"/>
            </a:solidFill>
            <a:prstDash val="solid"/>
            <a:headEnd type="none"/>
            <a:tailEnd type="none"/>
          </a:ln>
          <a:effectLst/>
        </p:spPr>
      </p:sp>
      <p:sp>
        <p:nvSpPr>
          <p:cNvPr id="323954019" name="AutoShape 10"/>
          <p:cNvSpPr/>
          <p:nvPr/>
        </p:nvSpPr>
        <p:spPr bwMode="auto">
          <a:xfrm>
            <a:off x="1219200" y="8370570"/>
            <a:ext cx="15849600" cy="0"/>
          </a:xfrm>
          <a:prstGeom prst="line">
            <a:avLst/>
          </a:prstGeom>
          <a:noFill/>
          <a:ln w="38100" cap="flat" cmpd="sng" algn="ctr">
            <a:solidFill>
              <a:srgbClr val="5DA295"/>
            </a:solidFill>
            <a:prstDash val="solid"/>
            <a:headEnd type="none"/>
            <a:tailEnd type="none"/>
          </a:ln>
          <a:effectLst/>
        </p:spPr>
      </p:sp>
      <p:sp>
        <p:nvSpPr>
          <p:cNvPr id="1240107929" name="AutoShape 11"/>
          <p:cNvSpPr/>
          <p:nvPr/>
        </p:nvSpPr>
        <p:spPr bwMode="auto">
          <a:xfrm>
            <a:off x="1219200" y="3102610"/>
            <a:ext cx="15849600" cy="0"/>
          </a:xfrm>
          <a:prstGeom prst="line">
            <a:avLst/>
          </a:prstGeom>
          <a:noFill/>
          <a:ln w="38100" cap="flat" cmpd="sng" algn="ctr">
            <a:solidFill>
              <a:srgbClr val="5DA295"/>
            </a:solidFill>
            <a:prstDash val="solid"/>
            <a:headEnd type="none"/>
            <a:tailEnd type="none"/>
          </a:ln>
          <a:effectLst/>
        </p:spPr>
      </p:sp>
      <p:sp>
        <p:nvSpPr>
          <p:cNvPr id="266299959" name="AutoShape 12"/>
          <p:cNvSpPr/>
          <p:nvPr/>
        </p:nvSpPr>
        <p:spPr bwMode="auto">
          <a:xfrm flipV="1">
            <a:off x="1238250" y="3082925"/>
            <a:ext cx="2540" cy="5306695"/>
          </a:xfrm>
          <a:prstGeom prst="line">
            <a:avLst/>
          </a:prstGeom>
          <a:noFill/>
          <a:ln w="38100" cap="flat" cmpd="sng" algn="ctr">
            <a:solidFill>
              <a:srgbClr val="5DA295"/>
            </a:solidFill>
            <a:prstDash val="solid"/>
            <a:headEnd type="none"/>
            <a:tailEnd type="none"/>
          </a:ln>
          <a:effectLst/>
        </p:spPr>
      </p:sp>
      <p:sp>
        <p:nvSpPr>
          <p:cNvPr id="761913600" name="AutoShape 13"/>
          <p:cNvSpPr/>
          <p:nvPr/>
        </p:nvSpPr>
        <p:spPr bwMode="auto">
          <a:xfrm flipH="1" flipV="1">
            <a:off x="5193030" y="3092450"/>
            <a:ext cx="0" cy="5287644"/>
          </a:xfrm>
          <a:prstGeom prst="line">
            <a:avLst/>
          </a:prstGeom>
          <a:noFill/>
          <a:ln w="38100" cap="flat" cmpd="sng" algn="ctr">
            <a:solidFill>
              <a:srgbClr val="5DA295"/>
            </a:solidFill>
            <a:prstDash val="solid"/>
            <a:headEnd type="none"/>
            <a:tailEnd type="none"/>
          </a:ln>
          <a:effectLst/>
        </p:spPr>
      </p:sp>
      <p:sp>
        <p:nvSpPr>
          <p:cNvPr id="314388742" name="AutoShape 14"/>
          <p:cNvSpPr/>
          <p:nvPr/>
        </p:nvSpPr>
        <p:spPr bwMode="auto">
          <a:xfrm flipH="1" flipV="1">
            <a:off x="9145270" y="3092450"/>
            <a:ext cx="0" cy="5287644"/>
          </a:xfrm>
          <a:prstGeom prst="line">
            <a:avLst/>
          </a:prstGeom>
          <a:noFill/>
          <a:ln w="38100" cap="flat" cmpd="sng" algn="ctr">
            <a:solidFill>
              <a:srgbClr val="5DA295"/>
            </a:solidFill>
            <a:prstDash val="solid"/>
            <a:headEnd type="none"/>
            <a:tailEnd type="none"/>
          </a:ln>
          <a:effectLst/>
        </p:spPr>
      </p:sp>
      <p:sp>
        <p:nvSpPr>
          <p:cNvPr id="138415661" name="AutoShape 15"/>
          <p:cNvSpPr/>
          <p:nvPr/>
        </p:nvSpPr>
        <p:spPr bwMode="auto">
          <a:xfrm flipV="1">
            <a:off x="13097510" y="3092450"/>
            <a:ext cx="0" cy="5287644"/>
          </a:xfrm>
          <a:prstGeom prst="line">
            <a:avLst/>
          </a:prstGeom>
          <a:noFill/>
          <a:ln w="38100" cap="flat" cmpd="sng" algn="ctr">
            <a:solidFill>
              <a:srgbClr val="5DA295"/>
            </a:solidFill>
            <a:prstDash val="solid"/>
            <a:headEnd type="none"/>
            <a:tailEnd type="none"/>
          </a:ln>
          <a:effectLst/>
        </p:spPr>
      </p:sp>
      <p:sp>
        <p:nvSpPr>
          <p:cNvPr id="1779826019" name="AutoShape 16"/>
          <p:cNvSpPr/>
          <p:nvPr/>
        </p:nvSpPr>
        <p:spPr bwMode="auto">
          <a:xfrm flipV="1">
            <a:off x="17049750" y="3092450"/>
            <a:ext cx="0" cy="5287644"/>
          </a:xfrm>
          <a:prstGeom prst="line">
            <a:avLst/>
          </a:prstGeom>
          <a:noFill/>
          <a:ln w="38100" cap="flat" cmpd="sng" algn="ctr">
            <a:solidFill>
              <a:srgbClr val="5DA295"/>
            </a:solidFill>
            <a:prstDash val="solid"/>
            <a:headEnd type="none"/>
            <a:tailEnd type="none"/>
          </a:ln>
          <a:effectLst/>
        </p:spPr>
      </p:sp>
      <p:grpSp>
        <p:nvGrpSpPr>
          <p:cNvPr id="1838662074" name="Group 17"/>
          <p:cNvGrpSpPr/>
          <p:nvPr/>
        </p:nvGrpSpPr>
        <p:grpSpPr bwMode="auto">
          <a:xfrm>
            <a:off x="6457315" y="3092450"/>
            <a:ext cx="1465580" cy="1492250"/>
            <a:chOff x="6457315" y="3092450"/>
            <a:chExt cx="1465580" cy="1492250"/>
          </a:xfrm>
        </p:grpSpPr>
        <p:sp>
          <p:nvSpPr>
            <p:cNvPr id="19" name="Freeform 18"/>
            <p:cNvSpPr/>
            <p:nvPr/>
          </p:nvSpPr>
          <p:spPr bwMode="auto">
            <a:xfrm>
              <a:off x="6457315" y="3092450"/>
              <a:ext cx="1465580" cy="1492250"/>
            </a:xfrm>
            <a:custGeom>
              <a:avLst/>
              <a:gdLst/>
              <a:ahLst/>
              <a:cxnLst/>
              <a:rect l="0" t="0" r="1465580" b="1492250"/>
              <a:pathLst>
                <a:path w="1465580" h="1492250" extrusionOk="0">
                  <a:moveTo>
                    <a:pt x="1465580" y="0"/>
                  </a:moveTo>
                  <a:lnTo>
                    <a:pt x="1465580" y="1282402"/>
                  </a:lnTo>
                  <a:lnTo>
                    <a:pt x="732790" y="1492250"/>
                  </a:lnTo>
                  <a:lnTo>
                    <a:pt x="0" y="1282402"/>
                  </a:lnTo>
                  <a:lnTo>
                    <a:pt x="0" y="0"/>
                  </a:lnTo>
                  <a:lnTo>
                    <a:pt x="1465580" y="0"/>
                  </a:lnTo>
                  <a:close/>
                </a:path>
              </a:pathLst>
            </a:custGeom>
            <a:solidFill>
              <a:srgbClr val="5DA295"/>
            </a:solidFill>
            <a:ln>
              <a:noFill/>
            </a:ln>
            <a:effectLst/>
          </p:spPr>
        </p:sp>
        <p:sp>
          <p:nvSpPr>
            <p:cNvPr id="18" name="TextBox 19"/>
            <p:cNvSpPr/>
            <p:nvPr/>
          </p:nvSpPr>
          <p:spPr bwMode="auto">
            <a:xfrm>
              <a:off x="6457315" y="3022600"/>
              <a:ext cx="1465580" cy="135255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1741186439" name="Group 20"/>
          <p:cNvGrpSpPr/>
          <p:nvPr/>
        </p:nvGrpSpPr>
        <p:grpSpPr bwMode="auto">
          <a:xfrm>
            <a:off x="2469515" y="3092450"/>
            <a:ext cx="1465580" cy="1492250"/>
            <a:chOff x="2469515" y="3092450"/>
            <a:chExt cx="1465580" cy="1492250"/>
          </a:xfrm>
        </p:grpSpPr>
        <p:sp>
          <p:nvSpPr>
            <p:cNvPr id="22" name="Freeform 21"/>
            <p:cNvSpPr/>
            <p:nvPr/>
          </p:nvSpPr>
          <p:spPr bwMode="auto">
            <a:xfrm>
              <a:off x="2469515" y="3092450"/>
              <a:ext cx="1465580" cy="1492250"/>
            </a:xfrm>
            <a:custGeom>
              <a:avLst/>
              <a:gdLst/>
              <a:ahLst/>
              <a:cxnLst/>
              <a:rect l="0" t="0" r="1465580" b="1492250"/>
              <a:pathLst>
                <a:path w="1465580" h="1492250" extrusionOk="0">
                  <a:moveTo>
                    <a:pt x="1465580" y="0"/>
                  </a:moveTo>
                  <a:lnTo>
                    <a:pt x="1465580" y="1282402"/>
                  </a:lnTo>
                  <a:lnTo>
                    <a:pt x="732790" y="1492250"/>
                  </a:lnTo>
                  <a:lnTo>
                    <a:pt x="0" y="1282402"/>
                  </a:lnTo>
                  <a:lnTo>
                    <a:pt x="0" y="0"/>
                  </a:lnTo>
                  <a:lnTo>
                    <a:pt x="1465580" y="0"/>
                  </a:lnTo>
                  <a:close/>
                </a:path>
              </a:pathLst>
            </a:custGeom>
            <a:solidFill>
              <a:srgbClr val="5DA295"/>
            </a:solidFill>
            <a:ln>
              <a:noFill/>
            </a:ln>
            <a:effectLst/>
          </p:spPr>
        </p:sp>
        <p:sp>
          <p:nvSpPr>
            <p:cNvPr id="21" name="TextBox 22"/>
            <p:cNvSpPr/>
            <p:nvPr/>
          </p:nvSpPr>
          <p:spPr bwMode="auto">
            <a:xfrm>
              <a:off x="2469515" y="3022600"/>
              <a:ext cx="1465580" cy="135255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2050844126" name="Group 23"/>
          <p:cNvGrpSpPr/>
          <p:nvPr/>
        </p:nvGrpSpPr>
        <p:grpSpPr bwMode="auto">
          <a:xfrm>
            <a:off x="10429875" y="3082925"/>
            <a:ext cx="1465580" cy="1492250"/>
            <a:chOff x="10429875" y="3082925"/>
            <a:chExt cx="1465580" cy="1492250"/>
          </a:xfrm>
        </p:grpSpPr>
        <p:sp>
          <p:nvSpPr>
            <p:cNvPr id="25" name="Freeform 24"/>
            <p:cNvSpPr/>
            <p:nvPr/>
          </p:nvSpPr>
          <p:spPr bwMode="auto">
            <a:xfrm>
              <a:off x="10429875" y="3082925"/>
              <a:ext cx="1465580" cy="1492250"/>
            </a:xfrm>
            <a:custGeom>
              <a:avLst/>
              <a:gdLst/>
              <a:ahLst/>
              <a:cxnLst/>
              <a:rect l="0" t="0" r="1465580" b="1492250"/>
              <a:pathLst>
                <a:path w="1465580" h="1492250" extrusionOk="0">
                  <a:moveTo>
                    <a:pt x="1465580" y="0"/>
                  </a:moveTo>
                  <a:lnTo>
                    <a:pt x="1465580" y="1282402"/>
                  </a:lnTo>
                  <a:lnTo>
                    <a:pt x="732790" y="1492250"/>
                  </a:lnTo>
                  <a:lnTo>
                    <a:pt x="0" y="1282402"/>
                  </a:lnTo>
                  <a:lnTo>
                    <a:pt x="0" y="0"/>
                  </a:lnTo>
                  <a:lnTo>
                    <a:pt x="1465580" y="0"/>
                  </a:lnTo>
                  <a:close/>
                </a:path>
              </a:pathLst>
            </a:custGeom>
            <a:solidFill>
              <a:srgbClr val="5DA295"/>
            </a:solidFill>
            <a:ln>
              <a:noFill/>
            </a:ln>
            <a:effectLst/>
          </p:spPr>
        </p:sp>
        <p:sp>
          <p:nvSpPr>
            <p:cNvPr id="24" name="TextBox 25"/>
            <p:cNvSpPr/>
            <p:nvPr/>
          </p:nvSpPr>
          <p:spPr bwMode="auto">
            <a:xfrm>
              <a:off x="10429875" y="3013075"/>
              <a:ext cx="1465580" cy="135255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84330534" name="Group 26"/>
          <p:cNvGrpSpPr/>
          <p:nvPr/>
        </p:nvGrpSpPr>
        <p:grpSpPr bwMode="auto">
          <a:xfrm>
            <a:off x="14229714" y="3082925"/>
            <a:ext cx="1465580" cy="1492250"/>
            <a:chOff x="14229714" y="3082925"/>
            <a:chExt cx="1465580" cy="1492250"/>
          </a:xfrm>
        </p:grpSpPr>
        <p:sp>
          <p:nvSpPr>
            <p:cNvPr id="28" name="Freeform 27"/>
            <p:cNvSpPr/>
            <p:nvPr/>
          </p:nvSpPr>
          <p:spPr bwMode="auto">
            <a:xfrm>
              <a:off x="14229714" y="3082925"/>
              <a:ext cx="1465580" cy="1492250"/>
            </a:xfrm>
            <a:custGeom>
              <a:avLst/>
              <a:gdLst/>
              <a:ahLst/>
              <a:cxnLst/>
              <a:rect l="0" t="0" r="1465580" b="1492250"/>
              <a:pathLst>
                <a:path w="1465580" h="1492250" extrusionOk="0">
                  <a:moveTo>
                    <a:pt x="1465580" y="0"/>
                  </a:moveTo>
                  <a:lnTo>
                    <a:pt x="1465580" y="1282402"/>
                  </a:lnTo>
                  <a:lnTo>
                    <a:pt x="732790" y="1492250"/>
                  </a:lnTo>
                  <a:lnTo>
                    <a:pt x="0" y="1282402"/>
                  </a:lnTo>
                  <a:lnTo>
                    <a:pt x="0" y="0"/>
                  </a:lnTo>
                  <a:lnTo>
                    <a:pt x="1465580" y="0"/>
                  </a:lnTo>
                  <a:close/>
                </a:path>
              </a:pathLst>
            </a:custGeom>
            <a:solidFill>
              <a:srgbClr val="5DA295"/>
            </a:solidFill>
            <a:ln>
              <a:noFill/>
            </a:ln>
            <a:effectLst/>
          </p:spPr>
        </p:sp>
        <p:sp>
          <p:nvSpPr>
            <p:cNvPr id="27" name="TextBox 28"/>
            <p:cNvSpPr/>
            <p:nvPr/>
          </p:nvSpPr>
          <p:spPr bwMode="auto">
            <a:xfrm>
              <a:off x="14229714" y="3013075"/>
              <a:ext cx="1465580" cy="135255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906640135" name="Freeform 29"/>
          <p:cNvSpPr/>
          <p:nvPr/>
        </p:nvSpPr>
        <p:spPr bwMode="auto">
          <a:xfrm>
            <a:off x="14869160" y="-2098675"/>
            <a:ext cx="3705225" cy="3905250"/>
          </a:xfrm>
          <a:custGeom>
            <a:avLst/>
            <a:gdLst/>
            <a:ahLst/>
            <a:cxnLst/>
            <a:rect l="0" t="0" r="3705225" b="3905250"/>
            <a:pathLst>
              <a:path w="3705225" h="3905250" extrusionOk="0">
                <a:moveTo>
                  <a:pt x="0" y="0"/>
                </a:moveTo>
                <a:lnTo>
                  <a:pt x="3705225" y="0"/>
                </a:lnTo>
                <a:lnTo>
                  <a:pt x="3705225" y="3905250"/>
                </a:lnTo>
                <a:lnTo>
                  <a:pt x="0" y="3905250"/>
                </a:lnTo>
                <a:lnTo>
                  <a:pt x="0" y="0"/>
                </a:lnTo>
                <a:close/>
              </a:path>
            </a:pathLst>
          </a:custGeom>
          <a:blipFill>
            <a:blip r:embed="rId3"/>
            <a:stretch/>
          </a:blipFill>
          <a:ln>
            <a:noFill/>
          </a:ln>
          <a:effectLst/>
        </p:spPr>
      </p:sp>
      <p:sp>
        <p:nvSpPr>
          <p:cNvPr id="1445329931" name="Freeform 30"/>
          <p:cNvSpPr/>
          <p:nvPr/>
        </p:nvSpPr>
        <p:spPr bwMode="auto">
          <a:xfrm>
            <a:off x="15302865" y="1278890"/>
            <a:ext cx="1073150" cy="1073785"/>
          </a:xfrm>
          <a:custGeom>
            <a:avLst/>
            <a:gdLst/>
            <a:ahLst/>
            <a:cxnLst/>
            <a:rect l="0" t="0" r="1073150" b="1073785"/>
            <a:pathLst>
              <a:path w="1073150" h="1073785" extrusionOk="0">
                <a:moveTo>
                  <a:pt x="0" y="0"/>
                </a:moveTo>
                <a:lnTo>
                  <a:pt x="1073149" y="0"/>
                </a:lnTo>
                <a:lnTo>
                  <a:pt x="1073149" y="1073785"/>
                </a:lnTo>
                <a:lnTo>
                  <a:pt x="0" y="1073785"/>
                </a:lnTo>
                <a:lnTo>
                  <a:pt x="0" y="0"/>
                </a:lnTo>
                <a:close/>
              </a:path>
            </a:pathLst>
          </a:custGeom>
          <a:blipFill>
            <a:blip r:embed="rId4"/>
            <a:stretch/>
          </a:blipFill>
          <a:ln>
            <a:noFill/>
          </a:ln>
          <a:effectLst/>
        </p:spPr>
      </p:sp>
      <p:sp>
        <p:nvSpPr>
          <p:cNvPr id="899996949" name="Freeform 31"/>
          <p:cNvSpPr/>
          <p:nvPr/>
        </p:nvSpPr>
        <p:spPr bwMode="auto">
          <a:xfrm>
            <a:off x="16148050" y="2273935"/>
            <a:ext cx="456565" cy="456565"/>
          </a:xfrm>
          <a:custGeom>
            <a:avLst/>
            <a:gdLst/>
            <a:ahLst/>
            <a:cxnLst/>
            <a:rect l="0" t="0" r="456565" b="456565"/>
            <a:pathLst>
              <a:path w="456565" h="456565" extrusionOk="0">
                <a:moveTo>
                  <a:pt x="0" y="0"/>
                </a:moveTo>
                <a:lnTo>
                  <a:pt x="456565" y="0"/>
                </a:lnTo>
                <a:lnTo>
                  <a:pt x="456565" y="456565"/>
                </a:lnTo>
                <a:lnTo>
                  <a:pt x="0" y="456565"/>
                </a:lnTo>
                <a:lnTo>
                  <a:pt x="0" y="0"/>
                </a:lnTo>
                <a:close/>
              </a:path>
            </a:pathLst>
          </a:custGeom>
          <a:blipFill>
            <a:blip r:embed="rId5"/>
            <a:stretch/>
          </a:blipFill>
          <a:ln>
            <a:noFill/>
          </a:ln>
          <a:effectLst/>
        </p:spPr>
      </p:sp>
      <p:sp>
        <p:nvSpPr>
          <p:cNvPr id="1104006047" name="Freeform 32"/>
          <p:cNvSpPr/>
          <p:nvPr/>
        </p:nvSpPr>
        <p:spPr bwMode="auto">
          <a:xfrm>
            <a:off x="560070" y="8446770"/>
            <a:ext cx="659130" cy="659130"/>
          </a:xfrm>
          <a:custGeom>
            <a:avLst/>
            <a:gdLst/>
            <a:ahLst/>
            <a:cxnLst/>
            <a:rect l="0" t="0" r="659130" b="659130"/>
            <a:pathLst>
              <a:path w="659130" h="659130" extrusionOk="0">
                <a:moveTo>
                  <a:pt x="0" y="0"/>
                </a:moveTo>
                <a:lnTo>
                  <a:pt x="659129" y="0"/>
                </a:lnTo>
                <a:lnTo>
                  <a:pt x="659129" y="659130"/>
                </a:lnTo>
                <a:lnTo>
                  <a:pt x="0" y="659130"/>
                </a:lnTo>
                <a:lnTo>
                  <a:pt x="0" y="0"/>
                </a:lnTo>
                <a:close/>
              </a:path>
            </a:pathLst>
          </a:custGeom>
          <a:blipFill>
            <a:blip r:embed="rId6"/>
            <a:stretch/>
          </a:blipFill>
          <a:ln>
            <a:noFill/>
          </a:ln>
          <a:effectLst/>
        </p:spPr>
      </p:sp>
      <p:sp>
        <p:nvSpPr>
          <p:cNvPr id="444846843" name="TextBox 33"/>
          <p:cNvSpPr/>
          <p:nvPr/>
        </p:nvSpPr>
        <p:spPr bwMode="auto">
          <a:xfrm>
            <a:off x="4075430" y="1470660"/>
            <a:ext cx="10137140" cy="804545"/>
          </a:xfrm>
          <a:prstGeom prst="rect">
            <a:avLst/>
          </a:prstGeom>
          <a:noFill/>
          <a:ln>
            <a:noFill/>
          </a:ln>
          <a:effectLst/>
        </p:spPr>
        <p:txBody>
          <a:bodyPr vert="horz" wrap="square" lIns="0" tIns="0" rIns="0" bIns="0" numCol="1" spcCol="215899" anchor="t"/>
          <a:lstStyle/>
          <a:p>
            <a:pPr algn="ctr">
              <a:lnSpc>
                <a:spcPts val="6580"/>
              </a:lnSpc>
              <a:defRPr sz="4700" b="1" cap="none">
                <a:solidFill>
                  <a:srgbClr val="000000"/>
                </a:solidFill>
                <a:latin typeface="Glacial Indifference"/>
                <a:ea typeface="Glacial Indifference"/>
                <a:cs typeface="Glacial Indifference"/>
              </a:defRPr>
            </a:pPr>
            <a:r>
              <a:t>Evaluasi Keperawatan</a:t>
            </a:r>
          </a:p>
        </p:txBody>
      </p:sp>
      <p:sp>
        <p:nvSpPr>
          <p:cNvPr id="784679696" name="TextBox 34"/>
          <p:cNvSpPr/>
          <p:nvPr/>
        </p:nvSpPr>
        <p:spPr bwMode="auto">
          <a:xfrm>
            <a:off x="2343785" y="3238500"/>
            <a:ext cx="1717040" cy="1047750"/>
          </a:xfrm>
          <a:prstGeom prst="rect">
            <a:avLst/>
          </a:prstGeom>
          <a:noFill/>
          <a:ln>
            <a:noFill/>
          </a:ln>
          <a:effectLst/>
        </p:spPr>
        <p:txBody>
          <a:bodyPr vert="horz" wrap="square" lIns="0" tIns="0" rIns="0" bIns="0" numCol="1" spcCol="215899" anchor="t"/>
          <a:lstStyle/>
          <a:p>
            <a:pPr algn="ctr">
              <a:lnSpc>
                <a:spcPts val="8400"/>
              </a:lnSpc>
              <a:defRPr sz="6000" b="1" cap="none">
                <a:solidFill>
                  <a:srgbClr val="FFFFFF"/>
                </a:solidFill>
                <a:latin typeface="Glacial Indifference"/>
                <a:ea typeface="Glacial Indifference"/>
                <a:cs typeface="Glacial Indifference"/>
              </a:defRPr>
            </a:pPr>
            <a:r>
              <a:t>S</a:t>
            </a:r>
          </a:p>
        </p:txBody>
      </p:sp>
      <p:sp>
        <p:nvSpPr>
          <p:cNvPr id="987589369" name="TextBox 35"/>
          <p:cNvSpPr/>
          <p:nvPr/>
        </p:nvSpPr>
        <p:spPr bwMode="auto">
          <a:xfrm>
            <a:off x="1649730" y="4834890"/>
            <a:ext cx="3257550" cy="2880360"/>
          </a:xfrm>
          <a:prstGeom prst="rect">
            <a:avLst/>
          </a:prstGeom>
          <a:noFill/>
          <a:ln>
            <a:noFill/>
          </a:ln>
          <a:effectLst/>
        </p:spPr>
        <p:txBody>
          <a:bodyPr vert="horz" wrap="square" lIns="0" tIns="0" rIns="0" bIns="0" numCol="1" spcCol="215899" anchor="t"/>
          <a:lstStyle/>
          <a:p>
            <a:pPr marL="360045" lvl="1" indent="-360045" algn="l">
              <a:lnSpc>
                <a:spcPts val="3240"/>
              </a:lnSpc>
              <a:buFont typeface="Arial"/>
              <a:buChar char="•"/>
              <a:defRPr/>
            </a:pPr>
            <a:r>
              <a:rPr sz="2700" cap="none">
                <a:solidFill>
                  <a:srgbClr val="000000"/>
                </a:solidFill>
                <a:latin typeface="Glacial Indifference"/>
                <a:ea typeface="Glacial Indifference"/>
                <a:cs typeface="Glacial Indifference"/>
              </a:rPr>
              <a:t>Klien mengatakan nyeri pada luka operasi berkurang.</a:t>
            </a:r>
          </a:p>
          <a:p>
            <a:pPr marL="360045" lvl="1" indent="-360045" algn="l">
              <a:lnSpc>
                <a:spcPts val="3240"/>
              </a:lnSpc>
              <a:buFont typeface="Arial"/>
              <a:buChar char="•"/>
              <a:defRPr/>
            </a:pPr>
            <a:r>
              <a:rPr sz="2700" cap="none">
                <a:solidFill>
                  <a:srgbClr val="000000"/>
                </a:solidFill>
                <a:latin typeface="Glacial Indifference"/>
                <a:ea typeface="Glacial Indifference"/>
                <a:cs typeface="Glacial Indifference"/>
              </a:rPr>
              <a:t>Skala nyeri: 4</a:t>
            </a:r>
          </a:p>
          <a:p>
            <a:pPr marL="360045" lvl="1" indent="-360045" algn="l">
              <a:lnSpc>
                <a:spcPts val="3240"/>
              </a:lnSpc>
              <a:buFont typeface="Arial"/>
              <a:buChar char="•"/>
              <a:defRPr/>
            </a:pPr>
            <a:r>
              <a:rPr sz="2700" cap="none">
                <a:solidFill>
                  <a:srgbClr val="000000"/>
                </a:solidFill>
                <a:latin typeface="Glacial Indifference"/>
                <a:ea typeface="Glacial Indifference"/>
                <a:cs typeface="Glacial Indifference"/>
              </a:rPr>
              <a:t>Klien tampak tenang</a:t>
            </a:r>
          </a:p>
        </p:txBody>
      </p:sp>
      <p:sp>
        <p:nvSpPr>
          <p:cNvPr id="1003512495" name="TextBox 36"/>
          <p:cNvSpPr/>
          <p:nvPr/>
        </p:nvSpPr>
        <p:spPr bwMode="auto">
          <a:xfrm>
            <a:off x="11430000" y="8963025"/>
            <a:ext cx="4752340" cy="533400"/>
          </a:xfrm>
          <a:prstGeom prst="rect">
            <a:avLst/>
          </a:prstGeom>
          <a:noFill/>
          <a:ln>
            <a:noFill/>
          </a:ln>
          <a:effectLst/>
        </p:spPr>
        <p:txBody>
          <a:bodyPr vert="horz" wrap="square" lIns="0" tIns="0" rIns="0" bIns="0" numCol="1" spcCol="215899" anchor="t"/>
          <a:lstStyle/>
          <a:p>
            <a:pPr algn="r">
              <a:lnSpc>
                <a:spcPts val="4200"/>
              </a:lnSpc>
              <a:defRPr sz="3000" b="1" cap="none">
                <a:solidFill>
                  <a:srgbClr val="000000"/>
                </a:solidFill>
                <a:latin typeface="Glacial Indifference"/>
                <a:ea typeface="Glacial Indifference"/>
                <a:cs typeface="Glacial Indifference"/>
              </a:defRPr>
            </a:pPr>
            <a:r>
              <a:t>FRAKTUR HUMERUS </a:t>
            </a:r>
          </a:p>
        </p:txBody>
      </p:sp>
      <p:sp>
        <p:nvSpPr>
          <p:cNvPr id="582810215" name="Freeform 37"/>
          <p:cNvSpPr/>
          <p:nvPr/>
        </p:nvSpPr>
        <p:spPr bwMode="auto">
          <a:xfrm>
            <a:off x="1250950" y="9157335"/>
            <a:ext cx="659130" cy="659130"/>
          </a:xfrm>
          <a:custGeom>
            <a:avLst/>
            <a:gdLst/>
            <a:ahLst/>
            <a:cxnLst/>
            <a:rect l="0" t="0" r="659130" b="659130"/>
            <a:pathLst>
              <a:path w="659130" h="659130" extrusionOk="0">
                <a:moveTo>
                  <a:pt x="0" y="0"/>
                </a:moveTo>
                <a:lnTo>
                  <a:pt x="659130" y="0"/>
                </a:lnTo>
                <a:lnTo>
                  <a:pt x="659130" y="659129"/>
                </a:lnTo>
                <a:lnTo>
                  <a:pt x="0" y="659129"/>
                </a:lnTo>
                <a:lnTo>
                  <a:pt x="0" y="0"/>
                </a:lnTo>
                <a:close/>
              </a:path>
            </a:pathLst>
          </a:custGeom>
          <a:blipFill>
            <a:blip r:embed="rId7"/>
            <a:stretch/>
          </a:blipFill>
          <a:ln>
            <a:noFill/>
          </a:ln>
          <a:effectLst/>
        </p:spPr>
      </p:sp>
      <p:sp>
        <p:nvSpPr>
          <p:cNvPr id="1201981233" name="Freeform 38"/>
          <p:cNvSpPr/>
          <p:nvPr/>
        </p:nvSpPr>
        <p:spPr bwMode="auto">
          <a:xfrm>
            <a:off x="0" y="0"/>
            <a:ext cx="5100320" cy="2209800"/>
          </a:xfrm>
          <a:custGeom>
            <a:avLst/>
            <a:gdLst/>
            <a:ahLst/>
            <a:cxnLst/>
            <a:rect l="0" t="0" r="5100320" b="2209800"/>
            <a:pathLst>
              <a:path w="5100320" h="2209800" extrusionOk="0">
                <a:moveTo>
                  <a:pt x="0" y="0"/>
                </a:moveTo>
                <a:lnTo>
                  <a:pt x="5100320" y="0"/>
                </a:lnTo>
                <a:lnTo>
                  <a:pt x="5100320" y="2209800"/>
                </a:lnTo>
                <a:lnTo>
                  <a:pt x="0" y="2209800"/>
                </a:lnTo>
                <a:lnTo>
                  <a:pt x="0" y="0"/>
                </a:lnTo>
                <a:close/>
              </a:path>
            </a:pathLst>
          </a:custGeom>
          <a:blipFill>
            <a:blip r:embed="rId8"/>
            <a:stretch/>
          </a:blipFill>
          <a:ln>
            <a:noFill/>
          </a:ln>
          <a:effectLst/>
        </p:spPr>
      </p:sp>
      <p:sp>
        <p:nvSpPr>
          <p:cNvPr id="1408676518" name="TextBox 39"/>
          <p:cNvSpPr/>
          <p:nvPr/>
        </p:nvSpPr>
        <p:spPr bwMode="auto">
          <a:xfrm>
            <a:off x="6649720" y="2335530"/>
            <a:ext cx="4988560" cy="537845"/>
          </a:xfrm>
          <a:prstGeom prst="rect">
            <a:avLst/>
          </a:prstGeom>
          <a:noFill/>
          <a:ln>
            <a:noFill/>
          </a:ln>
          <a:effectLst/>
        </p:spPr>
        <p:txBody>
          <a:bodyPr vert="horz" wrap="square" lIns="0" tIns="0" rIns="0" bIns="0" numCol="1" spcCol="215899" anchor="t"/>
          <a:lstStyle/>
          <a:p>
            <a:pPr algn="ctr">
              <a:lnSpc>
                <a:spcPts val="4480"/>
              </a:lnSpc>
              <a:defRPr sz="2800" b="1" cap="none">
                <a:solidFill>
                  <a:srgbClr val="000000"/>
                </a:solidFill>
                <a:latin typeface="Glacial Indifference"/>
                <a:ea typeface="Glacial Indifference"/>
                <a:cs typeface="Glacial Indifference"/>
              </a:defRPr>
            </a:pPr>
            <a:r>
              <a:t>No. DK 1, 13 Desember 2023</a:t>
            </a:r>
          </a:p>
        </p:txBody>
      </p:sp>
      <p:sp>
        <p:nvSpPr>
          <p:cNvPr id="140576314" name="TextBox 40"/>
          <p:cNvSpPr/>
          <p:nvPr/>
        </p:nvSpPr>
        <p:spPr bwMode="auto">
          <a:xfrm>
            <a:off x="6331585" y="3238500"/>
            <a:ext cx="1717040" cy="1066800"/>
          </a:xfrm>
          <a:prstGeom prst="rect">
            <a:avLst/>
          </a:prstGeom>
          <a:noFill/>
          <a:ln>
            <a:noFill/>
          </a:ln>
          <a:effectLst/>
        </p:spPr>
        <p:txBody>
          <a:bodyPr vert="horz" wrap="square" lIns="0" tIns="0" rIns="0" bIns="0" numCol="1" spcCol="215899" anchor="t"/>
          <a:lstStyle/>
          <a:p>
            <a:pPr algn="ctr">
              <a:lnSpc>
                <a:spcPts val="8400"/>
              </a:lnSpc>
              <a:defRPr sz="6000" b="1" cap="none">
                <a:solidFill>
                  <a:srgbClr val="FFFFFF"/>
                </a:solidFill>
                <a:latin typeface="Glacial Indifference"/>
                <a:ea typeface="Glacial Indifference"/>
                <a:cs typeface="Glacial Indifference"/>
              </a:defRPr>
            </a:pPr>
            <a:r>
              <a:t>O</a:t>
            </a:r>
          </a:p>
        </p:txBody>
      </p:sp>
      <p:sp>
        <p:nvSpPr>
          <p:cNvPr id="383906119" name="TextBox 41"/>
          <p:cNvSpPr/>
          <p:nvPr/>
        </p:nvSpPr>
        <p:spPr bwMode="auto">
          <a:xfrm>
            <a:off x="10304145" y="3238500"/>
            <a:ext cx="1717040" cy="1066800"/>
          </a:xfrm>
          <a:prstGeom prst="rect">
            <a:avLst/>
          </a:prstGeom>
          <a:noFill/>
          <a:ln>
            <a:noFill/>
          </a:ln>
          <a:effectLst/>
        </p:spPr>
        <p:txBody>
          <a:bodyPr vert="horz" wrap="square" lIns="0" tIns="0" rIns="0" bIns="0" numCol="1" spcCol="215899" anchor="t"/>
          <a:lstStyle/>
          <a:p>
            <a:pPr algn="ctr">
              <a:lnSpc>
                <a:spcPts val="8400"/>
              </a:lnSpc>
              <a:defRPr sz="6000" b="1" cap="none">
                <a:solidFill>
                  <a:srgbClr val="FFFFFF"/>
                </a:solidFill>
                <a:latin typeface="Glacial Indifference"/>
                <a:ea typeface="Glacial Indifference"/>
                <a:cs typeface="Glacial Indifference"/>
              </a:defRPr>
            </a:pPr>
            <a:r>
              <a:t>A</a:t>
            </a:r>
          </a:p>
        </p:txBody>
      </p:sp>
      <p:sp>
        <p:nvSpPr>
          <p:cNvPr id="1193780684" name="TextBox 42"/>
          <p:cNvSpPr/>
          <p:nvPr/>
        </p:nvSpPr>
        <p:spPr bwMode="auto">
          <a:xfrm>
            <a:off x="14103985" y="3238500"/>
            <a:ext cx="1717040" cy="1066800"/>
          </a:xfrm>
          <a:prstGeom prst="rect">
            <a:avLst/>
          </a:prstGeom>
          <a:noFill/>
          <a:ln>
            <a:noFill/>
          </a:ln>
          <a:effectLst/>
        </p:spPr>
        <p:txBody>
          <a:bodyPr vert="horz" wrap="square" lIns="0" tIns="0" rIns="0" bIns="0" numCol="1" spcCol="215899" anchor="t"/>
          <a:lstStyle/>
          <a:p>
            <a:pPr algn="ctr">
              <a:lnSpc>
                <a:spcPts val="8400"/>
              </a:lnSpc>
              <a:defRPr sz="6000" b="1" cap="none">
                <a:solidFill>
                  <a:srgbClr val="FFFFFF"/>
                </a:solidFill>
                <a:latin typeface="Glacial Indifference"/>
                <a:ea typeface="Glacial Indifference"/>
                <a:cs typeface="Glacial Indifference"/>
              </a:defRPr>
            </a:pPr>
            <a:r>
              <a:t>P</a:t>
            </a:r>
          </a:p>
        </p:txBody>
      </p:sp>
      <p:sp>
        <p:nvSpPr>
          <p:cNvPr id="712778711" name="TextBox 43"/>
          <p:cNvSpPr/>
          <p:nvPr/>
        </p:nvSpPr>
        <p:spPr bwMode="auto">
          <a:xfrm>
            <a:off x="5602605" y="4834890"/>
            <a:ext cx="3258185" cy="2468880"/>
          </a:xfrm>
          <a:prstGeom prst="rect">
            <a:avLst/>
          </a:prstGeom>
          <a:noFill/>
          <a:ln>
            <a:noFill/>
          </a:ln>
          <a:effectLst/>
        </p:spPr>
        <p:txBody>
          <a:bodyPr vert="horz" wrap="square" lIns="0" tIns="0" rIns="0" bIns="0" numCol="1" spcCol="215899" anchor="t"/>
          <a:lstStyle/>
          <a:p>
            <a:pPr algn="l">
              <a:lnSpc>
                <a:spcPts val="3240"/>
              </a:lnSpc>
              <a:defRPr/>
            </a:pPr>
            <a:r>
              <a:rPr sz="2700" cap="none">
                <a:solidFill>
                  <a:srgbClr val="000000"/>
                </a:solidFill>
                <a:latin typeface="Glacial Indifference"/>
                <a:ea typeface="Glacial Indifference"/>
                <a:cs typeface="Glacial Indifference"/>
              </a:rPr>
              <a:t>Kesadaran: cm</a:t>
            </a:r>
          </a:p>
          <a:p>
            <a:pPr algn="l">
              <a:lnSpc>
                <a:spcPts val="3240"/>
              </a:lnSpc>
              <a:defRPr/>
            </a:pPr>
            <a:r>
              <a:rPr sz="2700" cap="none">
                <a:solidFill>
                  <a:srgbClr val="000000"/>
                </a:solidFill>
                <a:latin typeface="Glacial Indifference"/>
                <a:ea typeface="Glacial Indifference"/>
                <a:cs typeface="Glacial Indifference"/>
              </a:rPr>
              <a:t>Skala nyeri: 4</a:t>
            </a:r>
          </a:p>
          <a:p>
            <a:pPr algn="l">
              <a:lnSpc>
                <a:spcPts val="3240"/>
              </a:lnSpc>
              <a:defRPr/>
            </a:pPr>
            <a:r>
              <a:rPr sz="2700" cap="none">
                <a:solidFill>
                  <a:srgbClr val="000000"/>
                </a:solidFill>
                <a:latin typeface="Glacial Indifference"/>
                <a:ea typeface="Glacial Indifference"/>
                <a:cs typeface="Glacial Indifference"/>
              </a:rPr>
              <a:t>TD: 120/80</a:t>
            </a:r>
          </a:p>
          <a:p>
            <a:pPr algn="l">
              <a:lnSpc>
                <a:spcPts val="3240"/>
              </a:lnSpc>
              <a:defRPr/>
            </a:pPr>
            <a:r>
              <a:rPr sz="2700" cap="none">
                <a:solidFill>
                  <a:srgbClr val="000000"/>
                </a:solidFill>
                <a:latin typeface="Glacial Indifference"/>
                <a:ea typeface="Glacial Indifference"/>
                <a:cs typeface="Glacial Indifference"/>
              </a:rPr>
              <a:t>N: 96x/menit</a:t>
            </a:r>
          </a:p>
          <a:p>
            <a:pPr algn="l">
              <a:lnSpc>
                <a:spcPts val="3240"/>
              </a:lnSpc>
              <a:defRPr/>
            </a:pPr>
            <a:r>
              <a:rPr sz="2700" cap="none">
                <a:solidFill>
                  <a:srgbClr val="000000"/>
                </a:solidFill>
                <a:latin typeface="Glacial Indifference"/>
                <a:ea typeface="Glacial Indifference"/>
                <a:cs typeface="Glacial Indifference"/>
              </a:rPr>
              <a:t>S: 36.6°C</a:t>
            </a:r>
          </a:p>
          <a:p>
            <a:pPr algn="l">
              <a:lnSpc>
                <a:spcPts val="3240"/>
              </a:lnSpc>
              <a:defRPr/>
            </a:pPr>
            <a:r>
              <a:rPr sz="2700" cap="none">
                <a:solidFill>
                  <a:srgbClr val="000000"/>
                </a:solidFill>
                <a:latin typeface="Glacial Indifference"/>
                <a:ea typeface="Glacial Indifference"/>
                <a:cs typeface="Glacial Indifference"/>
              </a:rPr>
              <a:t>RR: 20x/menit</a:t>
            </a:r>
          </a:p>
        </p:txBody>
      </p:sp>
      <p:sp>
        <p:nvSpPr>
          <p:cNvPr id="1525030979" name="TextBox 44"/>
          <p:cNvSpPr/>
          <p:nvPr/>
        </p:nvSpPr>
        <p:spPr bwMode="auto">
          <a:xfrm>
            <a:off x="9492615" y="4834890"/>
            <a:ext cx="3257550" cy="466725"/>
          </a:xfrm>
          <a:prstGeom prst="rect">
            <a:avLst/>
          </a:prstGeom>
          <a:noFill/>
          <a:ln>
            <a:noFill/>
          </a:ln>
          <a:effectLst/>
        </p:spPr>
        <p:txBody>
          <a:bodyPr vert="horz" wrap="square" lIns="0" tIns="0" rIns="0" bIns="0" numCol="1" spcCol="215899" anchor="t"/>
          <a:lstStyle/>
          <a:p>
            <a:pPr algn="l">
              <a:lnSpc>
                <a:spcPts val="3600"/>
              </a:lnSpc>
              <a:defRPr sz="1600" cap="none"/>
            </a:pPr>
            <a:r>
              <a:rPr sz="2800" cap="none">
                <a:solidFill>
                  <a:srgbClr val="000000"/>
                </a:solidFill>
                <a:latin typeface="Glacial Indifference"/>
                <a:ea typeface="Glacial Indifference"/>
                <a:cs typeface="Glacial Indifference"/>
              </a:rPr>
              <a:t>Masalah teratasi</a:t>
            </a:r>
          </a:p>
        </p:txBody>
      </p:sp>
      <p:sp>
        <p:nvSpPr>
          <p:cNvPr id="102675421" name="TextBox 45"/>
          <p:cNvSpPr/>
          <p:nvPr/>
        </p:nvSpPr>
        <p:spPr bwMode="auto">
          <a:xfrm>
            <a:off x="13440410" y="4834890"/>
            <a:ext cx="3257550" cy="1381125"/>
          </a:xfrm>
          <a:prstGeom prst="rect">
            <a:avLst/>
          </a:prstGeom>
          <a:noFill/>
          <a:ln>
            <a:noFill/>
          </a:ln>
          <a:effectLst/>
        </p:spPr>
        <p:txBody>
          <a:bodyPr vert="horz" wrap="square" lIns="0" tIns="0" rIns="0" bIns="0" numCol="1" spcCol="215899" anchor="t"/>
          <a:lstStyle/>
          <a:p>
            <a:pPr algn="l">
              <a:lnSpc>
                <a:spcPts val="3600"/>
              </a:lnSpc>
              <a:defRPr sz="2800" cap="none">
                <a:solidFill>
                  <a:srgbClr val="000000"/>
                </a:solidFill>
                <a:latin typeface="Glacial Indifference"/>
                <a:ea typeface="Glacial Indifference"/>
                <a:cs typeface="Glacial Indifference"/>
              </a:defRPr>
            </a:pPr>
            <a:r>
              <a:t>Intervensi dihentikan (pasien pulang)</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grpSp>
        <p:nvGrpSpPr>
          <p:cNvPr id="612841849" name="Group 2"/>
          <p:cNvGrpSpPr/>
          <p:nvPr/>
        </p:nvGrpSpPr>
        <p:grpSpPr bwMode="auto">
          <a:xfrm>
            <a:off x="0" y="10073640"/>
            <a:ext cx="18288000" cy="213360"/>
            <a:chOff x="0" y="10073640"/>
            <a:chExt cx="18288000" cy="213360"/>
          </a:xfrm>
        </p:grpSpPr>
        <p:sp>
          <p:nvSpPr>
            <p:cNvPr id="4" name="Freeform 3"/>
            <p:cNvSpPr/>
            <p:nvPr/>
          </p:nvSpPr>
          <p:spPr bwMode="auto">
            <a:xfrm>
              <a:off x="0" y="1007364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5DA295"/>
            </a:solidFill>
            <a:ln>
              <a:noFill/>
            </a:ln>
            <a:effectLst/>
          </p:spPr>
        </p:sp>
        <p:sp>
          <p:nvSpPr>
            <p:cNvPr id="3" name="TextBox 4"/>
            <p:cNvSpPr/>
            <p:nvPr/>
          </p:nvSpPr>
          <p:spPr bwMode="auto">
            <a:xfrm>
              <a:off x="0" y="992886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845993607" name="Group 5"/>
          <p:cNvGrpSpPr/>
          <p:nvPr/>
        </p:nvGrpSpPr>
        <p:grpSpPr bwMode="auto">
          <a:xfrm>
            <a:off x="0" y="0"/>
            <a:ext cx="18288000" cy="213360"/>
            <a:chOff x="0" y="0"/>
            <a:chExt cx="18288000" cy="213360"/>
          </a:xfrm>
        </p:grpSpPr>
        <p:sp>
          <p:nvSpPr>
            <p:cNvPr id="7" name="Freeform 6"/>
            <p:cNvSpPr/>
            <p:nvPr/>
          </p:nvSpPr>
          <p:spPr bwMode="auto">
            <a:xfrm>
              <a:off x="0" y="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BFDDD2"/>
            </a:solidFill>
            <a:ln>
              <a:noFill/>
            </a:ln>
            <a:effectLst/>
          </p:spPr>
        </p:sp>
        <p:sp>
          <p:nvSpPr>
            <p:cNvPr id="6" name="TextBox 7"/>
            <p:cNvSpPr/>
            <p:nvPr/>
          </p:nvSpPr>
          <p:spPr bwMode="auto">
            <a:xfrm>
              <a:off x="0" y="-14478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1156396783" name="TextBox 8"/>
          <p:cNvSpPr/>
          <p:nvPr/>
        </p:nvSpPr>
        <p:spPr bwMode="auto">
          <a:xfrm>
            <a:off x="16563975" y="8834120"/>
            <a:ext cx="955040" cy="799465"/>
          </a:xfrm>
          <a:prstGeom prst="rect">
            <a:avLst/>
          </a:prstGeom>
          <a:noFill/>
          <a:ln>
            <a:noFill/>
          </a:ln>
          <a:effectLst/>
        </p:spPr>
        <p:txBody>
          <a:bodyPr vert="horz" wrap="square" lIns="0" tIns="0" rIns="0" bIns="0" numCol="1" spcCol="215899" anchor="t"/>
          <a:lstStyle/>
          <a:p>
            <a:pPr algn="r">
              <a:lnSpc>
                <a:spcPts val="6295"/>
              </a:lnSpc>
              <a:defRPr sz="4500" b="1" cap="none">
                <a:solidFill>
                  <a:srgbClr val="000000"/>
                </a:solidFill>
                <a:latin typeface="Glacial Indifference"/>
                <a:ea typeface="Glacial Indifference"/>
                <a:cs typeface="Glacial Indifference"/>
              </a:defRPr>
            </a:pPr>
            <a:r>
              <a:t>49</a:t>
            </a:r>
          </a:p>
        </p:txBody>
      </p:sp>
      <p:sp>
        <p:nvSpPr>
          <p:cNvPr id="1321591024" name="AutoShape 9"/>
          <p:cNvSpPr/>
          <p:nvPr/>
        </p:nvSpPr>
        <p:spPr bwMode="auto">
          <a:xfrm>
            <a:off x="16563975" y="8877300"/>
            <a:ext cx="0" cy="762000"/>
          </a:xfrm>
          <a:prstGeom prst="line">
            <a:avLst/>
          </a:prstGeom>
          <a:noFill/>
          <a:ln w="95250" cap="flat" cmpd="sng" algn="ctr">
            <a:solidFill>
              <a:srgbClr val="5DA295"/>
            </a:solidFill>
            <a:prstDash val="solid"/>
            <a:headEnd type="none"/>
            <a:tailEnd type="none"/>
          </a:ln>
          <a:effectLst/>
        </p:spPr>
      </p:sp>
      <p:sp>
        <p:nvSpPr>
          <p:cNvPr id="1522557639" name="AutoShape 10"/>
          <p:cNvSpPr/>
          <p:nvPr/>
        </p:nvSpPr>
        <p:spPr bwMode="auto">
          <a:xfrm>
            <a:off x="1219200" y="8370570"/>
            <a:ext cx="15849600" cy="0"/>
          </a:xfrm>
          <a:prstGeom prst="line">
            <a:avLst/>
          </a:prstGeom>
          <a:noFill/>
          <a:ln w="38100" cap="flat" cmpd="sng" algn="ctr">
            <a:solidFill>
              <a:srgbClr val="5DA295"/>
            </a:solidFill>
            <a:prstDash val="solid"/>
            <a:headEnd type="none"/>
            <a:tailEnd type="none"/>
          </a:ln>
          <a:effectLst/>
        </p:spPr>
      </p:sp>
      <p:sp>
        <p:nvSpPr>
          <p:cNvPr id="1762995514" name="AutoShape 11"/>
          <p:cNvSpPr/>
          <p:nvPr/>
        </p:nvSpPr>
        <p:spPr bwMode="auto">
          <a:xfrm>
            <a:off x="1219200" y="3102610"/>
            <a:ext cx="15849600" cy="0"/>
          </a:xfrm>
          <a:prstGeom prst="line">
            <a:avLst/>
          </a:prstGeom>
          <a:noFill/>
          <a:ln w="38100" cap="flat" cmpd="sng" algn="ctr">
            <a:solidFill>
              <a:srgbClr val="5DA295"/>
            </a:solidFill>
            <a:prstDash val="solid"/>
            <a:headEnd type="none"/>
            <a:tailEnd type="none"/>
          </a:ln>
          <a:effectLst/>
        </p:spPr>
      </p:sp>
      <p:sp>
        <p:nvSpPr>
          <p:cNvPr id="1032936744" name="AutoShape 12"/>
          <p:cNvSpPr/>
          <p:nvPr/>
        </p:nvSpPr>
        <p:spPr bwMode="auto">
          <a:xfrm flipV="1">
            <a:off x="1238250" y="3082925"/>
            <a:ext cx="2540" cy="5306695"/>
          </a:xfrm>
          <a:prstGeom prst="line">
            <a:avLst/>
          </a:prstGeom>
          <a:noFill/>
          <a:ln w="38100" cap="flat" cmpd="sng" algn="ctr">
            <a:solidFill>
              <a:srgbClr val="5DA295"/>
            </a:solidFill>
            <a:prstDash val="solid"/>
            <a:headEnd type="none"/>
            <a:tailEnd type="none"/>
          </a:ln>
          <a:effectLst/>
        </p:spPr>
      </p:sp>
      <p:sp>
        <p:nvSpPr>
          <p:cNvPr id="1005688336" name="AutoShape 13"/>
          <p:cNvSpPr/>
          <p:nvPr/>
        </p:nvSpPr>
        <p:spPr bwMode="auto">
          <a:xfrm flipH="1" flipV="1">
            <a:off x="5193030" y="3092450"/>
            <a:ext cx="0" cy="5287644"/>
          </a:xfrm>
          <a:prstGeom prst="line">
            <a:avLst/>
          </a:prstGeom>
          <a:noFill/>
          <a:ln w="38100" cap="flat" cmpd="sng" algn="ctr">
            <a:solidFill>
              <a:srgbClr val="5DA295"/>
            </a:solidFill>
            <a:prstDash val="solid"/>
            <a:headEnd type="none"/>
            <a:tailEnd type="none"/>
          </a:ln>
          <a:effectLst/>
        </p:spPr>
      </p:sp>
      <p:sp>
        <p:nvSpPr>
          <p:cNvPr id="1216510798" name="AutoShape 14"/>
          <p:cNvSpPr/>
          <p:nvPr/>
        </p:nvSpPr>
        <p:spPr bwMode="auto">
          <a:xfrm flipH="1" flipV="1">
            <a:off x="9145270" y="3092450"/>
            <a:ext cx="0" cy="5287644"/>
          </a:xfrm>
          <a:prstGeom prst="line">
            <a:avLst/>
          </a:prstGeom>
          <a:noFill/>
          <a:ln w="38100" cap="flat" cmpd="sng" algn="ctr">
            <a:solidFill>
              <a:srgbClr val="5DA295"/>
            </a:solidFill>
            <a:prstDash val="solid"/>
            <a:headEnd type="none"/>
            <a:tailEnd type="none"/>
          </a:ln>
          <a:effectLst/>
        </p:spPr>
      </p:sp>
      <p:sp>
        <p:nvSpPr>
          <p:cNvPr id="990787351" name="AutoShape 15"/>
          <p:cNvSpPr/>
          <p:nvPr/>
        </p:nvSpPr>
        <p:spPr bwMode="auto">
          <a:xfrm flipV="1">
            <a:off x="13097510" y="3092450"/>
            <a:ext cx="0" cy="5287644"/>
          </a:xfrm>
          <a:prstGeom prst="line">
            <a:avLst/>
          </a:prstGeom>
          <a:noFill/>
          <a:ln w="38100" cap="flat" cmpd="sng" algn="ctr">
            <a:solidFill>
              <a:srgbClr val="5DA295"/>
            </a:solidFill>
            <a:prstDash val="solid"/>
            <a:headEnd type="none"/>
            <a:tailEnd type="none"/>
          </a:ln>
          <a:effectLst/>
        </p:spPr>
      </p:sp>
      <p:sp>
        <p:nvSpPr>
          <p:cNvPr id="139053021" name="AutoShape 16"/>
          <p:cNvSpPr/>
          <p:nvPr/>
        </p:nvSpPr>
        <p:spPr bwMode="auto">
          <a:xfrm flipV="1">
            <a:off x="17049750" y="3092450"/>
            <a:ext cx="0" cy="5287644"/>
          </a:xfrm>
          <a:prstGeom prst="line">
            <a:avLst/>
          </a:prstGeom>
          <a:noFill/>
          <a:ln w="38100" cap="flat" cmpd="sng" algn="ctr">
            <a:solidFill>
              <a:srgbClr val="5DA295"/>
            </a:solidFill>
            <a:prstDash val="solid"/>
            <a:headEnd type="none"/>
            <a:tailEnd type="none"/>
          </a:ln>
          <a:effectLst/>
        </p:spPr>
      </p:sp>
      <p:grpSp>
        <p:nvGrpSpPr>
          <p:cNvPr id="535765213" name="Group 17"/>
          <p:cNvGrpSpPr/>
          <p:nvPr/>
        </p:nvGrpSpPr>
        <p:grpSpPr bwMode="auto">
          <a:xfrm>
            <a:off x="6457315" y="3092450"/>
            <a:ext cx="1465580" cy="1492250"/>
            <a:chOff x="6457315" y="3092450"/>
            <a:chExt cx="1465580" cy="1492250"/>
          </a:xfrm>
        </p:grpSpPr>
        <p:sp>
          <p:nvSpPr>
            <p:cNvPr id="19" name="Freeform 18"/>
            <p:cNvSpPr/>
            <p:nvPr/>
          </p:nvSpPr>
          <p:spPr bwMode="auto">
            <a:xfrm>
              <a:off x="6457315" y="3092450"/>
              <a:ext cx="1465580" cy="1492250"/>
            </a:xfrm>
            <a:custGeom>
              <a:avLst/>
              <a:gdLst/>
              <a:ahLst/>
              <a:cxnLst/>
              <a:rect l="0" t="0" r="1465580" b="1492250"/>
              <a:pathLst>
                <a:path w="1465580" h="1492250" extrusionOk="0">
                  <a:moveTo>
                    <a:pt x="1465580" y="0"/>
                  </a:moveTo>
                  <a:lnTo>
                    <a:pt x="1465580" y="1282402"/>
                  </a:lnTo>
                  <a:lnTo>
                    <a:pt x="732790" y="1492250"/>
                  </a:lnTo>
                  <a:lnTo>
                    <a:pt x="0" y="1282402"/>
                  </a:lnTo>
                  <a:lnTo>
                    <a:pt x="0" y="0"/>
                  </a:lnTo>
                  <a:lnTo>
                    <a:pt x="1465580" y="0"/>
                  </a:lnTo>
                  <a:close/>
                </a:path>
              </a:pathLst>
            </a:custGeom>
            <a:solidFill>
              <a:srgbClr val="5DA295"/>
            </a:solidFill>
            <a:ln>
              <a:noFill/>
            </a:ln>
            <a:effectLst/>
          </p:spPr>
        </p:sp>
        <p:sp>
          <p:nvSpPr>
            <p:cNvPr id="18" name="TextBox 19"/>
            <p:cNvSpPr/>
            <p:nvPr/>
          </p:nvSpPr>
          <p:spPr bwMode="auto">
            <a:xfrm>
              <a:off x="6457315" y="3022600"/>
              <a:ext cx="1465580" cy="135255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1497887976" name="Group 20"/>
          <p:cNvGrpSpPr/>
          <p:nvPr/>
        </p:nvGrpSpPr>
        <p:grpSpPr bwMode="auto">
          <a:xfrm>
            <a:off x="2469515" y="3092450"/>
            <a:ext cx="1465580" cy="1492250"/>
            <a:chOff x="2469515" y="3092450"/>
            <a:chExt cx="1465580" cy="1492250"/>
          </a:xfrm>
        </p:grpSpPr>
        <p:sp>
          <p:nvSpPr>
            <p:cNvPr id="22" name="Freeform 21"/>
            <p:cNvSpPr/>
            <p:nvPr/>
          </p:nvSpPr>
          <p:spPr bwMode="auto">
            <a:xfrm>
              <a:off x="2469515" y="3092450"/>
              <a:ext cx="1465580" cy="1492250"/>
            </a:xfrm>
            <a:custGeom>
              <a:avLst/>
              <a:gdLst/>
              <a:ahLst/>
              <a:cxnLst/>
              <a:rect l="0" t="0" r="1465580" b="1492250"/>
              <a:pathLst>
                <a:path w="1465580" h="1492250" extrusionOk="0">
                  <a:moveTo>
                    <a:pt x="1465580" y="0"/>
                  </a:moveTo>
                  <a:lnTo>
                    <a:pt x="1465580" y="1282402"/>
                  </a:lnTo>
                  <a:lnTo>
                    <a:pt x="732790" y="1492250"/>
                  </a:lnTo>
                  <a:lnTo>
                    <a:pt x="0" y="1282402"/>
                  </a:lnTo>
                  <a:lnTo>
                    <a:pt x="0" y="0"/>
                  </a:lnTo>
                  <a:lnTo>
                    <a:pt x="1465580" y="0"/>
                  </a:lnTo>
                  <a:close/>
                </a:path>
              </a:pathLst>
            </a:custGeom>
            <a:solidFill>
              <a:srgbClr val="5DA295"/>
            </a:solidFill>
            <a:ln>
              <a:noFill/>
            </a:ln>
            <a:effectLst/>
          </p:spPr>
        </p:sp>
        <p:sp>
          <p:nvSpPr>
            <p:cNvPr id="21" name="TextBox 22"/>
            <p:cNvSpPr/>
            <p:nvPr/>
          </p:nvSpPr>
          <p:spPr bwMode="auto">
            <a:xfrm>
              <a:off x="2469515" y="3022600"/>
              <a:ext cx="1465580" cy="135255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253670064" name="Group 23"/>
          <p:cNvGrpSpPr/>
          <p:nvPr/>
        </p:nvGrpSpPr>
        <p:grpSpPr bwMode="auto">
          <a:xfrm>
            <a:off x="10429875" y="3082925"/>
            <a:ext cx="1465580" cy="1492250"/>
            <a:chOff x="10429875" y="3082925"/>
            <a:chExt cx="1465580" cy="1492250"/>
          </a:xfrm>
        </p:grpSpPr>
        <p:sp>
          <p:nvSpPr>
            <p:cNvPr id="25" name="Freeform 24"/>
            <p:cNvSpPr/>
            <p:nvPr/>
          </p:nvSpPr>
          <p:spPr bwMode="auto">
            <a:xfrm>
              <a:off x="10429875" y="3082925"/>
              <a:ext cx="1465580" cy="1492250"/>
            </a:xfrm>
            <a:custGeom>
              <a:avLst/>
              <a:gdLst/>
              <a:ahLst/>
              <a:cxnLst/>
              <a:rect l="0" t="0" r="1465580" b="1492250"/>
              <a:pathLst>
                <a:path w="1465580" h="1492250" extrusionOk="0">
                  <a:moveTo>
                    <a:pt x="1465580" y="0"/>
                  </a:moveTo>
                  <a:lnTo>
                    <a:pt x="1465580" y="1282402"/>
                  </a:lnTo>
                  <a:lnTo>
                    <a:pt x="732790" y="1492250"/>
                  </a:lnTo>
                  <a:lnTo>
                    <a:pt x="0" y="1282402"/>
                  </a:lnTo>
                  <a:lnTo>
                    <a:pt x="0" y="0"/>
                  </a:lnTo>
                  <a:lnTo>
                    <a:pt x="1465580" y="0"/>
                  </a:lnTo>
                  <a:close/>
                </a:path>
              </a:pathLst>
            </a:custGeom>
            <a:solidFill>
              <a:srgbClr val="5DA295"/>
            </a:solidFill>
            <a:ln>
              <a:noFill/>
            </a:ln>
            <a:effectLst/>
          </p:spPr>
        </p:sp>
        <p:sp>
          <p:nvSpPr>
            <p:cNvPr id="24" name="TextBox 25"/>
            <p:cNvSpPr/>
            <p:nvPr/>
          </p:nvSpPr>
          <p:spPr bwMode="auto">
            <a:xfrm>
              <a:off x="10429875" y="3013075"/>
              <a:ext cx="1465580" cy="135255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62199402" name="Group 26"/>
          <p:cNvGrpSpPr/>
          <p:nvPr/>
        </p:nvGrpSpPr>
        <p:grpSpPr bwMode="auto">
          <a:xfrm>
            <a:off x="14229714" y="3082925"/>
            <a:ext cx="1465580" cy="1492250"/>
            <a:chOff x="14229714" y="3082925"/>
            <a:chExt cx="1465580" cy="1492250"/>
          </a:xfrm>
        </p:grpSpPr>
        <p:sp>
          <p:nvSpPr>
            <p:cNvPr id="28" name="Freeform 27"/>
            <p:cNvSpPr/>
            <p:nvPr/>
          </p:nvSpPr>
          <p:spPr bwMode="auto">
            <a:xfrm>
              <a:off x="14229714" y="3082925"/>
              <a:ext cx="1465580" cy="1492250"/>
            </a:xfrm>
            <a:custGeom>
              <a:avLst/>
              <a:gdLst/>
              <a:ahLst/>
              <a:cxnLst/>
              <a:rect l="0" t="0" r="1465580" b="1492250"/>
              <a:pathLst>
                <a:path w="1465580" h="1492250" extrusionOk="0">
                  <a:moveTo>
                    <a:pt x="1465580" y="0"/>
                  </a:moveTo>
                  <a:lnTo>
                    <a:pt x="1465580" y="1282402"/>
                  </a:lnTo>
                  <a:lnTo>
                    <a:pt x="732790" y="1492250"/>
                  </a:lnTo>
                  <a:lnTo>
                    <a:pt x="0" y="1282402"/>
                  </a:lnTo>
                  <a:lnTo>
                    <a:pt x="0" y="0"/>
                  </a:lnTo>
                  <a:lnTo>
                    <a:pt x="1465580" y="0"/>
                  </a:lnTo>
                  <a:close/>
                </a:path>
              </a:pathLst>
            </a:custGeom>
            <a:solidFill>
              <a:srgbClr val="5DA295"/>
            </a:solidFill>
            <a:ln>
              <a:noFill/>
            </a:ln>
            <a:effectLst/>
          </p:spPr>
        </p:sp>
        <p:sp>
          <p:nvSpPr>
            <p:cNvPr id="27" name="TextBox 28"/>
            <p:cNvSpPr/>
            <p:nvPr/>
          </p:nvSpPr>
          <p:spPr bwMode="auto">
            <a:xfrm>
              <a:off x="14229714" y="3013075"/>
              <a:ext cx="1465580" cy="135255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1890907005" name="Freeform 29"/>
          <p:cNvSpPr/>
          <p:nvPr/>
        </p:nvSpPr>
        <p:spPr bwMode="auto">
          <a:xfrm>
            <a:off x="14869160" y="-2098675"/>
            <a:ext cx="3705225" cy="3905250"/>
          </a:xfrm>
          <a:custGeom>
            <a:avLst/>
            <a:gdLst/>
            <a:ahLst/>
            <a:cxnLst/>
            <a:rect l="0" t="0" r="3705225" b="3905250"/>
            <a:pathLst>
              <a:path w="3705225" h="3905250" extrusionOk="0">
                <a:moveTo>
                  <a:pt x="0" y="0"/>
                </a:moveTo>
                <a:lnTo>
                  <a:pt x="3705225" y="0"/>
                </a:lnTo>
                <a:lnTo>
                  <a:pt x="3705225" y="3905250"/>
                </a:lnTo>
                <a:lnTo>
                  <a:pt x="0" y="3905250"/>
                </a:lnTo>
                <a:lnTo>
                  <a:pt x="0" y="0"/>
                </a:lnTo>
                <a:close/>
              </a:path>
            </a:pathLst>
          </a:custGeom>
          <a:blipFill>
            <a:blip r:embed="rId3"/>
            <a:stretch/>
          </a:blipFill>
          <a:ln>
            <a:noFill/>
          </a:ln>
          <a:effectLst/>
        </p:spPr>
      </p:sp>
      <p:sp>
        <p:nvSpPr>
          <p:cNvPr id="1665398187" name="Freeform 30"/>
          <p:cNvSpPr/>
          <p:nvPr/>
        </p:nvSpPr>
        <p:spPr bwMode="auto">
          <a:xfrm>
            <a:off x="15302865" y="1278890"/>
            <a:ext cx="1073150" cy="1073785"/>
          </a:xfrm>
          <a:custGeom>
            <a:avLst/>
            <a:gdLst/>
            <a:ahLst/>
            <a:cxnLst/>
            <a:rect l="0" t="0" r="1073150" b="1073785"/>
            <a:pathLst>
              <a:path w="1073150" h="1073785" extrusionOk="0">
                <a:moveTo>
                  <a:pt x="0" y="0"/>
                </a:moveTo>
                <a:lnTo>
                  <a:pt x="1073149" y="0"/>
                </a:lnTo>
                <a:lnTo>
                  <a:pt x="1073149" y="1073785"/>
                </a:lnTo>
                <a:lnTo>
                  <a:pt x="0" y="1073785"/>
                </a:lnTo>
                <a:lnTo>
                  <a:pt x="0" y="0"/>
                </a:lnTo>
                <a:close/>
              </a:path>
            </a:pathLst>
          </a:custGeom>
          <a:blipFill>
            <a:blip r:embed="rId4"/>
            <a:stretch/>
          </a:blipFill>
          <a:ln>
            <a:noFill/>
          </a:ln>
          <a:effectLst/>
        </p:spPr>
      </p:sp>
      <p:sp>
        <p:nvSpPr>
          <p:cNvPr id="804768001" name="Freeform 31"/>
          <p:cNvSpPr/>
          <p:nvPr/>
        </p:nvSpPr>
        <p:spPr bwMode="auto">
          <a:xfrm>
            <a:off x="16148050" y="2273935"/>
            <a:ext cx="456565" cy="456565"/>
          </a:xfrm>
          <a:custGeom>
            <a:avLst/>
            <a:gdLst/>
            <a:ahLst/>
            <a:cxnLst/>
            <a:rect l="0" t="0" r="456565" b="456565"/>
            <a:pathLst>
              <a:path w="456565" h="456565" extrusionOk="0">
                <a:moveTo>
                  <a:pt x="0" y="0"/>
                </a:moveTo>
                <a:lnTo>
                  <a:pt x="456565" y="0"/>
                </a:lnTo>
                <a:lnTo>
                  <a:pt x="456565" y="456565"/>
                </a:lnTo>
                <a:lnTo>
                  <a:pt x="0" y="456565"/>
                </a:lnTo>
                <a:lnTo>
                  <a:pt x="0" y="0"/>
                </a:lnTo>
                <a:close/>
              </a:path>
            </a:pathLst>
          </a:custGeom>
          <a:blipFill>
            <a:blip r:embed="rId5"/>
            <a:stretch/>
          </a:blipFill>
          <a:ln>
            <a:noFill/>
          </a:ln>
          <a:effectLst/>
        </p:spPr>
      </p:sp>
      <p:sp>
        <p:nvSpPr>
          <p:cNvPr id="1278500495" name="Freeform 32"/>
          <p:cNvSpPr/>
          <p:nvPr/>
        </p:nvSpPr>
        <p:spPr bwMode="auto">
          <a:xfrm>
            <a:off x="560070" y="8446770"/>
            <a:ext cx="659130" cy="659130"/>
          </a:xfrm>
          <a:custGeom>
            <a:avLst/>
            <a:gdLst/>
            <a:ahLst/>
            <a:cxnLst/>
            <a:rect l="0" t="0" r="659130" b="659130"/>
            <a:pathLst>
              <a:path w="659130" h="659130" extrusionOk="0">
                <a:moveTo>
                  <a:pt x="0" y="0"/>
                </a:moveTo>
                <a:lnTo>
                  <a:pt x="659129" y="0"/>
                </a:lnTo>
                <a:lnTo>
                  <a:pt x="659129" y="659130"/>
                </a:lnTo>
                <a:lnTo>
                  <a:pt x="0" y="659130"/>
                </a:lnTo>
                <a:lnTo>
                  <a:pt x="0" y="0"/>
                </a:lnTo>
                <a:close/>
              </a:path>
            </a:pathLst>
          </a:custGeom>
          <a:blipFill>
            <a:blip r:embed="rId6"/>
            <a:stretch/>
          </a:blipFill>
          <a:ln>
            <a:noFill/>
          </a:ln>
          <a:effectLst/>
        </p:spPr>
      </p:sp>
      <p:sp>
        <p:nvSpPr>
          <p:cNvPr id="639913797" name="TextBox 33"/>
          <p:cNvSpPr/>
          <p:nvPr/>
        </p:nvSpPr>
        <p:spPr bwMode="auto">
          <a:xfrm>
            <a:off x="4075430" y="1470660"/>
            <a:ext cx="10137140" cy="835660"/>
          </a:xfrm>
          <a:prstGeom prst="rect">
            <a:avLst/>
          </a:prstGeom>
          <a:noFill/>
          <a:ln>
            <a:noFill/>
          </a:ln>
          <a:effectLst/>
        </p:spPr>
        <p:txBody>
          <a:bodyPr vert="horz" wrap="square" lIns="0" tIns="0" rIns="0" bIns="0" numCol="1" spcCol="215899" anchor="t"/>
          <a:lstStyle/>
          <a:p>
            <a:pPr algn="ctr">
              <a:lnSpc>
                <a:spcPts val="6580"/>
              </a:lnSpc>
              <a:defRPr sz="4700" b="1" cap="none">
                <a:solidFill>
                  <a:srgbClr val="000000"/>
                </a:solidFill>
                <a:latin typeface="Glacial Indifference"/>
                <a:ea typeface="Glacial Indifference"/>
                <a:cs typeface="Glacial Indifference"/>
              </a:defRPr>
            </a:pPr>
            <a:r>
              <a:t>Evaluasi Keperawatan</a:t>
            </a:r>
          </a:p>
        </p:txBody>
      </p:sp>
      <p:sp>
        <p:nvSpPr>
          <p:cNvPr id="1616228155" name="TextBox 34"/>
          <p:cNvSpPr/>
          <p:nvPr/>
        </p:nvSpPr>
        <p:spPr bwMode="auto">
          <a:xfrm>
            <a:off x="2343785" y="3238500"/>
            <a:ext cx="1717040" cy="1047750"/>
          </a:xfrm>
          <a:prstGeom prst="rect">
            <a:avLst/>
          </a:prstGeom>
          <a:noFill/>
          <a:ln>
            <a:noFill/>
          </a:ln>
          <a:effectLst/>
        </p:spPr>
        <p:txBody>
          <a:bodyPr vert="horz" wrap="square" lIns="0" tIns="0" rIns="0" bIns="0" numCol="1" spcCol="215899" anchor="t"/>
          <a:lstStyle/>
          <a:p>
            <a:pPr algn="ctr">
              <a:lnSpc>
                <a:spcPts val="8400"/>
              </a:lnSpc>
              <a:defRPr sz="6000" b="1" cap="none">
                <a:solidFill>
                  <a:srgbClr val="FFFFFF"/>
                </a:solidFill>
                <a:latin typeface="Glacial Indifference"/>
                <a:ea typeface="Glacial Indifference"/>
                <a:cs typeface="Glacial Indifference"/>
              </a:defRPr>
            </a:pPr>
            <a:r>
              <a:t>S</a:t>
            </a:r>
          </a:p>
        </p:txBody>
      </p:sp>
      <p:sp>
        <p:nvSpPr>
          <p:cNvPr id="601000864" name="TextBox 35"/>
          <p:cNvSpPr/>
          <p:nvPr/>
        </p:nvSpPr>
        <p:spPr bwMode="auto">
          <a:xfrm>
            <a:off x="1649730" y="4834890"/>
            <a:ext cx="3257550" cy="1838325"/>
          </a:xfrm>
          <a:prstGeom prst="rect">
            <a:avLst/>
          </a:prstGeom>
          <a:noFill/>
          <a:ln>
            <a:noFill/>
          </a:ln>
          <a:effectLst/>
        </p:spPr>
        <p:txBody>
          <a:bodyPr vert="horz" wrap="square" lIns="0" tIns="0" rIns="0" bIns="0" numCol="1" spcCol="215899" anchor="t"/>
          <a:lstStyle/>
          <a:p>
            <a:pPr algn="l">
              <a:lnSpc>
                <a:spcPts val="3600"/>
              </a:lnSpc>
              <a:defRPr sz="2800" cap="none">
                <a:solidFill>
                  <a:srgbClr val="000000"/>
                </a:solidFill>
                <a:latin typeface="Glacial Indifference"/>
                <a:ea typeface="Glacial Indifference"/>
                <a:cs typeface="Glacial Indifference"/>
              </a:defRPr>
            </a:pPr>
            <a:r>
              <a:t>Klien mengatakan kaku dan nyeri pada lengan berkurang</a:t>
            </a:r>
          </a:p>
        </p:txBody>
      </p:sp>
      <p:sp>
        <p:nvSpPr>
          <p:cNvPr id="553583467" name="TextBox 36"/>
          <p:cNvSpPr/>
          <p:nvPr/>
        </p:nvSpPr>
        <p:spPr bwMode="auto">
          <a:xfrm>
            <a:off x="11430000" y="8963025"/>
            <a:ext cx="4752340" cy="533400"/>
          </a:xfrm>
          <a:prstGeom prst="rect">
            <a:avLst/>
          </a:prstGeom>
          <a:noFill/>
          <a:ln>
            <a:noFill/>
          </a:ln>
          <a:effectLst/>
        </p:spPr>
        <p:txBody>
          <a:bodyPr vert="horz" wrap="square" lIns="0" tIns="0" rIns="0" bIns="0" numCol="1" spcCol="215899" anchor="t"/>
          <a:lstStyle/>
          <a:p>
            <a:pPr algn="r">
              <a:lnSpc>
                <a:spcPts val="4200"/>
              </a:lnSpc>
              <a:defRPr sz="3000" b="1" cap="none">
                <a:solidFill>
                  <a:srgbClr val="000000"/>
                </a:solidFill>
                <a:latin typeface="Glacial Indifference"/>
                <a:ea typeface="Glacial Indifference"/>
                <a:cs typeface="Glacial Indifference"/>
              </a:defRPr>
            </a:pPr>
            <a:r>
              <a:t>FRAKTUR HUMERUS </a:t>
            </a:r>
          </a:p>
        </p:txBody>
      </p:sp>
      <p:sp>
        <p:nvSpPr>
          <p:cNvPr id="653073305" name="Freeform 37"/>
          <p:cNvSpPr/>
          <p:nvPr/>
        </p:nvSpPr>
        <p:spPr bwMode="auto">
          <a:xfrm>
            <a:off x="1250950" y="9157335"/>
            <a:ext cx="659130" cy="659130"/>
          </a:xfrm>
          <a:custGeom>
            <a:avLst/>
            <a:gdLst/>
            <a:ahLst/>
            <a:cxnLst/>
            <a:rect l="0" t="0" r="659130" b="659130"/>
            <a:pathLst>
              <a:path w="659130" h="659130" extrusionOk="0">
                <a:moveTo>
                  <a:pt x="0" y="0"/>
                </a:moveTo>
                <a:lnTo>
                  <a:pt x="659130" y="0"/>
                </a:lnTo>
                <a:lnTo>
                  <a:pt x="659130" y="659129"/>
                </a:lnTo>
                <a:lnTo>
                  <a:pt x="0" y="659129"/>
                </a:lnTo>
                <a:lnTo>
                  <a:pt x="0" y="0"/>
                </a:lnTo>
                <a:close/>
              </a:path>
            </a:pathLst>
          </a:custGeom>
          <a:blipFill>
            <a:blip r:embed="rId7"/>
            <a:stretch/>
          </a:blipFill>
          <a:ln>
            <a:noFill/>
          </a:ln>
          <a:effectLst/>
        </p:spPr>
      </p:sp>
      <p:sp>
        <p:nvSpPr>
          <p:cNvPr id="568618814" name="Freeform 38"/>
          <p:cNvSpPr/>
          <p:nvPr/>
        </p:nvSpPr>
        <p:spPr bwMode="auto">
          <a:xfrm>
            <a:off x="0" y="0"/>
            <a:ext cx="5100320" cy="2209800"/>
          </a:xfrm>
          <a:custGeom>
            <a:avLst/>
            <a:gdLst/>
            <a:ahLst/>
            <a:cxnLst/>
            <a:rect l="0" t="0" r="5100320" b="2209800"/>
            <a:pathLst>
              <a:path w="5100320" h="2209800" extrusionOk="0">
                <a:moveTo>
                  <a:pt x="0" y="0"/>
                </a:moveTo>
                <a:lnTo>
                  <a:pt x="5100320" y="0"/>
                </a:lnTo>
                <a:lnTo>
                  <a:pt x="5100320" y="2209800"/>
                </a:lnTo>
                <a:lnTo>
                  <a:pt x="0" y="2209800"/>
                </a:lnTo>
                <a:lnTo>
                  <a:pt x="0" y="0"/>
                </a:lnTo>
                <a:close/>
              </a:path>
            </a:pathLst>
          </a:custGeom>
          <a:blipFill>
            <a:blip r:embed="rId8"/>
            <a:stretch/>
          </a:blipFill>
          <a:ln>
            <a:noFill/>
          </a:ln>
          <a:effectLst/>
        </p:spPr>
      </p:sp>
      <p:sp>
        <p:nvSpPr>
          <p:cNvPr id="1343666032" name="TextBox 39"/>
          <p:cNvSpPr/>
          <p:nvPr/>
        </p:nvSpPr>
        <p:spPr bwMode="auto">
          <a:xfrm>
            <a:off x="6605270" y="2335530"/>
            <a:ext cx="5077460" cy="537845"/>
          </a:xfrm>
          <a:prstGeom prst="rect">
            <a:avLst/>
          </a:prstGeom>
          <a:noFill/>
          <a:ln>
            <a:noFill/>
          </a:ln>
          <a:effectLst/>
        </p:spPr>
        <p:txBody>
          <a:bodyPr vert="horz" wrap="square" lIns="0" tIns="0" rIns="0" bIns="0" numCol="1" spcCol="215899" anchor="t"/>
          <a:lstStyle/>
          <a:p>
            <a:pPr algn="ctr">
              <a:lnSpc>
                <a:spcPts val="4480"/>
              </a:lnSpc>
              <a:defRPr sz="2800" b="1" cap="none">
                <a:solidFill>
                  <a:srgbClr val="000000"/>
                </a:solidFill>
                <a:latin typeface="Glacial Indifference"/>
                <a:ea typeface="Glacial Indifference"/>
                <a:cs typeface="Glacial Indifference"/>
              </a:defRPr>
            </a:pPr>
            <a:r>
              <a:t>No. DK 2, 13 Desember 2023</a:t>
            </a:r>
          </a:p>
        </p:txBody>
      </p:sp>
      <p:sp>
        <p:nvSpPr>
          <p:cNvPr id="1689792069" name="TextBox 40"/>
          <p:cNvSpPr/>
          <p:nvPr/>
        </p:nvSpPr>
        <p:spPr bwMode="auto">
          <a:xfrm>
            <a:off x="6331585" y="3238500"/>
            <a:ext cx="1717040" cy="1066800"/>
          </a:xfrm>
          <a:prstGeom prst="rect">
            <a:avLst/>
          </a:prstGeom>
          <a:noFill/>
          <a:ln>
            <a:noFill/>
          </a:ln>
          <a:effectLst/>
        </p:spPr>
        <p:txBody>
          <a:bodyPr vert="horz" wrap="square" lIns="0" tIns="0" rIns="0" bIns="0" numCol="1" spcCol="215899" anchor="t"/>
          <a:lstStyle/>
          <a:p>
            <a:pPr algn="ctr">
              <a:lnSpc>
                <a:spcPts val="8400"/>
              </a:lnSpc>
              <a:defRPr sz="6000" b="1" cap="none">
                <a:solidFill>
                  <a:srgbClr val="FFFFFF"/>
                </a:solidFill>
                <a:latin typeface="Glacial Indifference"/>
                <a:ea typeface="Glacial Indifference"/>
                <a:cs typeface="Glacial Indifference"/>
              </a:defRPr>
            </a:pPr>
            <a:r>
              <a:t>O</a:t>
            </a:r>
          </a:p>
        </p:txBody>
      </p:sp>
      <p:sp>
        <p:nvSpPr>
          <p:cNvPr id="1712753323" name="TextBox 41"/>
          <p:cNvSpPr/>
          <p:nvPr/>
        </p:nvSpPr>
        <p:spPr bwMode="auto">
          <a:xfrm>
            <a:off x="10304145" y="3238500"/>
            <a:ext cx="1717040" cy="1066800"/>
          </a:xfrm>
          <a:prstGeom prst="rect">
            <a:avLst/>
          </a:prstGeom>
          <a:noFill/>
          <a:ln>
            <a:noFill/>
          </a:ln>
          <a:effectLst/>
        </p:spPr>
        <p:txBody>
          <a:bodyPr vert="horz" wrap="square" lIns="0" tIns="0" rIns="0" bIns="0" numCol="1" spcCol="215899" anchor="t"/>
          <a:lstStyle/>
          <a:p>
            <a:pPr algn="ctr">
              <a:lnSpc>
                <a:spcPts val="8400"/>
              </a:lnSpc>
              <a:defRPr sz="6000" b="1" cap="none">
                <a:solidFill>
                  <a:srgbClr val="FFFFFF"/>
                </a:solidFill>
                <a:latin typeface="Glacial Indifference"/>
                <a:ea typeface="Glacial Indifference"/>
                <a:cs typeface="Glacial Indifference"/>
              </a:defRPr>
            </a:pPr>
            <a:r>
              <a:t>A</a:t>
            </a:r>
          </a:p>
        </p:txBody>
      </p:sp>
      <p:sp>
        <p:nvSpPr>
          <p:cNvPr id="1249271730" name="TextBox 42"/>
          <p:cNvSpPr/>
          <p:nvPr/>
        </p:nvSpPr>
        <p:spPr bwMode="auto">
          <a:xfrm>
            <a:off x="14103985" y="3238500"/>
            <a:ext cx="1717040" cy="1066800"/>
          </a:xfrm>
          <a:prstGeom prst="rect">
            <a:avLst/>
          </a:prstGeom>
          <a:noFill/>
          <a:ln>
            <a:noFill/>
          </a:ln>
          <a:effectLst/>
        </p:spPr>
        <p:txBody>
          <a:bodyPr vert="horz" wrap="square" lIns="0" tIns="0" rIns="0" bIns="0" numCol="1" spcCol="215899" anchor="t"/>
          <a:lstStyle/>
          <a:p>
            <a:pPr algn="ctr">
              <a:lnSpc>
                <a:spcPts val="8400"/>
              </a:lnSpc>
              <a:defRPr sz="6000" b="1" cap="none">
                <a:solidFill>
                  <a:srgbClr val="FFFFFF"/>
                </a:solidFill>
                <a:latin typeface="Glacial Indifference"/>
                <a:ea typeface="Glacial Indifference"/>
                <a:cs typeface="Glacial Indifference"/>
              </a:defRPr>
            </a:pPr>
            <a:r>
              <a:t>P</a:t>
            </a:r>
          </a:p>
        </p:txBody>
      </p:sp>
      <p:sp>
        <p:nvSpPr>
          <p:cNvPr id="1738921116" name="TextBox 43"/>
          <p:cNvSpPr/>
          <p:nvPr/>
        </p:nvSpPr>
        <p:spPr bwMode="auto">
          <a:xfrm>
            <a:off x="5602605" y="4834890"/>
            <a:ext cx="3258185" cy="2880360"/>
          </a:xfrm>
          <a:prstGeom prst="rect">
            <a:avLst/>
          </a:prstGeom>
          <a:noFill/>
          <a:ln>
            <a:noFill/>
          </a:ln>
          <a:effectLst/>
        </p:spPr>
        <p:txBody>
          <a:bodyPr vert="horz" wrap="square" lIns="0" tIns="0" rIns="0" bIns="0" numCol="1" spcCol="215899" anchor="t"/>
          <a:lstStyle/>
          <a:p>
            <a:pPr algn="l">
              <a:lnSpc>
                <a:spcPts val="3240"/>
              </a:lnSpc>
              <a:defRPr/>
            </a:pPr>
            <a:r>
              <a:rPr sz="2700" cap="none">
                <a:solidFill>
                  <a:srgbClr val="000000"/>
                </a:solidFill>
                <a:latin typeface="Glacial Indifference"/>
                <a:ea typeface="Glacial Indifference"/>
                <a:cs typeface="Glacial Indifference"/>
              </a:rPr>
              <a:t>Klien tampak mampu berjalan dan bergerak</a:t>
            </a:r>
            <a:br>
              <a:rPr/>
            </a:br>
            <a:endParaRPr sz="2700" cap="none">
              <a:solidFill>
                <a:srgbClr val="000000"/>
              </a:solidFill>
              <a:latin typeface="Glacial Indifference"/>
              <a:ea typeface="Glacial Indifference"/>
              <a:cs typeface="Glacial Indifference"/>
            </a:endParaRPr>
          </a:p>
          <a:p>
            <a:pPr algn="l">
              <a:lnSpc>
                <a:spcPts val="3240"/>
              </a:lnSpc>
              <a:defRPr/>
            </a:pPr>
            <a:r>
              <a:rPr sz="2700" cap="none">
                <a:solidFill>
                  <a:srgbClr val="000000"/>
                </a:solidFill>
                <a:latin typeface="Glacial Indifference"/>
                <a:ea typeface="Glacial Indifference"/>
                <a:cs typeface="Glacial Indifference"/>
              </a:rPr>
              <a:t>Kekuatan otot:</a:t>
            </a:r>
          </a:p>
          <a:p>
            <a:pPr algn="l">
              <a:lnSpc>
                <a:spcPts val="3240"/>
              </a:lnSpc>
              <a:defRPr/>
            </a:pPr>
            <a:r>
              <a:rPr sz="2700" cap="none">
                <a:solidFill>
                  <a:srgbClr val="000000"/>
                </a:solidFill>
                <a:latin typeface="Glacial Indifference"/>
                <a:ea typeface="Glacial Indifference"/>
                <a:cs typeface="Glacial Indifference"/>
              </a:rPr>
              <a:t>5555 | 4444</a:t>
            </a:r>
          </a:p>
          <a:p>
            <a:pPr algn="l">
              <a:lnSpc>
                <a:spcPts val="3240"/>
              </a:lnSpc>
              <a:defRPr/>
            </a:pPr>
            <a:r>
              <a:rPr sz="2700" cap="none">
                <a:solidFill>
                  <a:srgbClr val="000000"/>
                </a:solidFill>
                <a:latin typeface="Glacial Indifference"/>
                <a:ea typeface="Glacial Indifference"/>
                <a:cs typeface="Glacial Indifference"/>
              </a:rPr>
              <a:t>5555 | 5555</a:t>
            </a:r>
          </a:p>
        </p:txBody>
      </p:sp>
      <p:sp>
        <p:nvSpPr>
          <p:cNvPr id="1074607049" name="TextBox 44"/>
          <p:cNvSpPr/>
          <p:nvPr/>
        </p:nvSpPr>
        <p:spPr bwMode="auto">
          <a:xfrm>
            <a:off x="9492615" y="4834890"/>
            <a:ext cx="3257550" cy="466725"/>
          </a:xfrm>
          <a:prstGeom prst="rect">
            <a:avLst/>
          </a:prstGeom>
          <a:noFill/>
          <a:ln>
            <a:noFill/>
          </a:ln>
          <a:effectLst/>
        </p:spPr>
        <p:txBody>
          <a:bodyPr vert="horz" wrap="square" lIns="0" tIns="0" rIns="0" bIns="0" numCol="1" spcCol="215899" anchor="t"/>
          <a:lstStyle/>
          <a:p>
            <a:pPr algn="l">
              <a:lnSpc>
                <a:spcPts val="3600"/>
              </a:lnSpc>
              <a:defRPr sz="1600" cap="none"/>
            </a:pPr>
            <a:r>
              <a:rPr sz="2800" cap="none">
                <a:solidFill>
                  <a:srgbClr val="000000"/>
                </a:solidFill>
                <a:latin typeface="Glacial Indifference"/>
                <a:ea typeface="Glacial Indifference"/>
                <a:cs typeface="Glacial Indifference"/>
              </a:rPr>
              <a:t>Masalah teratasi</a:t>
            </a:r>
          </a:p>
        </p:txBody>
      </p:sp>
      <p:sp>
        <p:nvSpPr>
          <p:cNvPr id="1908358553" name="TextBox 45"/>
          <p:cNvSpPr/>
          <p:nvPr/>
        </p:nvSpPr>
        <p:spPr bwMode="auto">
          <a:xfrm>
            <a:off x="13440410" y="4834890"/>
            <a:ext cx="3257550" cy="1381125"/>
          </a:xfrm>
          <a:prstGeom prst="rect">
            <a:avLst/>
          </a:prstGeom>
          <a:noFill/>
          <a:ln>
            <a:noFill/>
          </a:ln>
          <a:effectLst/>
        </p:spPr>
        <p:txBody>
          <a:bodyPr vert="horz" wrap="square" lIns="0" tIns="0" rIns="0" bIns="0" numCol="1" spcCol="215899" anchor="t"/>
          <a:lstStyle/>
          <a:p>
            <a:pPr algn="l">
              <a:lnSpc>
                <a:spcPts val="3600"/>
              </a:lnSpc>
              <a:defRPr sz="1600" cap="none"/>
            </a:pPr>
            <a:r>
              <a:rPr sz="2800" cap="none">
                <a:solidFill>
                  <a:srgbClr val="000000"/>
                </a:solidFill>
                <a:latin typeface="Glacial Indifference"/>
                <a:ea typeface="Glacial Indifference"/>
                <a:cs typeface="Glacial Indifference"/>
              </a:rPr>
              <a:t>Intervensi dihentikan (pasien pulang)</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grpSp>
        <p:nvGrpSpPr>
          <p:cNvPr id="1185035279" name="Group 2"/>
          <p:cNvGrpSpPr/>
          <p:nvPr/>
        </p:nvGrpSpPr>
        <p:grpSpPr bwMode="auto">
          <a:xfrm>
            <a:off x="0" y="10073640"/>
            <a:ext cx="18288000" cy="213360"/>
            <a:chOff x="0" y="10073640"/>
            <a:chExt cx="18288000" cy="213360"/>
          </a:xfrm>
        </p:grpSpPr>
        <p:sp>
          <p:nvSpPr>
            <p:cNvPr id="4" name="Freeform 3"/>
            <p:cNvSpPr/>
            <p:nvPr/>
          </p:nvSpPr>
          <p:spPr bwMode="auto">
            <a:xfrm>
              <a:off x="0" y="1007364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5DA295"/>
            </a:solidFill>
            <a:ln>
              <a:noFill/>
            </a:ln>
            <a:effectLst/>
          </p:spPr>
        </p:sp>
        <p:sp>
          <p:nvSpPr>
            <p:cNvPr id="3" name="TextBox 4"/>
            <p:cNvSpPr/>
            <p:nvPr/>
          </p:nvSpPr>
          <p:spPr bwMode="auto">
            <a:xfrm>
              <a:off x="0" y="992886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630725447" name="Group 5"/>
          <p:cNvGrpSpPr/>
          <p:nvPr/>
        </p:nvGrpSpPr>
        <p:grpSpPr bwMode="auto">
          <a:xfrm>
            <a:off x="0" y="0"/>
            <a:ext cx="18288000" cy="213360"/>
            <a:chOff x="0" y="0"/>
            <a:chExt cx="18288000" cy="213360"/>
          </a:xfrm>
        </p:grpSpPr>
        <p:sp>
          <p:nvSpPr>
            <p:cNvPr id="7" name="Freeform 6"/>
            <p:cNvSpPr/>
            <p:nvPr/>
          </p:nvSpPr>
          <p:spPr bwMode="auto">
            <a:xfrm>
              <a:off x="0" y="0"/>
              <a:ext cx="18288000" cy="213360"/>
            </a:xfrm>
            <a:custGeom>
              <a:avLst/>
              <a:gdLst/>
              <a:ahLst/>
              <a:cxnLst/>
              <a:rect l="0" t="0" r="18288000" b="213360"/>
              <a:pathLst>
                <a:path w="18288000" h="213360" extrusionOk="0">
                  <a:moveTo>
                    <a:pt x="0" y="0"/>
                  </a:moveTo>
                  <a:lnTo>
                    <a:pt x="18288000" y="0"/>
                  </a:lnTo>
                  <a:lnTo>
                    <a:pt x="18288000" y="213360"/>
                  </a:lnTo>
                  <a:lnTo>
                    <a:pt x="0" y="213360"/>
                  </a:lnTo>
                  <a:close/>
                </a:path>
              </a:pathLst>
            </a:custGeom>
            <a:solidFill>
              <a:srgbClr val="BFDDD2"/>
            </a:solidFill>
            <a:ln>
              <a:noFill/>
            </a:ln>
            <a:effectLst/>
          </p:spPr>
        </p:sp>
        <p:sp>
          <p:nvSpPr>
            <p:cNvPr id="6" name="TextBox 7"/>
            <p:cNvSpPr/>
            <p:nvPr/>
          </p:nvSpPr>
          <p:spPr bwMode="auto">
            <a:xfrm>
              <a:off x="0" y="-144780"/>
              <a:ext cx="18288000" cy="35814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188273859" name="TextBox 8"/>
          <p:cNvSpPr/>
          <p:nvPr/>
        </p:nvSpPr>
        <p:spPr bwMode="auto">
          <a:xfrm>
            <a:off x="16563975" y="8834120"/>
            <a:ext cx="955040" cy="762635"/>
          </a:xfrm>
          <a:prstGeom prst="rect">
            <a:avLst/>
          </a:prstGeom>
          <a:noFill/>
          <a:ln>
            <a:noFill/>
          </a:ln>
          <a:effectLst/>
        </p:spPr>
        <p:txBody>
          <a:bodyPr vert="horz" wrap="square" lIns="0" tIns="0" rIns="0" bIns="0" numCol="1" spcCol="215899" anchor="t"/>
          <a:lstStyle/>
          <a:p>
            <a:pPr algn="r">
              <a:lnSpc>
                <a:spcPts val="6295"/>
              </a:lnSpc>
              <a:defRPr sz="4500" b="1" cap="none">
                <a:solidFill>
                  <a:srgbClr val="000000"/>
                </a:solidFill>
                <a:latin typeface="Glacial Indifference"/>
                <a:ea typeface="Glacial Indifference"/>
                <a:cs typeface="Glacial Indifference"/>
              </a:defRPr>
            </a:pPr>
            <a:r>
              <a:t>49</a:t>
            </a:r>
          </a:p>
        </p:txBody>
      </p:sp>
      <p:sp>
        <p:nvSpPr>
          <p:cNvPr id="1318551392" name="AutoShape 9"/>
          <p:cNvSpPr/>
          <p:nvPr/>
        </p:nvSpPr>
        <p:spPr bwMode="auto">
          <a:xfrm>
            <a:off x="16563975" y="8877300"/>
            <a:ext cx="0" cy="762000"/>
          </a:xfrm>
          <a:prstGeom prst="line">
            <a:avLst/>
          </a:prstGeom>
          <a:noFill/>
          <a:ln w="95250" cap="flat" cmpd="sng" algn="ctr">
            <a:solidFill>
              <a:srgbClr val="5DA295"/>
            </a:solidFill>
            <a:prstDash val="solid"/>
            <a:headEnd type="none"/>
            <a:tailEnd type="none"/>
          </a:ln>
          <a:effectLst/>
        </p:spPr>
      </p:sp>
      <p:sp>
        <p:nvSpPr>
          <p:cNvPr id="1783619305" name="AutoShape 10"/>
          <p:cNvSpPr/>
          <p:nvPr/>
        </p:nvSpPr>
        <p:spPr bwMode="auto">
          <a:xfrm>
            <a:off x="1219200" y="8370570"/>
            <a:ext cx="15849600" cy="0"/>
          </a:xfrm>
          <a:prstGeom prst="line">
            <a:avLst/>
          </a:prstGeom>
          <a:noFill/>
          <a:ln w="38100" cap="flat" cmpd="sng" algn="ctr">
            <a:solidFill>
              <a:srgbClr val="5DA295"/>
            </a:solidFill>
            <a:prstDash val="solid"/>
            <a:headEnd type="none"/>
            <a:tailEnd type="none"/>
          </a:ln>
          <a:effectLst/>
        </p:spPr>
      </p:sp>
      <p:sp>
        <p:nvSpPr>
          <p:cNvPr id="761200690" name="AutoShape 11"/>
          <p:cNvSpPr/>
          <p:nvPr/>
        </p:nvSpPr>
        <p:spPr bwMode="auto">
          <a:xfrm>
            <a:off x="1219200" y="3102610"/>
            <a:ext cx="15849600" cy="0"/>
          </a:xfrm>
          <a:prstGeom prst="line">
            <a:avLst/>
          </a:prstGeom>
          <a:noFill/>
          <a:ln w="38100" cap="flat" cmpd="sng" algn="ctr">
            <a:solidFill>
              <a:srgbClr val="5DA295"/>
            </a:solidFill>
            <a:prstDash val="solid"/>
            <a:headEnd type="none"/>
            <a:tailEnd type="none"/>
          </a:ln>
          <a:effectLst/>
        </p:spPr>
      </p:sp>
      <p:sp>
        <p:nvSpPr>
          <p:cNvPr id="694619235" name="AutoShape 12"/>
          <p:cNvSpPr/>
          <p:nvPr/>
        </p:nvSpPr>
        <p:spPr bwMode="auto">
          <a:xfrm flipV="1">
            <a:off x="1238250" y="3082925"/>
            <a:ext cx="2540" cy="5306695"/>
          </a:xfrm>
          <a:prstGeom prst="line">
            <a:avLst/>
          </a:prstGeom>
          <a:noFill/>
          <a:ln w="38100" cap="flat" cmpd="sng" algn="ctr">
            <a:solidFill>
              <a:srgbClr val="5DA295"/>
            </a:solidFill>
            <a:prstDash val="solid"/>
            <a:headEnd type="none"/>
            <a:tailEnd type="none"/>
          </a:ln>
          <a:effectLst/>
        </p:spPr>
      </p:sp>
      <p:sp>
        <p:nvSpPr>
          <p:cNvPr id="1364368818" name="AutoShape 13"/>
          <p:cNvSpPr/>
          <p:nvPr/>
        </p:nvSpPr>
        <p:spPr bwMode="auto">
          <a:xfrm flipH="1" flipV="1">
            <a:off x="5193030" y="3092450"/>
            <a:ext cx="0" cy="5287644"/>
          </a:xfrm>
          <a:prstGeom prst="line">
            <a:avLst/>
          </a:prstGeom>
          <a:noFill/>
          <a:ln w="38100" cap="flat" cmpd="sng" algn="ctr">
            <a:solidFill>
              <a:srgbClr val="5DA295"/>
            </a:solidFill>
            <a:prstDash val="solid"/>
            <a:headEnd type="none"/>
            <a:tailEnd type="none"/>
          </a:ln>
          <a:effectLst/>
        </p:spPr>
      </p:sp>
      <p:sp>
        <p:nvSpPr>
          <p:cNvPr id="1404675204" name="AutoShape 14"/>
          <p:cNvSpPr/>
          <p:nvPr/>
        </p:nvSpPr>
        <p:spPr bwMode="auto">
          <a:xfrm flipH="1" flipV="1">
            <a:off x="9145270" y="3092450"/>
            <a:ext cx="0" cy="5287644"/>
          </a:xfrm>
          <a:prstGeom prst="line">
            <a:avLst/>
          </a:prstGeom>
          <a:noFill/>
          <a:ln w="38100" cap="flat" cmpd="sng" algn="ctr">
            <a:solidFill>
              <a:srgbClr val="5DA295"/>
            </a:solidFill>
            <a:prstDash val="solid"/>
            <a:headEnd type="none"/>
            <a:tailEnd type="none"/>
          </a:ln>
          <a:effectLst/>
        </p:spPr>
      </p:sp>
      <p:sp>
        <p:nvSpPr>
          <p:cNvPr id="1896997371" name="AutoShape 15"/>
          <p:cNvSpPr/>
          <p:nvPr/>
        </p:nvSpPr>
        <p:spPr bwMode="auto">
          <a:xfrm flipV="1">
            <a:off x="13097510" y="3092450"/>
            <a:ext cx="0" cy="5287644"/>
          </a:xfrm>
          <a:prstGeom prst="line">
            <a:avLst/>
          </a:prstGeom>
          <a:noFill/>
          <a:ln w="38100" cap="flat" cmpd="sng" algn="ctr">
            <a:solidFill>
              <a:srgbClr val="5DA295"/>
            </a:solidFill>
            <a:prstDash val="solid"/>
            <a:headEnd type="none"/>
            <a:tailEnd type="none"/>
          </a:ln>
          <a:effectLst/>
        </p:spPr>
      </p:sp>
      <p:sp>
        <p:nvSpPr>
          <p:cNvPr id="1868244726" name="AutoShape 16"/>
          <p:cNvSpPr/>
          <p:nvPr/>
        </p:nvSpPr>
        <p:spPr bwMode="auto">
          <a:xfrm flipV="1">
            <a:off x="17049750" y="3092450"/>
            <a:ext cx="0" cy="5287644"/>
          </a:xfrm>
          <a:prstGeom prst="line">
            <a:avLst/>
          </a:prstGeom>
          <a:noFill/>
          <a:ln w="38100" cap="flat" cmpd="sng" algn="ctr">
            <a:solidFill>
              <a:srgbClr val="5DA295"/>
            </a:solidFill>
            <a:prstDash val="solid"/>
            <a:headEnd type="none"/>
            <a:tailEnd type="none"/>
          </a:ln>
          <a:effectLst/>
        </p:spPr>
      </p:sp>
      <p:grpSp>
        <p:nvGrpSpPr>
          <p:cNvPr id="2067128484" name="Group 17"/>
          <p:cNvGrpSpPr/>
          <p:nvPr/>
        </p:nvGrpSpPr>
        <p:grpSpPr bwMode="auto">
          <a:xfrm>
            <a:off x="6457315" y="3092450"/>
            <a:ext cx="1465580" cy="1492250"/>
            <a:chOff x="6457315" y="3092450"/>
            <a:chExt cx="1465580" cy="1492250"/>
          </a:xfrm>
        </p:grpSpPr>
        <p:sp>
          <p:nvSpPr>
            <p:cNvPr id="19" name="Freeform 18"/>
            <p:cNvSpPr/>
            <p:nvPr/>
          </p:nvSpPr>
          <p:spPr bwMode="auto">
            <a:xfrm>
              <a:off x="6457315" y="3092450"/>
              <a:ext cx="1465580" cy="1492250"/>
            </a:xfrm>
            <a:custGeom>
              <a:avLst/>
              <a:gdLst/>
              <a:ahLst/>
              <a:cxnLst/>
              <a:rect l="0" t="0" r="1465580" b="1492250"/>
              <a:pathLst>
                <a:path w="1465580" h="1492250" extrusionOk="0">
                  <a:moveTo>
                    <a:pt x="1465580" y="0"/>
                  </a:moveTo>
                  <a:lnTo>
                    <a:pt x="1465580" y="1282402"/>
                  </a:lnTo>
                  <a:lnTo>
                    <a:pt x="732790" y="1492250"/>
                  </a:lnTo>
                  <a:lnTo>
                    <a:pt x="0" y="1282402"/>
                  </a:lnTo>
                  <a:lnTo>
                    <a:pt x="0" y="0"/>
                  </a:lnTo>
                  <a:lnTo>
                    <a:pt x="1465580" y="0"/>
                  </a:lnTo>
                  <a:close/>
                </a:path>
              </a:pathLst>
            </a:custGeom>
            <a:solidFill>
              <a:srgbClr val="5DA295"/>
            </a:solidFill>
            <a:ln>
              <a:noFill/>
            </a:ln>
            <a:effectLst/>
          </p:spPr>
        </p:sp>
        <p:sp>
          <p:nvSpPr>
            <p:cNvPr id="18" name="TextBox 19"/>
            <p:cNvSpPr/>
            <p:nvPr/>
          </p:nvSpPr>
          <p:spPr bwMode="auto">
            <a:xfrm>
              <a:off x="6457315" y="3022600"/>
              <a:ext cx="1465580" cy="135255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812292351" name="Group 20"/>
          <p:cNvGrpSpPr/>
          <p:nvPr/>
        </p:nvGrpSpPr>
        <p:grpSpPr bwMode="auto">
          <a:xfrm>
            <a:off x="2469515" y="3092450"/>
            <a:ext cx="1465580" cy="1492250"/>
            <a:chOff x="2469515" y="3092450"/>
            <a:chExt cx="1465580" cy="1492250"/>
          </a:xfrm>
        </p:grpSpPr>
        <p:sp>
          <p:nvSpPr>
            <p:cNvPr id="22" name="Freeform 21"/>
            <p:cNvSpPr/>
            <p:nvPr/>
          </p:nvSpPr>
          <p:spPr bwMode="auto">
            <a:xfrm>
              <a:off x="2469515" y="3092450"/>
              <a:ext cx="1465580" cy="1492250"/>
            </a:xfrm>
            <a:custGeom>
              <a:avLst/>
              <a:gdLst/>
              <a:ahLst/>
              <a:cxnLst/>
              <a:rect l="0" t="0" r="1465580" b="1492250"/>
              <a:pathLst>
                <a:path w="1465580" h="1492250" extrusionOk="0">
                  <a:moveTo>
                    <a:pt x="1465580" y="0"/>
                  </a:moveTo>
                  <a:lnTo>
                    <a:pt x="1465580" y="1282402"/>
                  </a:lnTo>
                  <a:lnTo>
                    <a:pt x="732790" y="1492250"/>
                  </a:lnTo>
                  <a:lnTo>
                    <a:pt x="0" y="1282402"/>
                  </a:lnTo>
                  <a:lnTo>
                    <a:pt x="0" y="0"/>
                  </a:lnTo>
                  <a:lnTo>
                    <a:pt x="1465580" y="0"/>
                  </a:lnTo>
                  <a:close/>
                </a:path>
              </a:pathLst>
            </a:custGeom>
            <a:solidFill>
              <a:srgbClr val="5DA295"/>
            </a:solidFill>
            <a:ln>
              <a:noFill/>
            </a:ln>
            <a:effectLst/>
          </p:spPr>
        </p:sp>
        <p:sp>
          <p:nvSpPr>
            <p:cNvPr id="21" name="TextBox 22"/>
            <p:cNvSpPr/>
            <p:nvPr/>
          </p:nvSpPr>
          <p:spPr bwMode="auto">
            <a:xfrm>
              <a:off x="2469515" y="3022600"/>
              <a:ext cx="1465580" cy="135255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1753505437" name="Group 23"/>
          <p:cNvGrpSpPr/>
          <p:nvPr/>
        </p:nvGrpSpPr>
        <p:grpSpPr bwMode="auto">
          <a:xfrm>
            <a:off x="10429875" y="3082925"/>
            <a:ext cx="1465580" cy="1492250"/>
            <a:chOff x="10429875" y="3082925"/>
            <a:chExt cx="1465580" cy="1492250"/>
          </a:xfrm>
        </p:grpSpPr>
        <p:sp>
          <p:nvSpPr>
            <p:cNvPr id="25" name="Freeform 24"/>
            <p:cNvSpPr/>
            <p:nvPr/>
          </p:nvSpPr>
          <p:spPr bwMode="auto">
            <a:xfrm>
              <a:off x="10429875" y="3082925"/>
              <a:ext cx="1465580" cy="1492250"/>
            </a:xfrm>
            <a:custGeom>
              <a:avLst/>
              <a:gdLst/>
              <a:ahLst/>
              <a:cxnLst/>
              <a:rect l="0" t="0" r="1465580" b="1492250"/>
              <a:pathLst>
                <a:path w="1465580" h="1492250" extrusionOk="0">
                  <a:moveTo>
                    <a:pt x="1465580" y="0"/>
                  </a:moveTo>
                  <a:lnTo>
                    <a:pt x="1465580" y="1282402"/>
                  </a:lnTo>
                  <a:lnTo>
                    <a:pt x="732790" y="1492250"/>
                  </a:lnTo>
                  <a:lnTo>
                    <a:pt x="0" y="1282402"/>
                  </a:lnTo>
                  <a:lnTo>
                    <a:pt x="0" y="0"/>
                  </a:lnTo>
                  <a:lnTo>
                    <a:pt x="1465580" y="0"/>
                  </a:lnTo>
                  <a:close/>
                </a:path>
              </a:pathLst>
            </a:custGeom>
            <a:solidFill>
              <a:srgbClr val="5DA295"/>
            </a:solidFill>
            <a:ln>
              <a:noFill/>
            </a:ln>
            <a:effectLst/>
          </p:spPr>
        </p:sp>
        <p:sp>
          <p:nvSpPr>
            <p:cNvPr id="24" name="TextBox 25"/>
            <p:cNvSpPr/>
            <p:nvPr/>
          </p:nvSpPr>
          <p:spPr bwMode="auto">
            <a:xfrm>
              <a:off x="10429875" y="3013075"/>
              <a:ext cx="1465580" cy="135255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grpSp>
        <p:nvGrpSpPr>
          <p:cNvPr id="1031893700" name="Group 26"/>
          <p:cNvGrpSpPr/>
          <p:nvPr/>
        </p:nvGrpSpPr>
        <p:grpSpPr bwMode="auto">
          <a:xfrm>
            <a:off x="14229714" y="3082925"/>
            <a:ext cx="1465580" cy="1492250"/>
            <a:chOff x="14229714" y="3082925"/>
            <a:chExt cx="1465580" cy="1492250"/>
          </a:xfrm>
        </p:grpSpPr>
        <p:sp>
          <p:nvSpPr>
            <p:cNvPr id="28" name="Freeform 27"/>
            <p:cNvSpPr/>
            <p:nvPr/>
          </p:nvSpPr>
          <p:spPr bwMode="auto">
            <a:xfrm>
              <a:off x="14229714" y="3082925"/>
              <a:ext cx="1465580" cy="1492250"/>
            </a:xfrm>
            <a:custGeom>
              <a:avLst/>
              <a:gdLst/>
              <a:ahLst/>
              <a:cxnLst/>
              <a:rect l="0" t="0" r="1465580" b="1492250"/>
              <a:pathLst>
                <a:path w="1465580" h="1492250" extrusionOk="0">
                  <a:moveTo>
                    <a:pt x="1465580" y="0"/>
                  </a:moveTo>
                  <a:lnTo>
                    <a:pt x="1465580" y="1282402"/>
                  </a:lnTo>
                  <a:lnTo>
                    <a:pt x="732790" y="1492250"/>
                  </a:lnTo>
                  <a:lnTo>
                    <a:pt x="0" y="1282402"/>
                  </a:lnTo>
                  <a:lnTo>
                    <a:pt x="0" y="0"/>
                  </a:lnTo>
                  <a:lnTo>
                    <a:pt x="1465580" y="0"/>
                  </a:lnTo>
                  <a:close/>
                </a:path>
              </a:pathLst>
            </a:custGeom>
            <a:solidFill>
              <a:srgbClr val="5DA295"/>
            </a:solidFill>
            <a:ln>
              <a:noFill/>
            </a:ln>
            <a:effectLst/>
          </p:spPr>
        </p:sp>
        <p:sp>
          <p:nvSpPr>
            <p:cNvPr id="27" name="TextBox 28"/>
            <p:cNvSpPr/>
            <p:nvPr/>
          </p:nvSpPr>
          <p:spPr bwMode="auto">
            <a:xfrm>
              <a:off x="14229714" y="3013075"/>
              <a:ext cx="1465580" cy="135255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393913846" name="Freeform 29"/>
          <p:cNvSpPr/>
          <p:nvPr/>
        </p:nvSpPr>
        <p:spPr bwMode="auto">
          <a:xfrm>
            <a:off x="14869160" y="-2098675"/>
            <a:ext cx="3705225" cy="3905250"/>
          </a:xfrm>
          <a:custGeom>
            <a:avLst/>
            <a:gdLst/>
            <a:ahLst/>
            <a:cxnLst/>
            <a:rect l="0" t="0" r="3705225" b="3905250"/>
            <a:pathLst>
              <a:path w="3705225" h="3905250" extrusionOk="0">
                <a:moveTo>
                  <a:pt x="0" y="0"/>
                </a:moveTo>
                <a:lnTo>
                  <a:pt x="3705225" y="0"/>
                </a:lnTo>
                <a:lnTo>
                  <a:pt x="3705225" y="3905250"/>
                </a:lnTo>
                <a:lnTo>
                  <a:pt x="0" y="3905250"/>
                </a:lnTo>
                <a:lnTo>
                  <a:pt x="0" y="0"/>
                </a:lnTo>
                <a:close/>
              </a:path>
            </a:pathLst>
          </a:custGeom>
          <a:blipFill>
            <a:blip r:embed="rId3"/>
            <a:stretch/>
          </a:blipFill>
          <a:ln>
            <a:noFill/>
          </a:ln>
          <a:effectLst/>
        </p:spPr>
      </p:sp>
      <p:sp>
        <p:nvSpPr>
          <p:cNvPr id="896426218" name="Freeform 30"/>
          <p:cNvSpPr/>
          <p:nvPr/>
        </p:nvSpPr>
        <p:spPr bwMode="auto">
          <a:xfrm>
            <a:off x="15302865" y="1278890"/>
            <a:ext cx="1073150" cy="1073785"/>
          </a:xfrm>
          <a:custGeom>
            <a:avLst/>
            <a:gdLst/>
            <a:ahLst/>
            <a:cxnLst/>
            <a:rect l="0" t="0" r="1073150" b="1073785"/>
            <a:pathLst>
              <a:path w="1073150" h="1073785" extrusionOk="0">
                <a:moveTo>
                  <a:pt x="0" y="0"/>
                </a:moveTo>
                <a:lnTo>
                  <a:pt x="1073149" y="0"/>
                </a:lnTo>
                <a:lnTo>
                  <a:pt x="1073149" y="1073785"/>
                </a:lnTo>
                <a:lnTo>
                  <a:pt x="0" y="1073785"/>
                </a:lnTo>
                <a:lnTo>
                  <a:pt x="0" y="0"/>
                </a:lnTo>
                <a:close/>
              </a:path>
            </a:pathLst>
          </a:custGeom>
          <a:blipFill>
            <a:blip r:embed="rId4"/>
            <a:stretch/>
          </a:blipFill>
          <a:ln>
            <a:noFill/>
          </a:ln>
          <a:effectLst/>
        </p:spPr>
      </p:sp>
      <p:sp>
        <p:nvSpPr>
          <p:cNvPr id="1063372979" name="Freeform 31"/>
          <p:cNvSpPr/>
          <p:nvPr/>
        </p:nvSpPr>
        <p:spPr bwMode="auto">
          <a:xfrm>
            <a:off x="16148050" y="2273935"/>
            <a:ext cx="456565" cy="456565"/>
          </a:xfrm>
          <a:custGeom>
            <a:avLst/>
            <a:gdLst/>
            <a:ahLst/>
            <a:cxnLst/>
            <a:rect l="0" t="0" r="456565" b="456565"/>
            <a:pathLst>
              <a:path w="456565" h="456565" extrusionOk="0">
                <a:moveTo>
                  <a:pt x="0" y="0"/>
                </a:moveTo>
                <a:lnTo>
                  <a:pt x="456565" y="0"/>
                </a:lnTo>
                <a:lnTo>
                  <a:pt x="456565" y="456565"/>
                </a:lnTo>
                <a:lnTo>
                  <a:pt x="0" y="456565"/>
                </a:lnTo>
                <a:lnTo>
                  <a:pt x="0" y="0"/>
                </a:lnTo>
                <a:close/>
              </a:path>
            </a:pathLst>
          </a:custGeom>
          <a:blipFill>
            <a:blip r:embed="rId5"/>
            <a:stretch/>
          </a:blipFill>
          <a:ln>
            <a:noFill/>
          </a:ln>
          <a:effectLst/>
        </p:spPr>
      </p:sp>
      <p:sp>
        <p:nvSpPr>
          <p:cNvPr id="1387907481" name="Freeform 32"/>
          <p:cNvSpPr/>
          <p:nvPr/>
        </p:nvSpPr>
        <p:spPr bwMode="auto">
          <a:xfrm>
            <a:off x="560070" y="8446770"/>
            <a:ext cx="659130" cy="659130"/>
          </a:xfrm>
          <a:custGeom>
            <a:avLst/>
            <a:gdLst/>
            <a:ahLst/>
            <a:cxnLst/>
            <a:rect l="0" t="0" r="659130" b="659130"/>
            <a:pathLst>
              <a:path w="659130" h="659130" extrusionOk="0">
                <a:moveTo>
                  <a:pt x="0" y="0"/>
                </a:moveTo>
                <a:lnTo>
                  <a:pt x="659129" y="0"/>
                </a:lnTo>
                <a:lnTo>
                  <a:pt x="659129" y="659130"/>
                </a:lnTo>
                <a:lnTo>
                  <a:pt x="0" y="659130"/>
                </a:lnTo>
                <a:lnTo>
                  <a:pt x="0" y="0"/>
                </a:lnTo>
                <a:close/>
              </a:path>
            </a:pathLst>
          </a:custGeom>
          <a:blipFill>
            <a:blip r:embed="rId6"/>
            <a:stretch/>
          </a:blipFill>
          <a:ln>
            <a:noFill/>
          </a:ln>
          <a:effectLst/>
        </p:spPr>
      </p:sp>
      <p:sp>
        <p:nvSpPr>
          <p:cNvPr id="1752588186" name="TextBox 33"/>
          <p:cNvSpPr/>
          <p:nvPr/>
        </p:nvSpPr>
        <p:spPr bwMode="auto">
          <a:xfrm>
            <a:off x="4075430" y="1470660"/>
            <a:ext cx="10137140" cy="835660"/>
          </a:xfrm>
          <a:prstGeom prst="rect">
            <a:avLst/>
          </a:prstGeom>
          <a:noFill/>
          <a:ln>
            <a:noFill/>
          </a:ln>
          <a:effectLst/>
        </p:spPr>
        <p:txBody>
          <a:bodyPr vert="horz" wrap="square" lIns="0" tIns="0" rIns="0" bIns="0" numCol="1" spcCol="215899" anchor="t"/>
          <a:lstStyle/>
          <a:p>
            <a:pPr algn="ctr">
              <a:lnSpc>
                <a:spcPts val="6580"/>
              </a:lnSpc>
              <a:defRPr sz="4700" b="1" cap="none">
                <a:solidFill>
                  <a:srgbClr val="000000"/>
                </a:solidFill>
                <a:latin typeface="Glacial Indifference"/>
                <a:ea typeface="Glacial Indifference"/>
                <a:cs typeface="Glacial Indifference"/>
              </a:defRPr>
            </a:pPr>
            <a:r>
              <a:t>Evaluasi Keperawatan</a:t>
            </a:r>
          </a:p>
        </p:txBody>
      </p:sp>
      <p:sp>
        <p:nvSpPr>
          <p:cNvPr id="920756771" name="TextBox 34"/>
          <p:cNvSpPr/>
          <p:nvPr/>
        </p:nvSpPr>
        <p:spPr bwMode="auto">
          <a:xfrm>
            <a:off x="2343785" y="3238500"/>
            <a:ext cx="1717040" cy="1047750"/>
          </a:xfrm>
          <a:prstGeom prst="rect">
            <a:avLst/>
          </a:prstGeom>
          <a:noFill/>
          <a:ln>
            <a:noFill/>
          </a:ln>
          <a:effectLst/>
        </p:spPr>
        <p:txBody>
          <a:bodyPr vert="horz" wrap="square" lIns="0" tIns="0" rIns="0" bIns="0" numCol="1" spcCol="215899" anchor="t"/>
          <a:lstStyle/>
          <a:p>
            <a:pPr algn="ctr">
              <a:lnSpc>
                <a:spcPts val="8400"/>
              </a:lnSpc>
              <a:defRPr sz="6000" b="1" cap="none">
                <a:solidFill>
                  <a:srgbClr val="FFFFFF"/>
                </a:solidFill>
                <a:latin typeface="Glacial Indifference"/>
                <a:ea typeface="Glacial Indifference"/>
                <a:cs typeface="Glacial Indifference"/>
              </a:defRPr>
            </a:pPr>
            <a:r>
              <a:t>S</a:t>
            </a:r>
          </a:p>
        </p:txBody>
      </p:sp>
      <p:sp>
        <p:nvSpPr>
          <p:cNvPr id="1354242463" name="TextBox 35"/>
          <p:cNvSpPr/>
          <p:nvPr/>
        </p:nvSpPr>
        <p:spPr bwMode="auto">
          <a:xfrm>
            <a:off x="1649730" y="4834890"/>
            <a:ext cx="3257550" cy="1381125"/>
          </a:xfrm>
          <a:prstGeom prst="rect">
            <a:avLst/>
          </a:prstGeom>
          <a:noFill/>
          <a:ln>
            <a:noFill/>
          </a:ln>
          <a:effectLst/>
        </p:spPr>
        <p:txBody>
          <a:bodyPr vert="horz" wrap="square" lIns="0" tIns="0" rIns="0" bIns="0" numCol="1" spcCol="215899" anchor="t"/>
          <a:lstStyle/>
          <a:p>
            <a:pPr algn="l">
              <a:lnSpc>
                <a:spcPts val="3600"/>
              </a:lnSpc>
              <a:defRPr sz="2800" cap="none">
                <a:solidFill>
                  <a:srgbClr val="000000"/>
                </a:solidFill>
                <a:latin typeface="Glacial Indifference"/>
                <a:ea typeface="Glacial Indifference"/>
                <a:cs typeface="Glacial Indifference"/>
              </a:defRPr>
            </a:pPr>
            <a:r>
              <a:t>Klien mengatakan nyeri di bagian luka berkurang</a:t>
            </a:r>
          </a:p>
        </p:txBody>
      </p:sp>
      <p:sp>
        <p:nvSpPr>
          <p:cNvPr id="85790100" name="TextBox 36"/>
          <p:cNvSpPr/>
          <p:nvPr/>
        </p:nvSpPr>
        <p:spPr bwMode="auto">
          <a:xfrm>
            <a:off x="11430000" y="8963025"/>
            <a:ext cx="4752340" cy="533400"/>
          </a:xfrm>
          <a:prstGeom prst="rect">
            <a:avLst/>
          </a:prstGeom>
          <a:noFill/>
          <a:ln>
            <a:noFill/>
          </a:ln>
          <a:effectLst/>
        </p:spPr>
        <p:txBody>
          <a:bodyPr vert="horz" wrap="square" lIns="0" tIns="0" rIns="0" bIns="0" numCol="1" spcCol="215899" anchor="t"/>
          <a:lstStyle/>
          <a:p>
            <a:pPr algn="r">
              <a:lnSpc>
                <a:spcPts val="4200"/>
              </a:lnSpc>
              <a:defRPr sz="3000" b="1" cap="none">
                <a:solidFill>
                  <a:srgbClr val="000000"/>
                </a:solidFill>
                <a:latin typeface="Glacial Indifference"/>
                <a:ea typeface="Glacial Indifference"/>
                <a:cs typeface="Glacial Indifference"/>
              </a:defRPr>
            </a:pPr>
            <a:r>
              <a:t>FRAKTUR HUMERUS </a:t>
            </a:r>
          </a:p>
        </p:txBody>
      </p:sp>
      <p:sp>
        <p:nvSpPr>
          <p:cNvPr id="237968805" name="Freeform 37"/>
          <p:cNvSpPr/>
          <p:nvPr/>
        </p:nvSpPr>
        <p:spPr bwMode="auto">
          <a:xfrm>
            <a:off x="1250950" y="9157335"/>
            <a:ext cx="659130" cy="659130"/>
          </a:xfrm>
          <a:custGeom>
            <a:avLst/>
            <a:gdLst/>
            <a:ahLst/>
            <a:cxnLst/>
            <a:rect l="0" t="0" r="659130" b="659130"/>
            <a:pathLst>
              <a:path w="659130" h="659130" extrusionOk="0">
                <a:moveTo>
                  <a:pt x="0" y="0"/>
                </a:moveTo>
                <a:lnTo>
                  <a:pt x="659130" y="0"/>
                </a:lnTo>
                <a:lnTo>
                  <a:pt x="659130" y="659129"/>
                </a:lnTo>
                <a:lnTo>
                  <a:pt x="0" y="659129"/>
                </a:lnTo>
                <a:lnTo>
                  <a:pt x="0" y="0"/>
                </a:lnTo>
                <a:close/>
              </a:path>
            </a:pathLst>
          </a:custGeom>
          <a:blipFill>
            <a:blip r:embed="rId7"/>
            <a:stretch/>
          </a:blipFill>
          <a:ln>
            <a:noFill/>
          </a:ln>
          <a:effectLst/>
        </p:spPr>
      </p:sp>
      <p:sp>
        <p:nvSpPr>
          <p:cNvPr id="888755595" name="Freeform 38"/>
          <p:cNvSpPr/>
          <p:nvPr/>
        </p:nvSpPr>
        <p:spPr bwMode="auto">
          <a:xfrm>
            <a:off x="0" y="0"/>
            <a:ext cx="5100320" cy="2209800"/>
          </a:xfrm>
          <a:custGeom>
            <a:avLst/>
            <a:gdLst/>
            <a:ahLst/>
            <a:cxnLst/>
            <a:rect l="0" t="0" r="5100320" b="2209800"/>
            <a:pathLst>
              <a:path w="5100320" h="2209800" extrusionOk="0">
                <a:moveTo>
                  <a:pt x="0" y="0"/>
                </a:moveTo>
                <a:lnTo>
                  <a:pt x="5100320" y="0"/>
                </a:lnTo>
                <a:lnTo>
                  <a:pt x="5100320" y="2209800"/>
                </a:lnTo>
                <a:lnTo>
                  <a:pt x="0" y="2209800"/>
                </a:lnTo>
                <a:lnTo>
                  <a:pt x="0" y="0"/>
                </a:lnTo>
                <a:close/>
              </a:path>
            </a:pathLst>
          </a:custGeom>
          <a:blipFill>
            <a:blip r:embed="rId8"/>
            <a:stretch/>
          </a:blipFill>
          <a:ln>
            <a:noFill/>
          </a:ln>
          <a:effectLst/>
        </p:spPr>
      </p:sp>
      <p:sp>
        <p:nvSpPr>
          <p:cNvPr id="601732001" name="TextBox 39"/>
          <p:cNvSpPr/>
          <p:nvPr/>
        </p:nvSpPr>
        <p:spPr bwMode="auto">
          <a:xfrm>
            <a:off x="6600825" y="2335530"/>
            <a:ext cx="5086350" cy="537845"/>
          </a:xfrm>
          <a:prstGeom prst="rect">
            <a:avLst/>
          </a:prstGeom>
          <a:noFill/>
          <a:ln>
            <a:noFill/>
          </a:ln>
          <a:effectLst/>
        </p:spPr>
        <p:txBody>
          <a:bodyPr vert="horz" wrap="square" lIns="0" tIns="0" rIns="0" bIns="0" numCol="1" spcCol="215899" anchor="t"/>
          <a:lstStyle/>
          <a:p>
            <a:pPr algn="ctr">
              <a:lnSpc>
                <a:spcPts val="4480"/>
              </a:lnSpc>
              <a:defRPr sz="2800" b="1" cap="none">
                <a:solidFill>
                  <a:srgbClr val="000000"/>
                </a:solidFill>
                <a:latin typeface="Glacial Indifference"/>
                <a:ea typeface="Glacial Indifference"/>
                <a:cs typeface="Glacial Indifference"/>
              </a:defRPr>
            </a:pPr>
            <a:r>
              <a:t>No. DK 3, 13 Desember 2023</a:t>
            </a:r>
          </a:p>
        </p:txBody>
      </p:sp>
      <p:sp>
        <p:nvSpPr>
          <p:cNvPr id="698122691" name="TextBox 40"/>
          <p:cNvSpPr/>
          <p:nvPr/>
        </p:nvSpPr>
        <p:spPr bwMode="auto">
          <a:xfrm>
            <a:off x="6331585" y="3238500"/>
            <a:ext cx="1717040" cy="1047750"/>
          </a:xfrm>
          <a:prstGeom prst="rect">
            <a:avLst/>
          </a:prstGeom>
          <a:noFill/>
          <a:ln>
            <a:noFill/>
          </a:ln>
          <a:effectLst/>
        </p:spPr>
        <p:txBody>
          <a:bodyPr vert="horz" wrap="square" lIns="0" tIns="0" rIns="0" bIns="0" numCol="1" spcCol="215899" anchor="t"/>
          <a:lstStyle/>
          <a:p>
            <a:pPr algn="ctr">
              <a:lnSpc>
                <a:spcPts val="8400"/>
              </a:lnSpc>
              <a:defRPr sz="6000" b="1" cap="none">
                <a:solidFill>
                  <a:srgbClr val="FFFFFF"/>
                </a:solidFill>
                <a:latin typeface="Glacial Indifference"/>
                <a:ea typeface="Glacial Indifference"/>
                <a:cs typeface="Glacial Indifference"/>
              </a:defRPr>
            </a:pPr>
            <a:r>
              <a:t>O</a:t>
            </a:r>
          </a:p>
        </p:txBody>
      </p:sp>
      <p:sp>
        <p:nvSpPr>
          <p:cNvPr id="1566855108" name="TextBox 41"/>
          <p:cNvSpPr/>
          <p:nvPr/>
        </p:nvSpPr>
        <p:spPr bwMode="auto">
          <a:xfrm>
            <a:off x="10304145" y="3238500"/>
            <a:ext cx="1717040" cy="1047750"/>
          </a:xfrm>
          <a:prstGeom prst="rect">
            <a:avLst/>
          </a:prstGeom>
          <a:noFill/>
          <a:ln>
            <a:noFill/>
          </a:ln>
          <a:effectLst/>
        </p:spPr>
        <p:txBody>
          <a:bodyPr vert="horz" wrap="square" lIns="0" tIns="0" rIns="0" bIns="0" numCol="1" spcCol="215899" anchor="t"/>
          <a:lstStyle/>
          <a:p>
            <a:pPr algn="ctr">
              <a:lnSpc>
                <a:spcPts val="8400"/>
              </a:lnSpc>
              <a:defRPr sz="6000" b="1" cap="none">
                <a:solidFill>
                  <a:srgbClr val="FFFFFF"/>
                </a:solidFill>
                <a:latin typeface="Glacial Indifference"/>
                <a:ea typeface="Glacial Indifference"/>
                <a:cs typeface="Glacial Indifference"/>
              </a:defRPr>
            </a:pPr>
            <a:r>
              <a:t>A</a:t>
            </a:r>
          </a:p>
        </p:txBody>
      </p:sp>
      <p:sp>
        <p:nvSpPr>
          <p:cNvPr id="1518981698" name="TextBox 42"/>
          <p:cNvSpPr/>
          <p:nvPr/>
        </p:nvSpPr>
        <p:spPr bwMode="auto">
          <a:xfrm>
            <a:off x="14103985" y="3238500"/>
            <a:ext cx="1717040" cy="1047750"/>
          </a:xfrm>
          <a:prstGeom prst="rect">
            <a:avLst/>
          </a:prstGeom>
          <a:noFill/>
          <a:ln>
            <a:noFill/>
          </a:ln>
          <a:effectLst/>
        </p:spPr>
        <p:txBody>
          <a:bodyPr vert="horz" wrap="square" lIns="0" tIns="0" rIns="0" bIns="0" numCol="1" spcCol="215899" anchor="t"/>
          <a:lstStyle/>
          <a:p>
            <a:pPr algn="ctr">
              <a:lnSpc>
                <a:spcPts val="8400"/>
              </a:lnSpc>
              <a:defRPr sz="6000" b="1" cap="none">
                <a:solidFill>
                  <a:srgbClr val="FFFFFF"/>
                </a:solidFill>
                <a:latin typeface="Glacial Indifference"/>
                <a:ea typeface="Glacial Indifference"/>
                <a:cs typeface="Glacial Indifference"/>
              </a:defRPr>
            </a:pPr>
            <a:r>
              <a:t>P</a:t>
            </a:r>
          </a:p>
        </p:txBody>
      </p:sp>
      <p:sp>
        <p:nvSpPr>
          <p:cNvPr id="968909641" name="TextBox 43"/>
          <p:cNvSpPr/>
          <p:nvPr/>
        </p:nvSpPr>
        <p:spPr bwMode="auto">
          <a:xfrm>
            <a:off x="5602605" y="4834890"/>
            <a:ext cx="3258185" cy="2468880"/>
          </a:xfrm>
          <a:prstGeom prst="rect">
            <a:avLst/>
          </a:prstGeom>
          <a:noFill/>
          <a:ln>
            <a:noFill/>
          </a:ln>
          <a:effectLst/>
        </p:spPr>
        <p:txBody>
          <a:bodyPr vert="horz" wrap="square" lIns="0" tIns="0" rIns="0" bIns="0" numCol="1" spcCol="215899" anchor="t"/>
          <a:lstStyle/>
          <a:p>
            <a:pPr marL="360045" lvl="1" indent="-360045" algn="l">
              <a:lnSpc>
                <a:spcPts val="3240"/>
              </a:lnSpc>
              <a:buFont typeface="Arial"/>
              <a:buChar char="•"/>
              <a:defRPr/>
            </a:pPr>
            <a:r>
              <a:rPr sz="2700" cap="none">
                <a:solidFill>
                  <a:srgbClr val="000000"/>
                </a:solidFill>
                <a:latin typeface="Glacial Indifference"/>
                <a:ea typeface="Glacial Indifference"/>
                <a:cs typeface="Glacial Indifference"/>
              </a:rPr>
              <a:t>Tampak luka pasca operasi di bagian lengan atas</a:t>
            </a:r>
          </a:p>
          <a:p>
            <a:pPr marL="360045" lvl="1" indent="-360045" algn="l">
              <a:lnSpc>
                <a:spcPts val="3240"/>
              </a:lnSpc>
              <a:buFont typeface="Arial"/>
              <a:buChar char="•"/>
              <a:defRPr/>
            </a:pPr>
            <a:r>
              <a:rPr sz="2700" cap="none">
                <a:solidFill>
                  <a:srgbClr val="000000"/>
                </a:solidFill>
                <a:latin typeface="Glacial Indifference"/>
                <a:ea typeface="Glacial Indifference"/>
                <a:cs typeface="Glacial Indifference"/>
              </a:rPr>
              <a:t>Luka tampak dibalut kasa steril</a:t>
            </a:r>
          </a:p>
        </p:txBody>
      </p:sp>
      <p:sp>
        <p:nvSpPr>
          <p:cNvPr id="375020450" name="TextBox 44"/>
          <p:cNvSpPr/>
          <p:nvPr/>
        </p:nvSpPr>
        <p:spPr bwMode="auto">
          <a:xfrm>
            <a:off x="9492615" y="4834890"/>
            <a:ext cx="3257550" cy="466725"/>
          </a:xfrm>
          <a:prstGeom prst="rect">
            <a:avLst/>
          </a:prstGeom>
          <a:noFill/>
          <a:ln>
            <a:noFill/>
          </a:ln>
          <a:effectLst/>
        </p:spPr>
        <p:txBody>
          <a:bodyPr vert="horz" wrap="square" lIns="0" tIns="0" rIns="0" bIns="0" numCol="1" spcCol="215899" anchor="t"/>
          <a:lstStyle/>
          <a:p>
            <a:pPr algn="l">
              <a:lnSpc>
                <a:spcPts val="3600"/>
              </a:lnSpc>
              <a:defRPr sz="1600" cap="none"/>
            </a:pPr>
            <a:r>
              <a:rPr sz="2800" cap="none">
                <a:solidFill>
                  <a:srgbClr val="000000"/>
                </a:solidFill>
                <a:latin typeface="Glacial Indifference"/>
                <a:ea typeface="Glacial Indifference"/>
                <a:cs typeface="Glacial Indifference"/>
              </a:rPr>
              <a:t>Masalah teratasi</a:t>
            </a:r>
          </a:p>
        </p:txBody>
      </p:sp>
      <p:sp>
        <p:nvSpPr>
          <p:cNvPr id="1850451269" name="TextBox 45"/>
          <p:cNvSpPr/>
          <p:nvPr/>
        </p:nvSpPr>
        <p:spPr bwMode="auto">
          <a:xfrm>
            <a:off x="13440410" y="4834890"/>
            <a:ext cx="3257550" cy="1381125"/>
          </a:xfrm>
          <a:prstGeom prst="rect">
            <a:avLst/>
          </a:prstGeom>
          <a:noFill/>
          <a:ln>
            <a:noFill/>
          </a:ln>
          <a:effectLst/>
        </p:spPr>
        <p:txBody>
          <a:bodyPr vert="horz" wrap="square" lIns="0" tIns="0" rIns="0" bIns="0" numCol="1" spcCol="215899" anchor="t"/>
          <a:lstStyle/>
          <a:p>
            <a:pPr algn="l">
              <a:lnSpc>
                <a:spcPts val="3600"/>
              </a:lnSpc>
              <a:defRPr sz="1600" cap="none"/>
            </a:pPr>
            <a:r>
              <a:rPr sz="2800" cap="none">
                <a:solidFill>
                  <a:srgbClr val="000000"/>
                </a:solidFill>
                <a:latin typeface="Glacial Indifference"/>
                <a:ea typeface="Glacial Indifference"/>
                <a:cs typeface="Glacial Indifference"/>
              </a:rPr>
              <a:t>Intervensi dihentikan (pasien pulang)</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showMasterPhAnim="0">
  <p:cSld>
    <p:bg>
      <p:bgPr>
        <a:solidFill>
          <a:srgbClr val="BFDDD2"/>
        </a:solidFill>
        <a:effectLst/>
      </p:bgPr>
    </p:bg>
    <p:spTree>
      <p:nvGrpSpPr>
        <p:cNvPr id="1" name=""/>
        <p:cNvGrpSpPr/>
        <p:nvPr/>
      </p:nvGrpSpPr>
      <p:grpSpPr bwMode="auto">
        <a:xfrm>
          <a:off x="0" y="0"/>
          <a:ext cx="0" cy="0"/>
          <a:chOff x="0" y="0"/>
          <a:chExt cx="0" cy="0"/>
        </a:xfrm>
      </p:grpSpPr>
      <p:grpSp>
        <p:nvGrpSpPr>
          <p:cNvPr id="1159064073" name="Group 2"/>
          <p:cNvGrpSpPr/>
          <p:nvPr/>
        </p:nvGrpSpPr>
        <p:grpSpPr bwMode="auto">
          <a:xfrm>
            <a:off x="1785620" y="1678940"/>
            <a:ext cx="14716760" cy="6929120"/>
            <a:chOff x="1785620" y="1678940"/>
            <a:chExt cx="14716760" cy="6929120"/>
          </a:xfrm>
        </p:grpSpPr>
        <p:sp>
          <p:nvSpPr>
            <p:cNvPr id="4" name="Freeform 3"/>
            <p:cNvSpPr/>
            <p:nvPr/>
          </p:nvSpPr>
          <p:spPr bwMode="auto">
            <a:xfrm>
              <a:off x="1785620" y="1678940"/>
              <a:ext cx="14716760" cy="6929120"/>
            </a:xfrm>
            <a:custGeom>
              <a:avLst/>
              <a:gdLst/>
              <a:ahLst/>
              <a:cxnLst/>
              <a:rect l="0" t="0" r="14716760" b="6929120"/>
              <a:pathLst>
                <a:path w="14716760" h="6929120" extrusionOk="0">
                  <a:moveTo>
                    <a:pt x="0" y="0"/>
                  </a:moveTo>
                  <a:lnTo>
                    <a:pt x="14716760" y="0"/>
                  </a:lnTo>
                  <a:lnTo>
                    <a:pt x="14716760" y="6929120"/>
                  </a:lnTo>
                  <a:lnTo>
                    <a:pt x="0" y="6929120"/>
                  </a:lnTo>
                  <a:close/>
                </a:path>
              </a:pathLst>
            </a:custGeom>
            <a:solidFill>
              <a:srgbClr val="5DA295"/>
            </a:solidFill>
            <a:ln>
              <a:noFill/>
            </a:ln>
            <a:effectLst/>
          </p:spPr>
        </p:sp>
        <p:sp>
          <p:nvSpPr>
            <p:cNvPr id="3" name="TextBox 4"/>
            <p:cNvSpPr/>
            <p:nvPr/>
          </p:nvSpPr>
          <p:spPr bwMode="auto">
            <a:xfrm>
              <a:off x="1785620" y="1534159"/>
              <a:ext cx="14716760" cy="707390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769137422" name="Freeform 5"/>
          <p:cNvSpPr/>
          <p:nvPr/>
        </p:nvSpPr>
        <p:spPr bwMode="auto">
          <a:xfrm>
            <a:off x="13061950" y="-1565910"/>
            <a:ext cx="4761865" cy="4761230"/>
          </a:xfrm>
          <a:custGeom>
            <a:avLst/>
            <a:gdLst/>
            <a:ahLst/>
            <a:cxnLst/>
            <a:rect l="0" t="0" r="4761865" b="4761230"/>
            <a:pathLst>
              <a:path w="4761865" h="4761230" extrusionOk="0">
                <a:moveTo>
                  <a:pt x="0" y="0"/>
                </a:moveTo>
                <a:lnTo>
                  <a:pt x="4761865" y="0"/>
                </a:lnTo>
                <a:lnTo>
                  <a:pt x="4761865" y="4761231"/>
                </a:lnTo>
                <a:lnTo>
                  <a:pt x="0" y="4761231"/>
                </a:lnTo>
                <a:lnTo>
                  <a:pt x="0" y="0"/>
                </a:lnTo>
                <a:close/>
              </a:path>
            </a:pathLst>
          </a:custGeom>
          <a:blipFill>
            <a:blip r:embed="rId3"/>
            <a:stretch/>
          </a:blipFill>
          <a:ln>
            <a:noFill/>
          </a:ln>
          <a:effectLst/>
        </p:spPr>
      </p:sp>
      <p:grpSp>
        <p:nvGrpSpPr>
          <p:cNvPr id="925672767" name="Group 6"/>
          <p:cNvGrpSpPr/>
          <p:nvPr/>
        </p:nvGrpSpPr>
        <p:grpSpPr bwMode="auto">
          <a:xfrm>
            <a:off x="15442565" y="2842260"/>
            <a:ext cx="1413510" cy="1236345"/>
            <a:chOff x="15442565" y="2842260"/>
            <a:chExt cx="1413510" cy="1236345"/>
          </a:xfrm>
        </p:grpSpPr>
        <p:sp>
          <p:nvSpPr>
            <p:cNvPr id="8" name="Freeform 7"/>
            <p:cNvSpPr/>
            <p:nvPr/>
          </p:nvSpPr>
          <p:spPr bwMode="auto">
            <a:xfrm>
              <a:off x="15442565" y="2842260"/>
              <a:ext cx="1413510" cy="1236345"/>
            </a:xfrm>
            <a:custGeom>
              <a:avLst/>
              <a:gdLst/>
              <a:ahLst/>
              <a:cxnLst/>
              <a:rect l="0" t="0" r="1413510" b="1236345"/>
              <a:pathLst>
                <a:path w="1413510" h="1236345" extrusionOk="0">
                  <a:moveTo>
                    <a:pt x="706755" y="0"/>
                  </a:moveTo>
                  <a:lnTo>
                    <a:pt x="1413510" y="1236345"/>
                  </a:lnTo>
                  <a:lnTo>
                    <a:pt x="0" y="1236345"/>
                  </a:lnTo>
                  <a:lnTo>
                    <a:pt x="706755" y="0"/>
                  </a:lnTo>
                  <a:close/>
                </a:path>
              </a:pathLst>
            </a:custGeom>
            <a:solidFill>
              <a:srgbClr val="FFFFFF"/>
            </a:solidFill>
            <a:ln>
              <a:noFill/>
            </a:ln>
            <a:effectLst/>
          </p:spPr>
        </p:sp>
        <p:sp>
          <p:nvSpPr>
            <p:cNvPr id="7" name="TextBox 8"/>
            <p:cNvSpPr/>
            <p:nvPr/>
          </p:nvSpPr>
          <p:spPr bwMode="auto">
            <a:xfrm>
              <a:off x="15663545" y="3350260"/>
              <a:ext cx="971550" cy="640080"/>
            </a:xfrm>
            <a:prstGeom prst="rect">
              <a:avLst/>
            </a:prstGeom>
            <a:noFill/>
            <a:ln>
              <a:noFill/>
            </a:ln>
            <a:effectLst/>
          </p:spPr>
          <p:txBody>
            <a:bodyPr vert="horz" wrap="square" lIns="50800" tIns="50800" rIns="50800" bIns="50800" numCol="1" spcCol="215899" anchor="ctr"/>
            <a:lstStyle/>
            <a:p>
              <a:pPr algn="ctr">
                <a:lnSpc>
                  <a:spcPts val="2655"/>
                </a:lnSpc>
                <a:defRPr/>
              </a:pPr>
              <a:endParaRPr/>
            </a:p>
          </p:txBody>
        </p:sp>
      </p:grpSp>
      <p:sp>
        <p:nvSpPr>
          <p:cNvPr id="58461907" name="Freeform 9"/>
          <p:cNvSpPr/>
          <p:nvPr/>
        </p:nvSpPr>
        <p:spPr bwMode="auto">
          <a:xfrm>
            <a:off x="1028700" y="1313815"/>
            <a:ext cx="1528445" cy="1528445"/>
          </a:xfrm>
          <a:custGeom>
            <a:avLst/>
            <a:gdLst/>
            <a:ahLst/>
            <a:cxnLst/>
            <a:rect l="0" t="0" r="1528445" b="1528445"/>
            <a:pathLst>
              <a:path w="1528445" h="1528445" extrusionOk="0">
                <a:moveTo>
                  <a:pt x="0" y="0"/>
                </a:moveTo>
                <a:lnTo>
                  <a:pt x="1528445" y="0"/>
                </a:lnTo>
                <a:lnTo>
                  <a:pt x="1528445" y="1528443"/>
                </a:lnTo>
                <a:lnTo>
                  <a:pt x="0" y="1528443"/>
                </a:lnTo>
                <a:lnTo>
                  <a:pt x="0" y="0"/>
                </a:lnTo>
                <a:close/>
              </a:path>
            </a:pathLst>
          </a:custGeom>
          <a:blipFill>
            <a:blip r:embed="rId4"/>
            <a:stretch/>
          </a:blipFill>
          <a:ln>
            <a:noFill/>
          </a:ln>
          <a:effectLst/>
        </p:spPr>
      </p:sp>
      <p:sp>
        <p:nvSpPr>
          <p:cNvPr id="909549573" name="Freeform 10"/>
          <p:cNvSpPr/>
          <p:nvPr/>
        </p:nvSpPr>
        <p:spPr bwMode="auto">
          <a:xfrm>
            <a:off x="624204" y="7272020"/>
            <a:ext cx="4777740" cy="4771390"/>
          </a:xfrm>
          <a:custGeom>
            <a:avLst/>
            <a:gdLst/>
            <a:ahLst/>
            <a:cxnLst/>
            <a:rect l="0" t="0" r="4777740" b="4771390"/>
            <a:pathLst>
              <a:path w="4777740" h="4771390" extrusionOk="0">
                <a:moveTo>
                  <a:pt x="0" y="0"/>
                </a:moveTo>
                <a:lnTo>
                  <a:pt x="4777740" y="0"/>
                </a:lnTo>
                <a:lnTo>
                  <a:pt x="4777740" y="4771390"/>
                </a:lnTo>
                <a:lnTo>
                  <a:pt x="0" y="4771390"/>
                </a:lnTo>
                <a:lnTo>
                  <a:pt x="0" y="0"/>
                </a:lnTo>
                <a:close/>
              </a:path>
            </a:pathLst>
          </a:custGeom>
          <a:blipFill>
            <a:blip r:embed="rId5"/>
            <a:stretch/>
          </a:blipFill>
          <a:ln>
            <a:noFill/>
          </a:ln>
          <a:effectLst/>
        </p:spPr>
      </p:sp>
      <p:sp>
        <p:nvSpPr>
          <p:cNvPr id="486891129" name="TextBox 11"/>
          <p:cNvSpPr/>
          <p:nvPr/>
        </p:nvSpPr>
        <p:spPr bwMode="auto">
          <a:xfrm>
            <a:off x="2386330" y="3908425"/>
            <a:ext cx="13515339" cy="2310765"/>
          </a:xfrm>
          <a:prstGeom prst="rect">
            <a:avLst/>
          </a:prstGeom>
          <a:noFill/>
          <a:ln>
            <a:noFill/>
          </a:ln>
          <a:effectLst/>
        </p:spPr>
        <p:txBody>
          <a:bodyPr vert="horz" wrap="square" lIns="0" tIns="0" rIns="0" bIns="0" numCol="1" spcCol="215899" anchor="t"/>
          <a:lstStyle/>
          <a:p>
            <a:pPr algn="ctr">
              <a:lnSpc>
                <a:spcPts val="18195"/>
              </a:lnSpc>
              <a:defRPr cap="none">
                <a:latin typeface="Glacial Indifference"/>
                <a:ea typeface="Glacial Indifference"/>
                <a:cs typeface="Glacial Indifference"/>
              </a:defRPr>
            </a:pPr>
            <a:r>
              <a:rPr sz="13000" b="1" cap="none">
                <a:solidFill>
                  <a:srgbClr val="FFFFFF"/>
                </a:solidFill>
              </a:rPr>
              <a:t>Terima Kasih</a:t>
            </a:r>
          </a:p>
        </p:txBody>
      </p:sp>
      <p:sp>
        <p:nvSpPr>
          <p:cNvPr id="689299124" name="Freeform 12"/>
          <p:cNvSpPr/>
          <p:nvPr/>
        </p:nvSpPr>
        <p:spPr bwMode="auto">
          <a:xfrm>
            <a:off x="4317365" y="7272020"/>
            <a:ext cx="1084580" cy="1084580"/>
          </a:xfrm>
          <a:custGeom>
            <a:avLst/>
            <a:gdLst/>
            <a:ahLst/>
            <a:cxnLst/>
            <a:rect l="0" t="0" r="1084580" b="1084580"/>
            <a:pathLst>
              <a:path w="1084580" h="1084580" extrusionOk="0">
                <a:moveTo>
                  <a:pt x="0" y="0"/>
                </a:moveTo>
                <a:lnTo>
                  <a:pt x="1084580" y="0"/>
                </a:lnTo>
                <a:lnTo>
                  <a:pt x="1084580" y="1084580"/>
                </a:lnTo>
                <a:lnTo>
                  <a:pt x="0" y="1084580"/>
                </a:lnTo>
                <a:lnTo>
                  <a:pt x="0" y="0"/>
                </a:lnTo>
                <a:close/>
              </a:path>
            </a:pathLst>
          </a:custGeom>
          <a:blipFill>
            <a:blip r:embed="rId6"/>
            <a:stretch/>
          </a:blipFill>
          <a:ln>
            <a:noFill/>
          </a:ln>
          <a:effectLst/>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00">
        <p159:morph option="byObject"/>
      </p:transition>
    </mc:Choice>
    <mc:Fallback>
      <p:transition spd="slow">
        <p:fade/>
      </p:transition>
    </mc:Fallback>
  </mc:AlternateContent>
</p:sld>
</file>

<file path=ppt/theme/theme1.xml><?xml version="1.0" encoding="utf-8"?>
<a:theme xmlns:a="http://schemas.openxmlformats.org/drawingml/2006/main" name="Presentation">
  <a:themeElements>
    <a:clrScheme name="Presentation 1">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resentation">
      <a:majorFont>
        <a:latin typeface="Calibri"/>
        <a:ea typeface="Calibri"/>
        <a:cs typeface="Calibri"/>
      </a:majorFont>
      <a:minorFont>
        <a:latin typeface="Calibri"/>
        <a:ea typeface="Calibri"/>
        <a:cs typeface="Calibri"/>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0">
          <a:schemeClr val="accent1"/>
        </a:lnRef>
        <a:fillRef idx="0">
          <a:schemeClr val="accent1"/>
        </a:fillRef>
        <a:effectRef idx="0">
          <a:schemeClr val="accent1"/>
        </a:effectRef>
        <a:fontRef idx="minor">
          <a:schemeClr val="lt1"/>
        </a:fontRef>
      </a:style>
    </a:spDef>
  </a:objectDefaults>
  <a:extraClrSchemeLst>
    <a:extraClrScheme>
      <a:clrScheme name="Presentation 1">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Presentation 2">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Presentation 3">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Presentation 4">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Presentation 5">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Presentation 6">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Presentation 7">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Presentation 8">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Presentation">
  <a:themeElements>
    <a:clrScheme name="Presentation 1">
      <a:dk1>
        <a:srgbClr val="000000"/>
      </a:dk1>
      <a:lt1>
        <a:srgbClr val="FFFFFF"/>
      </a:lt1>
      <a:dk2>
        <a:srgbClr val="000000"/>
      </a:dk2>
      <a:lt2>
        <a:srgbClr val="808080"/>
      </a:lt2>
      <a:accent1>
        <a:srgbClr val="BBE0E3"/>
      </a:accent1>
      <a:accent2>
        <a:srgbClr val="333399"/>
      </a:accent2>
      <a:accent3>
        <a:srgbClr val="535379"/>
      </a:accent3>
      <a:accent4>
        <a:srgbClr val="737359"/>
      </a:accent4>
      <a:accent5>
        <a:srgbClr val="939339"/>
      </a:accent5>
      <a:accent6>
        <a:srgbClr val="B3B319"/>
      </a:accent6>
      <a:hlink>
        <a:srgbClr val="009999"/>
      </a:hlink>
      <a:folHlink>
        <a:srgbClr val="99CC00"/>
      </a:folHlink>
    </a:clrScheme>
    <a:fontScheme name="Presentation">
      <a:majorFont>
        <a:latin typeface="Calibri"/>
        <a:ea typeface="Calibri"/>
        <a:cs typeface="Calibri"/>
      </a:majorFont>
      <a:minorFont>
        <a:latin typeface="Calibri"/>
        <a:ea typeface="Calibri"/>
        <a:cs typeface="Calibri"/>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0">
          <a:schemeClr val="accent1"/>
        </a:lnRef>
        <a:fillRef idx="0">
          <a:schemeClr val="accent1"/>
        </a:fillRef>
        <a:effectRef idx="0">
          <a:schemeClr val="accent1"/>
        </a:effectRef>
        <a:fontRef idx="minor">
          <a:schemeClr val="lt1"/>
        </a:fontRef>
      </a:style>
    </a:spDef>
  </a:objectDefaults>
  <a:extraClrSchemeLst>
    <a:extraClrScheme>
      <a:clrScheme name="Presentation 1">
        <a:dk1>
          <a:srgbClr val="000000"/>
        </a:dk1>
        <a:lt1>
          <a:srgbClr val="FFFFFF"/>
        </a:lt1>
        <a:dk2>
          <a:srgbClr val="000000"/>
        </a:dk2>
        <a:lt2>
          <a:srgbClr val="808080"/>
        </a:lt2>
        <a:accent1>
          <a:srgbClr val="BBE0E3"/>
        </a:accent1>
        <a:accent2>
          <a:srgbClr val="333399"/>
        </a:accent2>
        <a:accent3>
          <a:srgbClr val="535379"/>
        </a:accent3>
        <a:accent4>
          <a:srgbClr val="737359"/>
        </a:accent4>
        <a:accent5>
          <a:srgbClr val="939339"/>
        </a:accent5>
        <a:accent6>
          <a:srgbClr val="B3B31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Presentation 2">
        <a:dk1>
          <a:srgbClr val="000000"/>
        </a:dk1>
        <a:lt1>
          <a:srgbClr val="FFFFFF"/>
        </a:lt1>
        <a:dk2>
          <a:srgbClr val="000000"/>
        </a:dk2>
        <a:lt2>
          <a:srgbClr val="808080"/>
        </a:lt2>
        <a:accent1>
          <a:srgbClr val="BBE0E3"/>
        </a:accent1>
        <a:accent2>
          <a:srgbClr val="333399"/>
        </a:accent2>
        <a:accent3>
          <a:srgbClr val="535379"/>
        </a:accent3>
        <a:accent4>
          <a:srgbClr val="737359"/>
        </a:accent4>
        <a:accent5>
          <a:srgbClr val="939339"/>
        </a:accent5>
        <a:accent6>
          <a:srgbClr val="B3B31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Presentation 3">
        <a:dk1>
          <a:srgbClr val="000000"/>
        </a:dk1>
        <a:lt1>
          <a:srgbClr val="FFFFFF"/>
        </a:lt1>
        <a:dk2>
          <a:srgbClr val="000000"/>
        </a:dk2>
        <a:lt2>
          <a:srgbClr val="808080"/>
        </a:lt2>
        <a:accent1>
          <a:srgbClr val="BBE0E3"/>
        </a:accent1>
        <a:accent2>
          <a:srgbClr val="333399"/>
        </a:accent2>
        <a:accent3>
          <a:srgbClr val="535379"/>
        </a:accent3>
        <a:accent4>
          <a:srgbClr val="737359"/>
        </a:accent4>
        <a:accent5>
          <a:srgbClr val="939339"/>
        </a:accent5>
        <a:accent6>
          <a:srgbClr val="B3B31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Presentation 4">
        <a:dk1>
          <a:srgbClr val="000000"/>
        </a:dk1>
        <a:lt1>
          <a:srgbClr val="FFFFFF"/>
        </a:lt1>
        <a:dk2>
          <a:srgbClr val="000000"/>
        </a:dk2>
        <a:lt2>
          <a:srgbClr val="808080"/>
        </a:lt2>
        <a:accent1>
          <a:srgbClr val="BBE0E3"/>
        </a:accent1>
        <a:accent2>
          <a:srgbClr val="333399"/>
        </a:accent2>
        <a:accent3>
          <a:srgbClr val="535379"/>
        </a:accent3>
        <a:accent4>
          <a:srgbClr val="737359"/>
        </a:accent4>
        <a:accent5>
          <a:srgbClr val="939339"/>
        </a:accent5>
        <a:accent6>
          <a:srgbClr val="B3B31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Presentation 5">
        <a:dk1>
          <a:srgbClr val="000000"/>
        </a:dk1>
        <a:lt1>
          <a:srgbClr val="FFFFFF"/>
        </a:lt1>
        <a:dk2>
          <a:srgbClr val="000000"/>
        </a:dk2>
        <a:lt2>
          <a:srgbClr val="808080"/>
        </a:lt2>
        <a:accent1>
          <a:srgbClr val="BBE0E3"/>
        </a:accent1>
        <a:accent2>
          <a:srgbClr val="333399"/>
        </a:accent2>
        <a:accent3>
          <a:srgbClr val="535379"/>
        </a:accent3>
        <a:accent4>
          <a:srgbClr val="737359"/>
        </a:accent4>
        <a:accent5>
          <a:srgbClr val="939339"/>
        </a:accent5>
        <a:accent6>
          <a:srgbClr val="B3B31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Presentation 6">
        <a:dk1>
          <a:srgbClr val="000000"/>
        </a:dk1>
        <a:lt1>
          <a:srgbClr val="FFFFFF"/>
        </a:lt1>
        <a:dk2>
          <a:srgbClr val="000000"/>
        </a:dk2>
        <a:lt2>
          <a:srgbClr val="808080"/>
        </a:lt2>
        <a:accent1>
          <a:srgbClr val="BBE0E3"/>
        </a:accent1>
        <a:accent2>
          <a:srgbClr val="333399"/>
        </a:accent2>
        <a:accent3>
          <a:srgbClr val="535379"/>
        </a:accent3>
        <a:accent4>
          <a:srgbClr val="737359"/>
        </a:accent4>
        <a:accent5>
          <a:srgbClr val="939339"/>
        </a:accent5>
        <a:accent6>
          <a:srgbClr val="B3B31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Presentation 7">
        <a:dk1>
          <a:srgbClr val="000000"/>
        </a:dk1>
        <a:lt1>
          <a:srgbClr val="FFFFFF"/>
        </a:lt1>
        <a:dk2>
          <a:srgbClr val="000000"/>
        </a:dk2>
        <a:lt2>
          <a:srgbClr val="808080"/>
        </a:lt2>
        <a:accent1>
          <a:srgbClr val="BBE0E3"/>
        </a:accent1>
        <a:accent2>
          <a:srgbClr val="333399"/>
        </a:accent2>
        <a:accent3>
          <a:srgbClr val="535379"/>
        </a:accent3>
        <a:accent4>
          <a:srgbClr val="737359"/>
        </a:accent4>
        <a:accent5>
          <a:srgbClr val="939339"/>
        </a:accent5>
        <a:accent6>
          <a:srgbClr val="B3B319"/>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Kustom</PresentationFormat>
  <Paragraphs>0</Paragraphs>
  <Slides>51</Slides>
  <Notes>51</Notes>
  <HiddenSlides>0</HiddenSlides>
  <MMClips>2</MMClips>
  <ScaleCrop>false</ScaleCrop>
  <HeadingPairs>
    <vt:vector size="4" baseType="variant">
      <vt:variant>
        <vt:lpstr>Tema</vt:lpstr>
      </vt:variant>
      <vt:variant>
        <vt:i4>1</vt:i4>
      </vt:variant>
      <vt:variant>
        <vt:lpstr>Judul Slide</vt:lpstr>
      </vt:variant>
      <vt:variant>
        <vt:i4>51</vt:i4>
      </vt:variant>
    </vt:vector>
  </HeadingPairs>
  <TitlesOfParts>
    <vt:vector size="52" baseType="lpstr">
      <vt:lpstr>Presentation</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Presentasi Askep Fraktur Humerus</dc:title>
  <dc:subject/>
  <dc:creator/>
  <cp:keywords/>
  <dc:description/>
  <cp:lastModifiedBy>Andreas Maker</cp:lastModifiedBy>
  <cp:revision>2</cp:revision>
  <dcterms:created xsi:type="dcterms:W3CDTF">2006-08-16T00:00:00Z</dcterms:created>
  <dcterms:modified xsi:type="dcterms:W3CDTF">2026-09-27T00:48:02Z</dcterms:modified>
</cp:coreProperties>
</file>